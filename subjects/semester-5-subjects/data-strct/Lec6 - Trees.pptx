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467DD-F13A-4389-BBE4-473EB58DD2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3CFAE-9AE1-40D7-AB64-B1F481E45F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50505"/>
                </a:solidFill>
                <a:uFillTx/>
                <a:latin typeface="Times New Roman"/>
              </a:rPr>
              <a:t>Click to edit the title text format</a:t>
            </a: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50505"/>
                </a:solidFill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50505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3F002A07-3EB5-43DE-939A-9344C1A538AE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1501200" y="216000"/>
            <a:ext cx="8100000" cy="434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Trees in Data Structures </a:t>
            </a:r>
            <a:endParaRPr b="0" lang="en-US" sz="4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b="0" lang="en-US" sz="4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Concepts, Traversals, Operations, and Python Implementation </a:t>
            </a:r>
            <a:endParaRPr b="0" lang="en-US" sz="4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55518F-3B0D-4B80-AD19-2AB4165DDEEB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What is a Tree?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181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 hierarchical, non-linear data structure.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Consists of nodes connected by edges.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One root node, and all other nodes are descendants.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4DAA70-E1D6-4918-8949-EBE76B8B26B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Basic Tree Terminology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Root: Topmost node.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Parent/Child: Direct connections.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Leaf: Node with no children.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Height: Length of the longest path to a leaf.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Depth: Distance from the root.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989044-DBA9-48EB-8A24-400EC757D5B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Types of Trees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3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General Tree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Binary Tree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Binary Search Tree (BST)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AVL Tree (Self-balancing BST)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1DD8A0-FF76-4F70-8048-00C628D0FE4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Binary Tree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Each node has at most two children.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Left and right child pointers.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Not necessarily sorted.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3CBC2-E0DF-4F5B-ACDF-D88A7029AB8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Binary Search Tree (BST)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43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 binary tree with: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Left subtree: nodes &lt; root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Right subtree: nodes &gt; root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Provides efficient searching, insertion, and deletion.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D5FBF-51F8-4331-BB10-09817B9F1A5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AVL Tree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 self-balancing Binary Search Tree.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Balance factor = height(left) − height(right) ∈ {−1, 0, 1}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Automatically balances during insert/delete operations.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46F17-93F2-4D04-97D4-8603F0F1EE2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Tree Traversal Algorithms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In-Order (LNR)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Pre-Order (NLR)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Post-Order (LRN)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Level-Order (Breadth-first)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77BA28-7634-4D27-A460-BCB2DCC3F8E7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In-Order Traversal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Left → Node → Right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pythonCopyEditdef inorder(node):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if node: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inorder(node.left)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print(node.data)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  <a:ea typeface="Noto Serif CJK JP:palt;Noto Serif CJK KR;Noto Serif CJK SC;Noto Serif CJK TC;Noto Serif CJK HK"/>
              </a:rPr>
              <a:t>inorder(node.right)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DD3E8C-587C-4AEB-831F-0BB77B9B65F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Pre-Order Traversal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Node → Left → Right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pythonCopyEditdef preorder(node):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if node: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print(node.data)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preorder(node.left)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preorder(node.right)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40F0FA-C175-412D-9EAF-404A2B1245FC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Post-Order Traversal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Left → Right → Node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pythonCopyEditdef postorder(node):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if node: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postorder(node.left)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postorder(node.right)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print(node.data)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225D1-A2FD-4BF5-8790-20B2565A6781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Tree Node Implementation (Python)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class Node: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__init__(self, key):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self.left = None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self.right = None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self.data = key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A8AA1-BCB8-4E46-86A9-6349329FB7E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BST Insert Operation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insert(root, key):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if root is None: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Node(key)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if key &lt; root.data: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root.left = insert(root.left, key)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else: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root.right = insert(root.right, key)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root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9953A2-68EA-4E0C-AD5F-6D831C74E3C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BST Search Operation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search(root, key):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if root is None or root.data == key: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root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if key &lt; root.data: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search(root.left, key)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search(root.right, key)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90BEE3-194D-436D-B4A6-0281B9CBCD7E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BST Delete Operation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def delete(root, key):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if not root: return root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if key &lt; root.data: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root.left = delete(root.left, key)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elif key &gt; root.data: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root.right = delete(root.right, key)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else: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if not root.left: return root.right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if not root.right: return root.left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min_larger_node = root.right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while min_larger_node.left: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min_larger_node = min_larger_node.left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root.data = min_larger_node.data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root.right = delete(root.right, min_larger_node.data)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4000" strike="noStrike" u="none">
                <a:solidFill>
                  <a:srgbClr val="050505"/>
                </a:solidFill>
                <a:uFillTx/>
                <a:latin typeface="Arial"/>
              </a:rPr>
              <a:t>return root</a:t>
            </a:r>
            <a:endParaRPr b="0" lang="en-US" sz="4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FE3B01-5AA8-4829-86EA-C12F850A428E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AVL Tree Rotations (Conceptual)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7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LL Rotation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RR Rotation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LR Rotation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RL Rotation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Diagrams recommended for visual understanding.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24CE57-9D82-4A44-8F06-CA38188B22F3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Applications of Trees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Hierarchical data (file systems, XML)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Databases (B-Trees, B+ Trees)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Compilers (syntax trees)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Routing algorithms, AI (decision trees)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C3B1D1-A52E-448C-B26B-D8C704E99764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Practice Exercise 1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83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Task: Build a BST from user input, and print it in in-order.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773CC2-E884-4CD2-A1E5-9FEF87DDDE9F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Practice Exercise 2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Task: Implement a function to check if a tree is height-balanced.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992A3-CA35-4866-AAA3-C82F7CA358D0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50505"/>
                </a:solidFill>
                <a:uFillTx/>
                <a:latin typeface="Times New Roman"/>
              </a:rPr>
              <a:t>Summary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Trees are versatile, hierarchical structures.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BSTs and AVL trees optimize searching and balancing.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Traversal techniques help in visiting every node.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Python classes make tree implementation intuitive.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587A32-4770-467B-A256-2C2047902FBE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LibreOffice/24.8.6.2$Windows_X86_64 LibreOffice_project/6d98ba145e9a8a39fc57bcc76981d1fb1316c60c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2025-05-04T16:15:26Z</dcterms:created>
  <dc:creator/>
  <dc:description/>
  <dc:language>en-US</dc:language>
  <cp:lastModifiedBy/>
  <dcterms:modified xsi:type="dcterms:W3CDTF">2025-05-04T16:30:54Z</dcterms:modified>
  <cp:revision>5</cp:revision>
  <dc:subject/>
  <dc:title>DNA</dc:title>
</cp:coreProperties>
</file>