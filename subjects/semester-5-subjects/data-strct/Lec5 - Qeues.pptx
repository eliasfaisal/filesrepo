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17EC8F-AD6A-42CA-9C18-B306B3A193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C49F6-5036-4BF4-B084-7346417B9E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50505"/>
                </a:solidFill>
                <a:uFillTx/>
                <a:latin typeface="Times New Roman"/>
              </a:rPr>
              <a:t>Click to edit the title text format</a:t>
            </a:r>
            <a:endParaRPr b="0" lang="en-US" sz="33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50505"/>
                </a:solidFill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50505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50505"/>
                </a:solidFill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7A1D7127-5614-4F87-B4FE-5042F874C95F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1620000" y="216000"/>
            <a:ext cx="8100000" cy="434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Queues in Data Structures </a:t>
            </a:r>
            <a:endParaRPr b="0" lang="en-US" sz="4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endParaRPr b="0" lang="en-US" sz="4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FIFO Concept, Types, Operations, and Python Implementation </a:t>
            </a:r>
            <a:endParaRPr b="0" lang="en-US" sz="4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FB01E9-D483-4227-8D01-8B43806AA95C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What is a Queue?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181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 linear data structure.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Follows the FIFO principle – First In, First Out.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Insertion happens at the rear, deletion at the front.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98DD69-E708-4C27-9D95-D26B358DB0D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Real-World Queue Examples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People in line at a bank or cinema.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Printer jobs waiting to be processed.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 queues in operating systems.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02C06-B44C-4346-8C25-C50BCABD5EC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FIFO Explained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First element inserted is the first one removed.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Order is maintained: enqueue → enqueue → dequeue.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8FD264-42E3-4C4E-883A-4FBCFC9825F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Basic Queue Operations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3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Enqueue: Add element to the rear.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Dequeue: Remove element from the front.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Front/Peek: View the front element.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Rear: View the last element.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8D3005-F1C8-4845-BBC0-A7FD8E769D5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Types of Queues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3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Simple Queue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Circular Queue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Priority Queue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Double-Ended Queue (Deque)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896C4F-2355-476B-8DD4-DDA5404D2E0B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Simple Queue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Standard FIFO structure.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Easy to implement using a list or deque.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Efficient for most queue-based problems.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DD9FC0-9782-4508-ACDA-EC0160337C76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Circular Queue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Rear wraps around to the front when reaching the end.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Avoids wasted space in fixed-size arrays.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Requires front and rear tracking with modulo (%) operations.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85417E-FCAE-4FE1-B0EB-BC76F3D5A4D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Priority Queue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Elements are served based on priority, not insertion order.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Higher priority elements dequeued first.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Can be implemented with lists, heaps, or the heapq module in Python.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4A5F8E-5930-4EE0-A9C3-3BEA941EBE4E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Double-Ended Queue (Deque)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Elements can be added/removed from both ends.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Supports both stack and queue operations.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Implemented efficiently with collections.deque in Python.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5197D-F300-443C-B981-C9BFC80A64F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Queue Implementation Using deque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from collections import deque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q = deque()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q.append(1)       # Enqueue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q.append(2)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q.popleft()       # Dequeue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print(q[0])       # Front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print(q[-1])      # Rear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FBF4B7-3C7C-482B-BF52-55141780A79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Queue Class in Python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from collections import deque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class Queue: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def __init__(self):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self.q = deque()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def enqueue(self, item):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self.q.append(item)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def dequeue(self):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return self.q.popleft() if self.q else None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def front(self):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return self.q[0] if self.q else None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def rear(self):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        </a:t>
            </a:r>
            <a:r>
              <a:rPr b="0" lang="en-US" sz="6000" strike="noStrike" u="none">
                <a:solidFill>
                  <a:srgbClr val="050505"/>
                </a:solidFill>
                <a:uFillTx/>
                <a:latin typeface="Arial"/>
              </a:rPr>
              <a:t>return self.q[-1] if self.q else None</a:t>
            </a:r>
            <a:endParaRPr b="0" lang="en-US" sz="6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Aft>
                <a:spcPts val="1060"/>
              </a:spcAft>
              <a:buNone/>
            </a:pPr>
            <a:r>
              <a:rPr b="0" lang="en-US" sz="16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57EB9F-AEB8-4360-ABE2-A0F0C120E695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Implementing Circular Queue Logic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23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Fixed-size array or list.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Use % size to wrap indices.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Track both front and rear.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rear = (rear + 1) % size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0BB09-7C1C-43A3-BE75-192856C23C1B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Applications of Queues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 scheduling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Breadth-first search (BFS) in graphs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Producer-consumer problems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Network traffic management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87815D-FA59-4AE7-A561-94BC4808A6AB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Time Complexities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Operation </a:t>
            </a:r>
            <a:r>
              <a:rPr b="0" lang="en-US" sz="1000" strike="noStrike" u="none">
                <a:solidFill>
                  <a:srgbClr val="050505"/>
                </a:solidFill>
                <a:uFillTx/>
                <a:latin typeface="Arial"/>
              </a:rPr>
              <a:t>                                                                                        </a:t>
            </a: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TimeComplexity</a:t>
            </a:r>
            <a:r>
              <a:rPr b="0" lang="en-US" sz="1000" strike="noStrike" u="none">
                <a:solidFill>
                  <a:srgbClr val="050505"/>
                </a:solidFill>
                <a:uFillTx/>
                <a:latin typeface="Arial"/>
              </a:rPr>
              <a:t>                   </a:t>
            </a:r>
            <a:endParaRPr b="0" lang="en-US" sz="10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Enqueue                                                     O(1)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Dequeue                                                     O(1)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Peek                                                            O(1)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deque is optimized for fast appends and pops from both ends.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D1852-CD3C-487D-8689-03A3EF2BCDF0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Practice Task 1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Task: Simulate a queue of customers using a list.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Challenge: Print the queue after each enqueue and dequeue operation. 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BE4B1-A042-47FC-A567-D716F3E3F343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56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Times New Roman"/>
              </a:rPr>
              <a:t>Summary </a:t>
            </a:r>
            <a:endParaRPr b="0" lang="en-US" sz="4000" strike="noStrike" u="none">
              <a:solidFill>
                <a:srgbClr val="050505"/>
              </a:solidFill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Queues follow FIFO: first inserted = first removed.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Multiple types: Simple, Circular, Priority, Deque.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Python's collections.deque is efficient and easy to use.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50505"/>
                </a:solidFill>
                <a:uFillTx/>
                <a:latin typeface="Arial"/>
              </a:rPr>
              <a:t>Widely used in algorithms, OS, and real-world simulations.</a:t>
            </a: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400" strike="noStrike" u="none">
              <a:solidFill>
                <a:srgbClr val="050505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87D489-BE91-47CA-BF1A-1533A893F24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LibreOffice/24.8.6.2$Windows_X86_64 LibreOffice_project/6d98ba145e9a8a39fc57bcc76981d1fb1316c60c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2025-05-04T15:54:02Z</dcterms:created>
  <dc:creator/>
  <dc:description/>
  <dc:language>en-US</dc:language>
  <cp:lastModifiedBy/>
  <dcterms:modified xsi:type="dcterms:W3CDTF">2025-05-04T16:13:16Z</dcterms:modified>
  <cp:revision>9</cp:revision>
  <dc:subject/>
  <dc:title>DNA</dc:title>
</cp:coreProperties>
</file>