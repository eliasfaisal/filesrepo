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5" r:id="rId8"/>
    <p:sldMasterId id="2147483667" r:id="rId9"/>
    <p:sldMasterId id="2147483669" r:id="rId10"/>
    <p:sldMasterId id="2147483671" r:id="rId11"/>
    <p:sldMasterId id="2147483673" r:id="rId12"/>
    <p:sldMasterId id="2147483675" r:id="rId13"/>
    <p:sldMasterId id="2147483677" r:id="rId14"/>
    <p:sldMasterId id="2147483679" r:id="rId15"/>
    <p:sldMasterId id="2147483681" r:id="rId16"/>
    <p:sldMasterId id="2147483683" r:id="rId17"/>
    <p:sldMasterId id="2147483685" r:id="rId18"/>
    <p:sldMasterId id="2147483687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A90DD6-E883-4119-B777-C542C63FA0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F221E4-BFEF-4145-B1CD-D09EBA8C30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B30EEE8-45B7-4384-B052-3EA5A61705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BB1E388-5957-47C0-B6CF-92579E8166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C2FB8F3-5F62-4E34-AFE3-76DC45ECB7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C57DA96-C077-45BD-809D-2DEF60F966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4CF72EC-2C16-480D-868C-46528A2F8F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F9FA61D-D87C-477F-8D1A-5B629F390B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DE725A2-1E27-4143-89A1-24A0DB7A39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99E47A5-CE4F-44EE-AD73-0AD9C1EC4B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8EC40F5-257D-4A1F-A35A-9E7930F9BF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203EA12-5AE1-4D66-8CD5-05D25BB64C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23F5132-FDBA-4441-B4E9-D1BFFE3D1C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EFDCB89-FD63-4629-9CDC-597D241653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5460C05-91A0-4ABB-97ED-BAB91A5EB1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76638A2-4E34-4036-B75E-65D4FE0A8A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01CF5E8-3746-49B7-9712-A017469D76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2E61F92-C2C7-475C-84CD-AE46699E57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FE0686A-59D2-4F01-81CB-C5F69F9C99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159E19B7-31E1-453B-98D2-6AD3A28B45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29696146-4BFC-4099-8844-9E54E8B19C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6AEA9E8-FD70-466B-B01D-769A7DC78D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FFCC0100-E7B0-43D0-8863-2D951C0917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2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3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4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5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6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7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8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9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1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2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B8061A-D6C5-4BDF-AE61-BE9107C40E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7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321651-54D3-4A54-9BB8-FF3ACA68E4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B2FA57-AB0D-4AAD-AE75-AD4948FFEE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651540-D968-4820-A541-5850151F81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C3A7B2-A54B-46A8-84C4-3691690FA7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82972A-DB82-4BD5-95C6-7EDDC7450F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F96DC78-E0E0-4ABB-B36C-1312850B53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44EC3A-71FC-4C10-A59F-3AF658AE4C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A05113-6F76-44AF-89A8-2089D40EA1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43F8CA-EF26-433D-B602-F3EDC73E84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6D5FAF-F74A-4AEE-B387-6227C43C54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C0B05C-0EA4-4DD8-AAA2-AA01DB0EC0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2E834EF-92DD-459D-A7D6-27E553EBBD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CF32B7-6274-4FD9-AD78-C163AC5002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ftr" idx="4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8D0DCF-1540-4186-ADCE-ADDBB0F819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4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4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2B1D59-63A7-48D9-BC72-9275211F76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4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ftr" idx="4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47550C-9B49-4298-993B-0E599A1CB39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5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ftr" idx="5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C86C27D-68BF-46B3-9984-25D2BC5D5F9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Arrays in Data Structures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Expanded Concepts, Operations, and Python Implementation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What is an Array?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 collection of elements stored at contiguous memory locations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Linear data structure storing elements of the same type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Allows random access using indices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All elements are of the same type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Indexed access (starting at 0)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Example: [10, 20, 30, 40]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Types of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One-dimensional: [1, 2, 3]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Two-dimensional: [[1,2], [3,4]]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Multi-dimensional: 3D and beyond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Jagged arrays: arrays of arrays with different lengths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Characteristics of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Fixed size (in static arrays)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Homogeneous data type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Fast access but slow insertion/deletion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Insertion in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Adding an element at a specific index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May require shifting elements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 Example: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 = [1,2,3]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arr.insert(1, 10)  # [1,10,2,3]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Deletion in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Removing an element by index or value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May require shifting elements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 Example: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 = [1,2,3]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arr.remove(2)  # [1,3]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Search in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Find index of a value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Linear Search: O(n), Binary Search: O(log n) if sorted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 Example: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 = [5,10,15]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index = arr.index(10)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Traversal in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Visit each element sequentially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Useful for displaying or processing elements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 Example: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for x in arr: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  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print(x)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Dynamic Arrays and Resizing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Static arrays have fixed size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Dynamic arrays (like Python lists) resize automatically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Append: amortized O(1)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 lists double in size when full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One-Dimensional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Linear collection of elements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Example: [1, 2, 3, 4, 5]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Two-Dimensional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Matrix-like structure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Example: [[1, 2], [3, 4]]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Multi-Dimensional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Arrays with more than two dimensions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Used in advanced applications like 3D modeling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Jagged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Arrays of arrays with variable lengths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Example: [[1, 2], [3, 4, 5], [6]]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Array Insertion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Inserting at beginning/middle requires shifting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Python: arr.insert(index, value)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Array Deletion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Deletion causes elements to shift left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Python: arr.remove(value) or del arr[index]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Array Searching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Linear search: O(n)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Binary search: O(log n) for sorted arrays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Array Traversal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Visiting each element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Python: for x in arr: print(x)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Dynamic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Automatically resize in Python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Append operations are amortized O(1)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Python Lists as Dynamic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Flexible and resizable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Built-in methods: append, insert, remove, index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Advantages of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Fast access to elements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Simple and easy to implement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Disadvantages of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Fixed size (unless dynamic)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Costly insertion and deletion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Applications of Arrays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Used in databases, graphics, scientific computations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Python Implementation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Python lists are dynamic arrays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Example: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 = [1, 2, 3]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arr.append(4)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arr.remove(2)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print(arr[0])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Summary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Arrays are fundamental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Mastery of operations is essential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LibreOffice/24.8.6.2$Windows_X86_64 LibreOffice_project/6d98ba145e9a8a39fc57bcc76981d1fb1316c60c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2025-05-04T14:45:35Z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