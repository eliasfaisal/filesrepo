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1"/>
  </p:sldMasterIdLst>
  <p:notesMasterIdLst>
    <p:notesMasterId r:id="rId34"/>
  </p:notesMasterIdLst>
  <p:sldIdLst>
    <p:sldId id="261" r:id="rId2"/>
    <p:sldId id="288" r:id="rId3"/>
    <p:sldId id="289" r:id="rId4"/>
    <p:sldId id="290" r:id="rId5"/>
    <p:sldId id="266" r:id="rId6"/>
    <p:sldId id="291" r:id="rId7"/>
    <p:sldId id="292" r:id="rId8"/>
    <p:sldId id="293" r:id="rId9"/>
    <p:sldId id="260" r:id="rId10"/>
    <p:sldId id="257" r:id="rId11"/>
    <p:sldId id="271" r:id="rId12"/>
    <p:sldId id="272" r:id="rId13"/>
    <p:sldId id="273" r:id="rId14"/>
    <p:sldId id="274" r:id="rId15"/>
    <p:sldId id="275" r:id="rId16"/>
    <p:sldId id="276" r:id="rId17"/>
    <p:sldId id="256" r:id="rId18"/>
    <p:sldId id="258" r:id="rId19"/>
    <p:sldId id="259" r:id="rId20"/>
    <p:sldId id="277" r:id="rId21"/>
    <p:sldId id="278" r:id="rId22"/>
    <p:sldId id="279" r:id="rId23"/>
    <p:sldId id="280" r:id="rId24"/>
    <p:sldId id="267" r:id="rId25"/>
    <p:sldId id="281" r:id="rId26"/>
    <p:sldId id="282" r:id="rId27"/>
    <p:sldId id="283" r:id="rId28"/>
    <p:sldId id="284" r:id="rId29"/>
    <p:sldId id="285" r:id="rId30"/>
    <p:sldId id="294" r:id="rId31"/>
    <p:sldId id="286" r:id="rId32"/>
    <p:sldId id="28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06F544-3492-40C8-981A-7F8A825D8494}" type="datetimeFigureOut">
              <a:rPr lang="en-US" smtClean="0"/>
              <a:t>5/5/2025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232FF7-660D-4E7E-A940-709BF8FF9B5C}" type="slidenum">
              <a:rPr lang="en-US" smtClean="0"/>
              <a:t>‹#›</a:t>
            </a:fld>
            <a:endParaRPr lang="en-US"/>
          </a:p>
        </p:txBody>
      </p:sp>
    </p:spTree>
    <p:extLst>
      <p:ext uri="{BB962C8B-B14F-4D97-AF65-F5344CB8AC3E}">
        <p14:creationId xmlns:p14="http://schemas.microsoft.com/office/powerpoint/2010/main" val="3177882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8DC10DF-994C-F7E4-2D10-6E7D23F12FFA}"/>
              </a:ext>
            </a:extLst>
          </p:cNvPr>
          <p:cNvSpPr>
            <a:spLocks noGrp="1" noChangeArrowheads="1"/>
          </p:cNvSpPr>
          <p:nvPr>
            <p:ph type="sldNum" sz="quarter" idx="5"/>
          </p:nvPr>
        </p:nvSpPr>
        <p:spPr>
          <a:ln/>
        </p:spPr>
        <p:txBody>
          <a:bodyPr/>
          <a:lstStyle/>
          <a:p>
            <a:fld id="{099CBB7D-DDAC-430D-B040-B3C5FD794E4F}" type="slidenum">
              <a:rPr lang="en-US" altLang="en-US"/>
              <a:pPr/>
              <a:t>1</a:t>
            </a:fld>
            <a:endParaRPr lang="en-US" altLang="en-US"/>
          </a:p>
        </p:txBody>
      </p:sp>
      <p:sp>
        <p:nvSpPr>
          <p:cNvPr id="5122" name="Rectangle 2">
            <a:extLst>
              <a:ext uri="{FF2B5EF4-FFF2-40B4-BE49-F238E27FC236}">
                <a16:creationId xmlns:a16="http://schemas.microsoft.com/office/drawing/2014/main" id="{BEFF38D4-FA9C-D9CD-A452-15700383550C}"/>
              </a:ext>
            </a:extLst>
          </p:cNvPr>
          <p:cNvSpPr>
            <a:spLocks noGrp="1" noRot="1" noChangeAspect="1" noChangeArrowheads="1" noTextEdit="1"/>
          </p:cNvSpPr>
          <p:nvPr>
            <p:ph type="sldImg"/>
          </p:nvPr>
        </p:nvSpPr>
        <p:spPr>
          <a:xfrm>
            <a:off x="646113" y="915988"/>
            <a:ext cx="5567362" cy="3132137"/>
          </a:xfrm>
          <a:solidFill>
            <a:srgbClr val="FFFFFF"/>
          </a:solidFill>
          <a:ln/>
        </p:spPr>
      </p:sp>
      <p:sp>
        <p:nvSpPr>
          <p:cNvPr id="5123" name="Rectangle 3">
            <a:extLst>
              <a:ext uri="{FF2B5EF4-FFF2-40B4-BE49-F238E27FC236}">
                <a16:creationId xmlns:a16="http://schemas.microsoft.com/office/drawing/2014/main" id="{B1FEC24D-7AC8-8F52-C054-C084B80B9549}"/>
              </a:ext>
            </a:extLst>
          </p:cNvPr>
          <p:cNvSpPr txBox="1">
            <a:spLocks noGrp="1"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7819F2C-D315-10DA-271B-7439ED2CCF6C}"/>
              </a:ext>
            </a:extLst>
          </p:cNvPr>
          <p:cNvSpPr>
            <a:spLocks noGrp="1" noChangeArrowheads="1"/>
          </p:cNvSpPr>
          <p:nvPr>
            <p:ph type="sldNum" sz="quarter" idx="5"/>
          </p:nvPr>
        </p:nvSpPr>
        <p:spPr>
          <a:ln/>
        </p:spPr>
        <p:txBody>
          <a:bodyPr/>
          <a:lstStyle/>
          <a:p>
            <a:fld id="{D2BE1ED3-5D35-45F4-921B-E304B53FF3DB}" type="slidenum">
              <a:rPr lang="en-US" altLang="en-US"/>
              <a:pPr/>
              <a:t>5</a:t>
            </a:fld>
            <a:endParaRPr lang="en-US" altLang="en-US"/>
          </a:p>
        </p:txBody>
      </p:sp>
      <p:sp>
        <p:nvSpPr>
          <p:cNvPr id="15362" name="Rectangle 2">
            <a:extLst>
              <a:ext uri="{FF2B5EF4-FFF2-40B4-BE49-F238E27FC236}">
                <a16:creationId xmlns:a16="http://schemas.microsoft.com/office/drawing/2014/main" id="{20F264B2-8227-5D5D-72B8-F66F84C9A3AE}"/>
              </a:ext>
            </a:extLst>
          </p:cNvPr>
          <p:cNvSpPr>
            <a:spLocks noGrp="1" noRot="1" noChangeAspect="1" noChangeArrowheads="1" noTextEdit="1"/>
          </p:cNvSpPr>
          <p:nvPr>
            <p:ph type="sldImg"/>
          </p:nvPr>
        </p:nvSpPr>
        <p:spPr>
          <a:xfrm>
            <a:off x="646113" y="915988"/>
            <a:ext cx="5567362" cy="3132137"/>
          </a:xfrm>
          <a:solidFill>
            <a:srgbClr val="FFFFFF"/>
          </a:solidFill>
          <a:ln/>
        </p:spPr>
      </p:sp>
      <p:sp>
        <p:nvSpPr>
          <p:cNvPr id="15363" name="Rectangle 3">
            <a:extLst>
              <a:ext uri="{FF2B5EF4-FFF2-40B4-BE49-F238E27FC236}">
                <a16:creationId xmlns:a16="http://schemas.microsoft.com/office/drawing/2014/main" id="{A4BDA635-0347-ED87-CAE6-53BA72738FD7}"/>
              </a:ext>
            </a:extLst>
          </p:cNvPr>
          <p:cNvSpPr txBox="1">
            <a:spLocks noGrp="1"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DCA2136-31AC-8E90-6205-E77D110FA1A1}"/>
              </a:ext>
            </a:extLst>
          </p:cNvPr>
          <p:cNvSpPr>
            <a:spLocks noGrp="1" noChangeArrowheads="1"/>
          </p:cNvSpPr>
          <p:nvPr>
            <p:ph type="sldNum" sz="quarter" idx="5"/>
          </p:nvPr>
        </p:nvSpPr>
        <p:spPr>
          <a:ln/>
        </p:spPr>
        <p:txBody>
          <a:bodyPr/>
          <a:lstStyle/>
          <a:p>
            <a:fld id="{B417B041-814F-4C38-A4B8-E61AB3437DDF}" type="slidenum">
              <a:rPr lang="en-US" altLang="en-US"/>
              <a:pPr/>
              <a:t>20</a:t>
            </a:fld>
            <a:endParaRPr lang="en-US" altLang="en-US"/>
          </a:p>
        </p:txBody>
      </p:sp>
      <p:sp>
        <p:nvSpPr>
          <p:cNvPr id="19458" name="Rectangle 2">
            <a:extLst>
              <a:ext uri="{FF2B5EF4-FFF2-40B4-BE49-F238E27FC236}">
                <a16:creationId xmlns:a16="http://schemas.microsoft.com/office/drawing/2014/main" id="{21466603-74F3-C2A0-2BCD-2EEB9383D2CA}"/>
              </a:ext>
            </a:extLst>
          </p:cNvPr>
          <p:cNvSpPr>
            <a:spLocks noGrp="1" noRot="1" noChangeAspect="1" noChangeArrowheads="1" noTextEdit="1"/>
          </p:cNvSpPr>
          <p:nvPr>
            <p:ph type="sldImg"/>
          </p:nvPr>
        </p:nvSpPr>
        <p:spPr>
          <a:xfrm>
            <a:off x="646113" y="915988"/>
            <a:ext cx="5567362" cy="3132137"/>
          </a:xfrm>
          <a:solidFill>
            <a:srgbClr val="FFFFFF"/>
          </a:solidFill>
          <a:ln/>
        </p:spPr>
      </p:sp>
      <p:sp>
        <p:nvSpPr>
          <p:cNvPr id="19459" name="Rectangle 3">
            <a:extLst>
              <a:ext uri="{FF2B5EF4-FFF2-40B4-BE49-F238E27FC236}">
                <a16:creationId xmlns:a16="http://schemas.microsoft.com/office/drawing/2014/main" id="{78FCBB27-EA3E-4DA2-0CF2-263549FAB524}"/>
              </a:ext>
            </a:extLst>
          </p:cNvPr>
          <p:cNvSpPr txBox="1">
            <a:spLocks noGrp="1"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562213A-DF63-9CD1-6EA3-2CCCB5882A58}"/>
              </a:ext>
            </a:extLst>
          </p:cNvPr>
          <p:cNvSpPr>
            <a:spLocks noGrp="1" noChangeArrowheads="1"/>
          </p:cNvSpPr>
          <p:nvPr>
            <p:ph type="sldNum" sz="quarter" idx="5"/>
          </p:nvPr>
        </p:nvSpPr>
        <p:spPr>
          <a:ln/>
        </p:spPr>
        <p:txBody>
          <a:bodyPr/>
          <a:lstStyle/>
          <a:p>
            <a:fld id="{3A50CD2F-8199-41E2-9959-BD68F46E0A08}" type="slidenum">
              <a:rPr lang="en-US" altLang="en-US"/>
              <a:pPr/>
              <a:t>21</a:t>
            </a:fld>
            <a:endParaRPr lang="en-US" altLang="en-US"/>
          </a:p>
        </p:txBody>
      </p:sp>
      <p:sp>
        <p:nvSpPr>
          <p:cNvPr id="21506" name="Rectangle 2">
            <a:extLst>
              <a:ext uri="{FF2B5EF4-FFF2-40B4-BE49-F238E27FC236}">
                <a16:creationId xmlns:a16="http://schemas.microsoft.com/office/drawing/2014/main" id="{AD0A5827-595D-8520-D867-DF484A3796F2}"/>
              </a:ext>
            </a:extLst>
          </p:cNvPr>
          <p:cNvSpPr>
            <a:spLocks noGrp="1" noRot="1" noChangeAspect="1" noChangeArrowheads="1" noTextEdit="1"/>
          </p:cNvSpPr>
          <p:nvPr>
            <p:ph type="sldImg"/>
          </p:nvPr>
        </p:nvSpPr>
        <p:spPr>
          <a:xfrm>
            <a:off x="646113" y="915988"/>
            <a:ext cx="5567362" cy="3132137"/>
          </a:xfrm>
          <a:solidFill>
            <a:srgbClr val="FFFFFF"/>
          </a:solidFill>
          <a:ln/>
        </p:spPr>
      </p:sp>
      <p:sp>
        <p:nvSpPr>
          <p:cNvPr id="21507" name="Rectangle 3">
            <a:extLst>
              <a:ext uri="{FF2B5EF4-FFF2-40B4-BE49-F238E27FC236}">
                <a16:creationId xmlns:a16="http://schemas.microsoft.com/office/drawing/2014/main" id="{6E6B01DE-53AE-8C94-BD42-8125D2D61E80}"/>
              </a:ext>
            </a:extLst>
          </p:cNvPr>
          <p:cNvSpPr txBox="1">
            <a:spLocks noGrp="1"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4FE5D91-C69B-92A6-A577-857E662B7947}"/>
              </a:ext>
            </a:extLst>
          </p:cNvPr>
          <p:cNvSpPr>
            <a:spLocks noGrp="1" noChangeArrowheads="1"/>
          </p:cNvSpPr>
          <p:nvPr>
            <p:ph type="sldNum" sz="quarter" idx="5"/>
          </p:nvPr>
        </p:nvSpPr>
        <p:spPr>
          <a:ln/>
        </p:spPr>
        <p:txBody>
          <a:bodyPr/>
          <a:lstStyle/>
          <a:p>
            <a:fld id="{40530D19-C9A8-46EF-BBBA-1F4A5A9CABB7}" type="slidenum">
              <a:rPr lang="en-US" altLang="en-US"/>
              <a:pPr/>
              <a:t>22</a:t>
            </a:fld>
            <a:endParaRPr lang="en-US" altLang="en-US"/>
          </a:p>
        </p:txBody>
      </p:sp>
      <p:sp>
        <p:nvSpPr>
          <p:cNvPr id="23554" name="Rectangle 2">
            <a:extLst>
              <a:ext uri="{FF2B5EF4-FFF2-40B4-BE49-F238E27FC236}">
                <a16:creationId xmlns:a16="http://schemas.microsoft.com/office/drawing/2014/main" id="{78A34B64-48E5-126C-5D8C-91C0A4607B15}"/>
              </a:ext>
            </a:extLst>
          </p:cNvPr>
          <p:cNvSpPr>
            <a:spLocks noGrp="1" noRot="1" noChangeAspect="1" noChangeArrowheads="1" noTextEdit="1"/>
          </p:cNvSpPr>
          <p:nvPr>
            <p:ph type="sldImg"/>
          </p:nvPr>
        </p:nvSpPr>
        <p:spPr>
          <a:xfrm>
            <a:off x="646113" y="915988"/>
            <a:ext cx="5567362" cy="3132137"/>
          </a:xfrm>
          <a:solidFill>
            <a:srgbClr val="FFFFFF"/>
          </a:solidFill>
          <a:ln/>
        </p:spPr>
      </p:sp>
      <p:sp>
        <p:nvSpPr>
          <p:cNvPr id="23555" name="Rectangle 3">
            <a:extLst>
              <a:ext uri="{FF2B5EF4-FFF2-40B4-BE49-F238E27FC236}">
                <a16:creationId xmlns:a16="http://schemas.microsoft.com/office/drawing/2014/main" id="{50436EB3-B5C2-91DA-87FB-098D02D6480C}"/>
              </a:ext>
            </a:extLst>
          </p:cNvPr>
          <p:cNvSpPr txBox="1">
            <a:spLocks noGrp="1"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D4ADE31-1FC4-8870-D02C-1A1A57B6E7DB}"/>
              </a:ext>
            </a:extLst>
          </p:cNvPr>
          <p:cNvSpPr>
            <a:spLocks noGrp="1" noChangeArrowheads="1"/>
          </p:cNvSpPr>
          <p:nvPr>
            <p:ph type="sldNum" sz="quarter" idx="5"/>
          </p:nvPr>
        </p:nvSpPr>
        <p:spPr>
          <a:ln/>
        </p:spPr>
        <p:txBody>
          <a:bodyPr/>
          <a:lstStyle/>
          <a:p>
            <a:fld id="{01EAC5AB-9A9B-4A2A-B675-632E19298F62}" type="slidenum">
              <a:rPr lang="en-US" altLang="en-US"/>
              <a:pPr/>
              <a:t>23</a:t>
            </a:fld>
            <a:endParaRPr lang="en-US" altLang="en-US"/>
          </a:p>
        </p:txBody>
      </p:sp>
      <p:sp>
        <p:nvSpPr>
          <p:cNvPr id="25602" name="Rectangle 2">
            <a:extLst>
              <a:ext uri="{FF2B5EF4-FFF2-40B4-BE49-F238E27FC236}">
                <a16:creationId xmlns:a16="http://schemas.microsoft.com/office/drawing/2014/main" id="{EE2974DE-BDA9-3F7B-EE3A-A66A60D7050A}"/>
              </a:ext>
            </a:extLst>
          </p:cNvPr>
          <p:cNvSpPr>
            <a:spLocks noGrp="1" noRot="1" noChangeAspect="1" noChangeArrowheads="1" noTextEdit="1"/>
          </p:cNvSpPr>
          <p:nvPr>
            <p:ph type="sldImg"/>
          </p:nvPr>
        </p:nvSpPr>
        <p:spPr>
          <a:xfrm>
            <a:off x="646113" y="915988"/>
            <a:ext cx="5567362" cy="3132137"/>
          </a:xfrm>
          <a:solidFill>
            <a:srgbClr val="FFFFFF"/>
          </a:solidFill>
          <a:ln/>
        </p:spPr>
      </p:sp>
      <p:sp>
        <p:nvSpPr>
          <p:cNvPr id="25603" name="Rectangle 3">
            <a:extLst>
              <a:ext uri="{FF2B5EF4-FFF2-40B4-BE49-F238E27FC236}">
                <a16:creationId xmlns:a16="http://schemas.microsoft.com/office/drawing/2014/main" id="{656E5A55-5B1B-20B3-7DCF-36E3AEB1F642}"/>
              </a:ext>
            </a:extLst>
          </p:cNvPr>
          <p:cNvSpPr txBox="1">
            <a:spLocks noGrp="1"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6B9958A-2E42-777D-4136-A3E75E4369C0}"/>
              </a:ext>
            </a:extLst>
          </p:cNvPr>
          <p:cNvSpPr>
            <a:spLocks noGrp="1" noChangeArrowheads="1"/>
          </p:cNvSpPr>
          <p:nvPr>
            <p:ph type="sldNum" sz="quarter" idx="5"/>
          </p:nvPr>
        </p:nvSpPr>
        <p:spPr>
          <a:ln/>
        </p:spPr>
        <p:txBody>
          <a:bodyPr/>
          <a:lstStyle/>
          <a:p>
            <a:fld id="{700F9E90-770F-415B-A339-9623B2103A1B}" type="slidenum">
              <a:rPr lang="en-US" altLang="en-US"/>
              <a:pPr/>
              <a:t>24</a:t>
            </a:fld>
            <a:endParaRPr lang="en-US" altLang="en-US"/>
          </a:p>
        </p:txBody>
      </p:sp>
      <p:sp>
        <p:nvSpPr>
          <p:cNvPr id="27650" name="Rectangle 2">
            <a:extLst>
              <a:ext uri="{FF2B5EF4-FFF2-40B4-BE49-F238E27FC236}">
                <a16:creationId xmlns:a16="http://schemas.microsoft.com/office/drawing/2014/main" id="{F0A05E05-0AFC-CE15-246E-35C4BDA51ED2}"/>
              </a:ext>
            </a:extLst>
          </p:cNvPr>
          <p:cNvSpPr>
            <a:spLocks noGrp="1" noRot="1" noChangeAspect="1" noChangeArrowheads="1" noTextEdit="1"/>
          </p:cNvSpPr>
          <p:nvPr>
            <p:ph type="sldImg"/>
          </p:nvPr>
        </p:nvSpPr>
        <p:spPr>
          <a:xfrm>
            <a:off x="646113" y="915988"/>
            <a:ext cx="5567362" cy="3132137"/>
          </a:xfrm>
          <a:solidFill>
            <a:srgbClr val="FFFFFF"/>
          </a:solidFill>
          <a:ln/>
        </p:spPr>
      </p:sp>
      <p:sp>
        <p:nvSpPr>
          <p:cNvPr id="27651" name="Rectangle 3">
            <a:extLst>
              <a:ext uri="{FF2B5EF4-FFF2-40B4-BE49-F238E27FC236}">
                <a16:creationId xmlns:a16="http://schemas.microsoft.com/office/drawing/2014/main" id="{2AA37CFE-3293-C669-AF42-719551943FA6}"/>
              </a:ext>
            </a:extLst>
          </p:cNvPr>
          <p:cNvSpPr txBox="1">
            <a:spLocks noGrp="1"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A8D9E9B-7EEF-0D54-0D2C-B9818973D662}"/>
              </a:ext>
            </a:extLst>
          </p:cNvPr>
          <p:cNvSpPr>
            <a:spLocks noGrp="1" noChangeArrowheads="1"/>
          </p:cNvSpPr>
          <p:nvPr>
            <p:ph type="sldNum" sz="quarter" idx="5"/>
          </p:nvPr>
        </p:nvSpPr>
        <p:spPr>
          <a:ln/>
        </p:spPr>
        <p:txBody>
          <a:bodyPr/>
          <a:lstStyle/>
          <a:p>
            <a:fld id="{5D7DC752-573C-4DEF-B4FA-C739C7746EA4}" type="slidenum">
              <a:rPr lang="en-US" altLang="en-US"/>
              <a:pPr/>
              <a:t>25</a:t>
            </a:fld>
            <a:endParaRPr lang="en-US" altLang="en-US"/>
          </a:p>
        </p:txBody>
      </p:sp>
      <p:sp>
        <p:nvSpPr>
          <p:cNvPr id="29698" name="Rectangle 2">
            <a:extLst>
              <a:ext uri="{FF2B5EF4-FFF2-40B4-BE49-F238E27FC236}">
                <a16:creationId xmlns:a16="http://schemas.microsoft.com/office/drawing/2014/main" id="{230D4A6D-0C34-4299-366C-4B1AB59E2FC6}"/>
              </a:ext>
            </a:extLst>
          </p:cNvPr>
          <p:cNvSpPr>
            <a:spLocks noGrp="1" noRot="1" noChangeAspect="1" noChangeArrowheads="1" noTextEdit="1"/>
          </p:cNvSpPr>
          <p:nvPr>
            <p:ph type="sldImg"/>
          </p:nvPr>
        </p:nvSpPr>
        <p:spPr>
          <a:xfrm>
            <a:off x="646113" y="915988"/>
            <a:ext cx="5567362" cy="3132137"/>
          </a:xfrm>
          <a:solidFill>
            <a:srgbClr val="FFFFFF"/>
          </a:solidFill>
          <a:ln/>
        </p:spPr>
      </p:sp>
      <p:sp>
        <p:nvSpPr>
          <p:cNvPr id="29699" name="Rectangle 3">
            <a:extLst>
              <a:ext uri="{FF2B5EF4-FFF2-40B4-BE49-F238E27FC236}">
                <a16:creationId xmlns:a16="http://schemas.microsoft.com/office/drawing/2014/main" id="{53614AAB-6327-E4D3-9AB9-66D0CC7F1D23}"/>
              </a:ext>
            </a:extLst>
          </p:cNvPr>
          <p:cNvSpPr txBox="1">
            <a:spLocks noGrp="1"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9E99E00-6693-A58E-D82E-9339FB353B82}"/>
              </a:ext>
            </a:extLst>
          </p:cNvPr>
          <p:cNvSpPr>
            <a:spLocks noGrp="1" noChangeArrowheads="1"/>
          </p:cNvSpPr>
          <p:nvPr>
            <p:ph type="sldNum" sz="quarter" idx="5"/>
          </p:nvPr>
        </p:nvSpPr>
        <p:spPr>
          <a:ln/>
        </p:spPr>
        <p:txBody>
          <a:bodyPr/>
          <a:lstStyle/>
          <a:p>
            <a:fld id="{1CDF9969-94F7-4DA6-B8B0-8725634D7641}" type="slidenum">
              <a:rPr lang="en-US" altLang="en-US"/>
              <a:pPr/>
              <a:t>26</a:t>
            </a:fld>
            <a:endParaRPr lang="en-US" altLang="en-US"/>
          </a:p>
        </p:txBody>
      </p:sp>
      <p:sp>
        <p:nvSpPr>
          <p:cNvPr id="31746" name="Rectangle 2">
            <a:extLst>
              <a:ext uri="{FF2B5EF4-FFF2-40B4-BE49-F238E27FC236}">
                <a16:creationId xmlns:a16="http://schemas.microsoft.com/office/drawing/2014/main" id="{18138BC8-A21C-6ED7-39FB-9157DEE90932}"/>
              </a:ext>
            </a:extLst>
          </p:cNvPr>
          <p:cNvSpPr>
            <a:spLocks noGrp="1" noRot="1" noChangeAspect="1" noChangeArrowheads="1" noTextEdit="1"/>
          </p:cNvSpPr>
          <p:nvPr>
            <p:ph type="sldImg"/>
          </p:nvPr>
        </p:nvSpPr>
        <p:spPr>
          <a:xfrm>
            <a:off x="646113" y="915988"/>
            <a:ext cx="5567362" cy="3132137"/>
          </a:xfrm>
          <a:solidFill>
            <a:srgbClr val="FFFFFF"/>
          </a:solidFill>
          <a:ln/>
        </p:spPr>
      </p:sp>
      <p:sp>
        <p:nvSpPr>
          <p:cNvPr id="31747" name="Rectangle 3">
            <a:extLst>
              <a:ext uri="{FF2B5EF4-FFF2-40B4-BE49-F238E27FC236}">
                <a16:creationId xmlns:a16="http://schemas.microsoft.com/office/drawing/2014/main" id="{E96F2A1D-CFD0-A178-A62E-74967A9D9C56}"/>
              </a:ext>
            </a:extLst>
          </p:cNvPr>
          <p:cNvSpPr txBox="1">
            <a:spLocks noGrp="1"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CB07AAF-A8EB-78D1-CAD8-A6114B561991}"/>
              </a:ext>
            </a:extLst>
          </p:cNvPr>
          <p:cNvSpPr>
            <a:spLocks noGrp="1" noChangeArrowheads="1"/>
          </p:cNvSpPr>
          <p:nvPr>
            <p:ph type="sldNum" sz="quarter" idx="5"/>
          </p:nvPr>
        </p:nvSpPr>
        <p:spPr>
          <a:ln/>
        </p:spPr>
        <p:txBody>
          <a:bodyPr/>
          <a:lstStyle/>
          <a:p>
            <a:fld id="{8D20B8FC-8EC6-4FCB-A0AA-08BE2CFAF63A}" type="slidenum">
              <a:rPr lang="en-US" altLang="en-US"/>
              <a:pPr/>
              <a:t>27</a:t>
            </a:fld>
            <a:endParaRPr lang="en-US" altLang="en-US"/>
          </a:p>
        </p:txBody>
      </p:sp>
      <p:sp>
        <p:nvSpPr>
          <p:cNvPr id="33794" name="Rectangle 2">
            <a:extLst>
              <a:ext uri="{FF2B5EF4-FFF2-40B4-BE49-F238E27FC236}">
                <a16:creationId xmlns:a16="http://schemas.microsoft.com/office/drawing/2014/main" id="{3A366834-4123-888D-2C37-390ACD7B9958}"/>
              </a:ext>
            </a:extLst>
          </p:cNvPr>
          <p:cNvSpPr>
            <a:spLocks noGrp="1" noRot="1" noChangeAspect="1" noChangeArrowheads="1" noTextEdit="1"/>
          </p:cNvSpPr>
          <p:nvPr>
            <p:ph type="sldImg"/>
          </p:nvPr>
        </p:nvSpPr>
        <p:spPr>
          <a:xfrm>
            <a:off x="646113" y="915988"/>
            <a:ext cx="5567362" cy="3132137"/>
          </a:xfrm>
          <a:solidFill>
            <a:srgbClr val="FFFFFF"/>
          </a:solidFill>
          <a:ln/>
        </p:spPr>
      </p:sp>
      <p:sp>
        <p:nvSpPr>
          <p:cNvPr id="33795" name="Rectangle 3">
            <a:extLst>
              <a:ext uri="{FF2B5EF4-FFF2-40B4-BE49-F238E27FC236}">
                <a16:creationId xmlns:a16="http://schemas.microsoft.com/office/drawing/2014/main" id="{235C25C2-56C2-3166-4FD6-D4F816E374F1}"/>
              </a:ext>
            </a:extLst>
          </p:cNvPr>
          <p:cNvSpPr txBox="1">
            <a:spLocks noGrp="1"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87CE9D6-E5BF-FC51-C485-BF1EE4651494}"/>
              </a:ext>
            </a:extLst>
          </p:cNvPr>
          <p:cNvSpPr>
            <a:spLocks noGrp="1" noChangeArrowheads="1"/>
          </p:cNvSpPr>
          <p:nvPr>
            <p:ph type="sldNum" sz="quarter" idx="5"/>
          </p:nvPr>
        </p:nvSpPr>
        <p:spPr>
          <a:ln/>
        </p:spPr>
        <p:txBody>
          <a:bodyPr/>
          <a:lstStyle/>
          <a:p>
            <a:fld id="{70D3D34A-C4BB-4CAC-ADCB-0CE58CAA3D28}" type="slidenum">
              <a:rPr lang="en-US" altLang="en-US"/>
              <a:pPr/>
              <a:t>28</a:t>
            </a:fld>
            <a:endParaRPr lang="en-US" altLang="en-US"/>
          </a:p>
        </p:txBody>
      </p:sp>
      <p:sp>
        <p:nvSpPr>
          <p:cNvPr id="35842" name="Rectangle 2">
            <a:extLst>
              <a:ext uri="{FF2B5EF4-FFF2-40B4-BE49-F238E27FC236}">
                <a16:creationId xmlns:a16="http://schemas.microsoft.com/office/drawing/2014/main" id="{95EFEC0D-4237-F6FA-572B-F9AAAC089CEF}"/>
              </a:ext>
            </a:extLst>
          </p:cNvPr>
          <p:cNvSpPr>
            <a:spLocks noGrp="1" noRot="1" noChangeAspect="1" noChangeArrowheads="1" noTextEdit="1"/>
          </p:cNvSpPr>
          <p:nvPr>
            <p:ph type="sldImg"/>
          </p:nvPr>
        </p:nvSpPr>
        <p:spPr>
          <a:xfrm>
            <a:off x="646113" y="915988"/>
            <a:ext cx="5567362" cy="3132137"/>
          </a:xfrm>
          <a:solidFill>
            <a:srgbClr val="FFFFFF"/>
          </a:solidFill>
          <a:ln/>
        </p:spPr>
      </p:sp>
      <p:sp>
        <p:nvSpPr>
          <p:cNvPr id="35843" name="Rectangle 3">
            <a:extLst>
              <a:ext uri="{FF2B5EF4-FFF2-40B4-BE49-F238E27FC236}">
                <a16:creationId xmlns:a16="http://schemas.microsoft.com/office/drawing/2014/main" id="{B884DBF9-F7AE-0328-BA12-56CC867C89E9}"/>
              </a:ext>
            </a:extLst>
          </p:cNvPr>
          <p:cNvSpPr txBox="1">
            <a:spLocks noGrp="1"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121A5BC-D694-3B5C-B953-CEA447F3E0FB}"/>
              </a:ext>
            </a:extLst>
          </p:cNvPr>
          <p:cNvSpPr>
            <a:spLocks noGrp="1" noChangeArrowheads="1"/>
          </p:cNvSpPr>
          <p:nvPr>
            <p:ph type="sldNum" sz="quarter" idx="5"/>
          </p:nvPr>
        </p:nvSpPr>
        <p:spPr>
          <a:ln/>
        </p:spPr>
        <p:txBody>
          <a:bodyPr/>
          <a:lstStyle/>
          <a:p>
            <a:fld id="{28D255D3-A50D-483C-8AC7-145FC99BB6DF}" type="slidenum">
              <a:rPr lang="en-US" altLang="en-US"/>
              <a:pPr/>
              <a:t>29</a:t>
            </a:fld>
            <a:endParaRPr lang="en-US" altLang="en-US"/>
          </a:p>
        </p:txBody>
      </p:sp>
      <p:sp>
        <p:nvSpPr>
          <p:cNvPr id="37890" name="Rectangle 2">
            <a:extLst>
              <a:ext uri="{FF2B5EF4-FFF2-40B4-BE49-F238E27FC236}">
                <a16:creationId xmlns:a16="http://schemas.microsoft.com/office/drawing/2014/main" id="{10FE469B-B889-43FB-C60B-60A2EC84796D}"/>
              </a:ext>
            </a:extLst>
          </p:cNvPr>
          <p:cNvSpPr>
            <a:spLocks noGrp="1" noRot="1" noChangeAspect="1" noChangeArrowheads="1" noTextEdit="1"/>
          </p:cNvSpPr>
          <p:nvPr>
            <p:ph type="sldImg"/>
          </p:nvPr>
        </p:nvSpPr>
        <p:spPr>
          <a:xfrm>
            <a:off x="646113" y="915988"/>
            <a:ext cx="5567362" cy="3132137"/>
          </a:xfrm>
          <a:solidFill>
            <a:srgbClr val="FFFFFF"/>
          </a:solidFill>
          <a:ln/>
        </p:spPr>
      </p:sp>
      <p:sp>
        <p:nvSpPr>
          <p:cNvPr id="37891" name="Rectangle 3">
            <a:extLst>
              <a:ext uri="{FF2B5EF4-FFF2-40B4-BE49-F238E27FC236}">
                <a16:creationId xmlns:a16="http://schemas.microsoft.com/office/drawing/2014/main" id="{F1811D48-77D1-5A07-E422-3AFCFC37AC8F}"/>
              </a:ext>
            </a:extLst>
          </p:cNvPr>
          <p:cNvSpPr txBox="1">
            <a:spLocks noGrp="1"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9BCC96-AE18-C71E-E973-AF2DB39910FA}"/>
              </a:ext>
            </a:extLst>
          </p:cNvPr>
          <p:cNvSpPr>
            <a:spLocks noGrp="1" noChangeArrowheads="1"/>
          </p:cNvSpPr>
          <p:nvPr>
            <p:ph type="sldNum" sz="quarter" idx="5"/>
          </p:nvPr>
        </p:nvSpPr>
        <p:spPr>
          <a:ln/>
        </p:spPr>
        <p:txBody>
          <a:bodyPr/>
          <a:lstStyle/>
          <a:p>
            <a:fld id="{88E72B85-C8F6-4C76-B670-51913DEF0691}" type="slidenum">
              <a:rPr lang="en-US" altLang="en-US"/>
              <a:pPr/>
              <a:t>30</a:t>
            </a:fld>
            <a:endParaRPr lang="en-US" altLang="en-US"/>
          </a:p>
        </p:txBody>
      </p:sp>
      <p:sp>
        <p:nvSpPr>
          <p:cNvPr id="7170" name="Rectangle 2">
            <a:extLst>
              <a:ext uri="{FF2B5EF4-FFF2-40B4-BE49-F238E27FC236}">
                <a16:creationId xmlns:a16="http://schemas.microsoft.com/office/drawing/2014/main" id="{F77BF67C-9C7C-EBC3-CE68-F4D72EFD1A42}"/>
              </a:ext>
            </a:extLst>
          </p:cNvPr>
          <p:cNvSpPr>
            <a:spLocks noChangeArrowheads="1" noTextEdit="1"/>
          </p:cNvSpPr>
          <p:nvPr>
            <p:ph type="sldImg"/>
          </p:nvPr>
        </p:nvSpPr>
        <p:spPr>
          <a:xfrm>
            <a:off x="1341438" y="915988"/>
            <a:ext cx="4176712" cy="3132137"/>
          </a:xfrm>
          <a:solidFill>
            <a:srgbClr val="FFFFFF"/>
          </a:solidFill>
          <a:ln/>
        </p:spPr>
      </p:sp>
      <p:sp>
        <p:nvSpPr>
          <p:cNvPr id="7171" name="Rectangle 3">
            <a:extLst>
              <a:ext uri="{FF2B5EF4-FFF2-40B4-BE49-F238E27FC236}">
                <a16:creationId xmlns:a16="http://schemas.microsoft.com/office/drawing/2014/main" id="{61C4FCDB-3A60-06C9-B0A0-0C893B5D48A9}"/>
              </a:ext>
            </a:extLst>
          </p:cNvPr>
          <p:cNvSpPr txBox="1">
            <a:spLocks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211900E-BB7F-D982-DC01-7A6595F4AB33}"/>
              </a:ext>
            </a:extLst>
          </p:cNvPr>
          <p:cNvSpPr>
            <a:spLocks noGrp="1" noChangeArrowheads="1"/>
          </p:cNvSpPr>
          <p:nvPr>
            <p:ph type="sldNum" sz="quarter" idx="5"/>
          </p:nvPr>
        </p:nvSpPr>
        <p:spPr>
          <a:ln/>
        </p:spPr>
        <p:txBody>
          <a:bodyPr/>
          <a:lstStyle/>
          <a:p>
            <a:fld id="{26C41885-9FA9-4342-A110-1E00182B9CD7}" type="slidenum">
              <a:rPr lang="en-US" altLang="en-US"/>
              <a:pPr/>
              <a:t>31</a:t>
            </a:fld>
            <a:endParaRPr lang="en-US" altLang="en-US"/>
          </a:p>
        </p:txBody>
      </p:sp>
      <p:sp>
        <p:nvSpPr>
          <p:cNvPr id="39938" name="Rectangle 2">
            <a:extLst>
              <a:ext uri="{FF2B5EF4-FFF2-40B4-BE49-F238E27FC236}">
                <a16:creationId xmlns:a16="http://schemas.microsoft.com/office/drawing/2014/main" id="{35BFE267-740D-194B-F1D6-B2846FA8313D}"/>
              </a:ext>
            </a:extLst>
          </p:cNvPr>
          <p:cNvSpPr>
            <a:spLocks noGrp="1" noRot="1" noChangeAspect="1" noChangeArrowheads="1" noTextEdit="1"/>
          </p:cNvSpPr>
          <p:nvPr>
            <p:ph type="sldImg"/>
          </p:nvPr>
        </p:nvSpPr>
        <p:spPr>
          <a:xfrm>
            <a:off x="646113" y="915988"/>
            <a:ext cx="5567362" cy="3132137"/>
          </a:xfrm>
          <a:solidFill>
            <a:srgbClr val="FFFFFF"/>
          </a:solidFill>
          <a:ln/>
        </p:spPr>
      </p:sp>
      <p:sp>
        <p:nvSpPr>
          <p:cNvPr id="39939" name="Rectangle 3">
            <a:extLst>
              <a:ext uri="{FF2B5EF4-FFF2-40B4-BE49-F238E27FC236}">
                <a16:creationId xmlns:a16="http://schemas.microsoft.com/office/drawing/2014/main" id="{77994B28-CAA4-010D-5E83-E4DA9766325B}"/>
              </a:ext>
            </a:extLst>
          </p:cNvPr>
          <p:cNvSpPr txBox="1">
            <a:spLocks noGrp="1"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B58BB37-8E5B-C22E-6F05-7C81607AF9F3}"/>
              </a:ext>
            </a:extLst>
          </p:cNvPr>
          <p:cNvSpPr>
            <a:spLocks noGrp="1" noChangeArrowheads="1"/>
          </p:cNvSpPr>
          <p:nvPr>
            <p:ph type="sldNum" sz="quarter" idx="5"/>
          </p:nvPr>
        </p:nvSpPr>
        <p:spPr>
          <a:ln/>
        </p:spPr>
        <p:txBody>
          <a:bodyPr/>
          <a:lstStyle/>
          <a:p>
            <a:fld id="{EC56DECB-2971-485F-989A-D4C2152FDDE7}" type="slidenum">
              <a:rPr lang="en-US" altLang="en-US"/>
              <a:pPr/>
              <a:t>32</a:t>
            </a:fld>
            <a:endParaRPr lang="en-US" altLang="en-US"/>
          </a:p>
        </p:txBody>
      </p:sp>
      <p:sp>
        <p:nvSpPr>
          <p:cNvPr id="41986" name="Rectangle 2">
            <a:extLst>
              <a:ext uri="{FF2B5EF4-FFF2-40B4-BE49-F238E27FC236}">
                <a16:creationId xmlns:a16="http://schemas.microsoft.com/office/drawing/2014/main" id="{13B0DC2A-E4E1-161E-3AA5-F08F28495605}"/>
              </a:ext>
            </a:extLst>
          </p:cNvPr>
          <p:cNvSpPr>
            <a:spLocks noGrp="1" noRot="1" noChangeAspect="1" noChangeArrowheads="1" noTextEdit="1"/>
          </p:cNvSpPr>
          <p:nvPr>
            <p:ph type="sldImg"/>
          </p:nvPr>
        </p:nvSpPr>
        <p:spPr>
          <a:xfrm>
            <a:off x="646113" y="915988"/>
            <a:ext cx="5567362" cy="3132137"/>
          </a:xfrm>
          <a:solidFill>
            <a:srgbClr val="FFFFFF"/>
          </a:solidFill>
          <a:ln/>
        </p:spPr>
      </p:sp>
      <p:sp>
        <p:nvSpPr>
          <p:cNvPr id="41987" name="Rectangle 3">
            <a:extLst>
              <a:ext uri="{FF2B5EF4-FFF2-40B4-BE49-F238E27FC236}">
                <a16:creationId xmlns:a16="http://schemas.microsoft.com/office/drawing/2014/main" id="{5FB15772-F353-C839-AEF9-64B515C58305}"/>
              </a:ext>
            </a:extLst>
          </p:cNvPr>
          <p:cNvSpPr txBox="1">
            <a:spLocks noGrp="1" noChangeArrowheads="1"/>
          </p:cNvSpPr>
          <p:nvPr>
            <p:ph type="body" idx="1"/>
          </p:nvPr>
        </p:nvSpPr>
        <p:spPr>
          <a:xfrm>
            <a:off x="1046163" y="4352925"/>
            <a:ext cx="4770437" cy="3476625"/>
          </a:xfrm>
          <a:ln/>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B98E244-38FE-4D4E-9165-63B8DE5225CF}"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2599194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98E244-38FE-4D4E-9165-63B8DE5225CF}"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4041754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98E244-38FE-4D4E-9165-63B8DE5225CF}"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3558606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98E244-38FE-4D4E-9165-63B8DE5225CF}"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2312210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B98E244-38FE-4D4E-9165-63B8DE5225CF}" type="datetimeFigureOut">
              <a:rPr lang="en-US" smtClean="0"/>
              <a:t>5/5/2025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1186806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B98E244-38FE-4D4E-9165-63B8DE5225CF}" type="datetimeFigureOut">
              <a:rPr lang="en-US" smtClean="0"/>
              <a:t>5/5/2025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1284783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DB98E244-38FE-4D4E-9165-63B8DE5225CF}" type="datetimeFigureOut">
              <a:rPr lang="en-US" smtClean="0"/>
              <a:t>5/5/2025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2874243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98E244-38FE-4D4E-9165-63B8DE5225CF}"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328675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98E244-38FE-4D4E-9165-63B8DE5225CF}"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3649850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98E244-38FE-4D4E-9165-63B8DE5225CF}"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259247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98E244-38FE-4D4E-9165-63B8DE5225CF}"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3183172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98E244-38FE-4D4E-9165-63B8DE5225CF}"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9089C0-11AE-41AF-A7B3-E5E51FCE09A0}"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96141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98E244-38FE-4D4E-9165-63B8DE5225CF}"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32835286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B98E244-38FE-4D4E-9165-63B8DE5225CF}" type="datetimeFigureOut">
              <a:rPr lang="en-US" smtClean="0"/>
              <a:t>5/5/2025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969035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B98E244-38FE-4D4E-9165-63B8DE5225CF}" type="datetimeFigureOut">
              <a:rPr lang="en-US" smtClean="0"/>
              <a:t>5/5/2025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12641897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98E244-38FE-4D4E-9165-63B8DE5225CF}"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37515950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98E244-38FE-4D4E-9165-63B8DE5225CF}"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585125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7B3DB-B659-AEEF-8ACE-132688091E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5D77B7-6D79-464D-088E-56E009F61E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2BABB-B699-406C-E8EF-0E6DD64C287F}"/>
              </a:ext>
            </a:extLst>
          </p:cNvPr>
          <p:cNvSpPr>
            <a:spLocks noGrp="1"/>
          </p:cNvSpPr>
          <p:nvPr>
            <p:ph type="dt" sz="half" idx="10"/>
          </p:nvPr>
        </p:nvSpPr>
        <p:spPr/>
        <p:txBody>
          <a:bodyPr/>
          <a:lstStyle/>
          <a:p>
            <a:fld id="{DB98E244-38FE-4D4E-9165-63B8DE5225CF}" type="datetimeFigureOut">
              <a:rPr lang="en-US" smtClean="0"/>
              <a:t>5/5/2025</a:t>
            </a:fld>
            <a:endParaRPr lang="en-US"/>
          </a:p>
        </p:txBody>
      </p:sp>
      <p:sp>
        <p:nvSpPr>
          <p:cNvPr id="5" name="Footer Placeholder 4">
            <a:extLst>
              <a:ext uri="{FF2B5EF4-FFF2-40B4-BE49-F238E27FC236}">
                <a16:creationId xmlns:a16="http://schemas.microsoft.com/office/drawing/2014/main" id="{8BB44421-EF53-1B04-0560-BE2BD3301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4DE2A5-D3B3-6AE0-E3AF-EE0212840731}"/>
              </a:ext>
            </a:extLst>
          </p:cNvPr>
          <p:cNvSpPr>
            <a:spLocks noGrp="1"/>
          </p:cNvSpPr>
          <p:nvPr>
            <p:ph type="sldNum" sz="quarter" idx="12"/>
          </p:nvPr>
        </p:nvSpPr>
        <p:spPr/>
        <p:txBody>
          <a:bodyPr/>
          <a:lstStyle/>
          <a:p>
            <a:fld id="{C29089C0-11AE-41AF-A7B3-E5E51FCE09A0}" type="slidenum">
              <a:rPr lang="en-US" smtClean="0"/>
              <a:t>‹#›</a:t>
            </a:fld>
            <a:endParaRPr lang="en-US"/>
          </a:p>
        </p:txBody>
      </p:sp>
    </p:spTree>
    <p:extLst>
      <p:ext uri="{BB962C8B-B14F-4D97-AF65-F5344CB8AC3E}">
        <p14:creationId xmlns:p14="http://schemas.microsoft.com/office/powerpoint/2010/main" val="38698885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48B0D-34D5-A2E8-1E6F-CCABB67125AB}"/>
              </a:ext>
            </a:extLst>
          </p:cNvPr>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E9FFDF-37C9-2890-3394-B050E5CE4190}"/>
              </a:ext>
            </a:extLst>
          </p:cNvPr>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C9B3C1-C99E-66BB-D11A-BAC865102D82}"/>
              </a:ext>
            </a:extLst>
          </p:cNvPr>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CF864C-6B1F-8D13-CAB5-4D45E0C967DF}"/>
              </a:ext>
            </a:extLst>
          </p:cNvPr>
          <p:cNvSpPr>
            <a:spLocks noGrp="1"/>
          </p:cNvSpPr>
          <p:nvPr>
            <p:ph type="dt" sz="half" idx="10"/>
          </p:nvPr>
        </p:nvSpPr>
        <p:spPr>
          <a:xfrm>
            <a:off x="609600" y="6245225"/>
            <a:ext cx="2844800" cy="47625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6D76B590-9ED5-ACE4-BB6A-C4B8A8864FF8}"/>
              </a:ext>
            </a:extLst>
          </p:cNvPr>
          <p:cNvSpPr>
            <a:spLocks noGrp="1"/>
          </p:cNvSpPr>
          <p:nvPr>
            <p:ph type="ftr" sz="quarter" idx="11"/>
          </p:nvPr>
        </p:nvSpPr>
        <p:spPr>
          <a:xfrm>
            <a:off x="4165600" y="6245225"/>
            <a:ext cx="3860800" cy="47625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3BD4FAFD-8F27-6110-D426-9E63FB0A159B}"/>
              </a:ext>
            </a:extLst>
          </p:cNvPr>
          <p:cNvSpPr>
            <a:spLocks noGrp="1"/>
          </p:cNvSpPr>
          <p:nvPr>
            <p:ph type="sldNum" sz="quarter" idx="12"/>
          </p:nvPr>
        </p:nvSpPr>
        <p:spPr>
          <a:xfrm>
            <a:off x="8737600" y="6245225"/>
            <a:ext cx="2844800" cy="476250"/>
          </a:xfrm>
        </p:spPr>
        <p:txBody>
          <a:bodyPr/>
          <a:lstStyle>
            <a:lvl1pPr>
              <a:defRPr/>
            </a:lvl1pPr>
          </a:lstStyle>
          <a:p>
            <a:fld id="{E06EE0B1-351A-414E-801F-A44B8ADA7679}" type="slidenum">
              <a:rPr lang="en-US" altLang="en-US"/>
              <a:pPr/>
              <a:t>‹#›</a:t>
            </a:fld>
            <a:endParaRPr lang="en-US" altLang="en-US"/>
          </a:p>
        </p:txBody>
      </p:sp>
    </p:spTree>
    <p:extLst>
      <p:ext uri="{BB962C8B-B14F-4D97-AF65-F5344CB8AC3E}">
        <p14:creationId xmlns:p14="http://schemas.microsoft.com/office/powerpoint/2010/main" val="2679848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1">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DB98E244-38FE-4D4E-9165-63B8DE5225CF}" type="datetimeFigureOut">
              <a:rPr lang="en-US" smtClean="0"/>
              <a:t>5/5/2025</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C29089C0-11AE-41AF-A7B3-E5E51FCE09A0}" type="slidenum">
              <a:rPr lang="en-US" smtClean="0"/>
              <a:t>‹#›</a:t>
            </a:fld>
            <a:endParaRPr lang="en-US"/>
          </a:p>
        </p:txBody>
      </p:sp>
    </p:spTree>
    <p:extLst>
      <p:ext uri="{BB962C8B-B14F-4D97-AF65-F5344CB8AC3E}">
        <p14:creationId xmlns:p14="http://schemas.microsoft.com/office/powerpoint/2010/main" val="2286126721"/>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oleObject" Target="../embeddings/oleObject2.bin"/><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88E1E-58DA-33E6-61EA-665D2F692DE2}"/>
              </a:ext>
            </a:extLst>
          </p:cNvPr>
          <p:cNvSpPr>
            <a:spLocks noGrp="1"/>
          </p:cNvSpPr>
          <p:nvPr>
            <p:ph type="ctrTitle"/>
          </p:nvPr>
        </p:nvSpPr>
        <p:spPr/>
        <p:txBody>
          <a:bodyPr/>
          <a:lstStyle/>
          <a:p>
            <a:r>
              <a:rPr lang="en-US" dirty="0"/>
              <a:t>OSI MODEL</a:t>
            </a:r>
            <a:br>
              <a:rPr lang="en-US" dirty="0"/>
            </a:br>
            <a:endParaRPr lang="en-US" dirty="0"/>
          </a:p>
        </p:txBody>
      </p:sp>
      <p:sp>
        <p:nvSpPr>
          <p:cNvPr id="3081" name="Rectangle 9">
            <a:extLst>
              <a:ext uri="{FF2B5EF4-FFF2-40B4-BE49-F238E27FC236}">
                <a16:creationId xmlns:a16="http://schemas.microsoft.com/office/drawing/2014/main" id="{3C7DC4A3-692C-4A7F-B3CE-983347BED732}"/>
              </a:ext>
            </a:extLst>
          </p:cNvPr>
          <p:cNvSpPr>
            <a:spLocks noGrp="1" noChangeArrowheads="1"/>
          </p:cNvSpPr>
          <p:nvPr>
            <p:ph type="subTitle" idx="1"/>
          </p:nvPr>
        </p:nvSpPr>
        <p:spPr/>
        <p:txBody>
          <a:bodyPr>
            <a:normAutofit/>
          </a:bodyPr>
          <a:lstStyle/>
          <a:p>
            <a:pPr marL="392113" indent="-293688" defTabSz="414338">
              <a:lnSpc>
                <a:spcPct val="80000"/>
              </a:lnSpc>
              <a:spcBef>
                <a:spcPct val="50000"/>
              </a:spcBef>
              <a:buClr>
                <a:srgbClr val="CC0000"/>
              </a:buClr>
              <a:buBlip>
                <a:blip r:embed="rId3"/>
              </a:buBlip>
            </a:pPr>
            <a:endParaRPr lang="en-US" altLang="en-US" sz="2400" b="1" dirty="0">
              <a:solidFill>
                <a:srgbClr val="000066"/>
              </a:solidFill>
            </a:endParaRPr>
          </a:p>
          <a:p>
            <a:pPr marL="392113" indent="-293688" defTabSz="414338">
              <a:lnSpc>
                <a:spcPct val="80000"/>
              </a:lnSpc>
              <a:spcBef>
                <a:spcPct val="50000"/>
              </a:spcBef>
              <a:buClr>
                <a:srgbClr val="CC0000"/>
              </a:buClr>
              <a:buNone/>
            </a:pPr>
            <a:endParaRPr lang="en-US" altLang="en-US" sz="2000" b="1" dirty="0">
              <a:solidFill>
                <a:srgbClr val="660066"/>
              </a:solidFill>
            </a:endParaRPr>
          </a:p>
          <a:p>
            <a:pPr marL="392113" indent="-293688" defTabSz="414338">
              <a:lnSpc>
                <a:spcPct val="80000"/>
              </a:lnSpc>
              <a:spcBef>
                <a:spcPct val="50000"/>
              </a:spcBef>
              <a:buClr>
                <a:srgbClr val="CC0000"/>
              </a:buClr>
              <a:buNone/>
            </a:pPr>
            <a:endParaRPr lang="en-US" altLang="en-US" sz="2000" b="1" dirty="0">
              <a:solidFill>
                <a:srgbClr val="660066"/>
              </a:solidFill>
            </a:endParaRPr>
          </a:p>
          <a:p>
            <a:pPr marL="392113" indent="-293688" defTabSz="414338">
              <a:lnSpc>
                <a:spcPct val="80000"/>
              </a:lnSpc>
              <a:spcBef>
                <a:spcPct val="50000"/>
              </a:spcBef>
              <a:buClr>
                <a:srgbClr val="CC0000"/>
              </a:buClr>
              <a:buNone/>
            </a:pPr>
            <a:endParaRPr lang="en-US" altLang="en-US" sz="2000" b="1" dirty="0">
              <a:solidFill>
                <a:srgbClr val="660066"/>
              </a:solidFill>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88D6CF9-B00A-878D-B766-9F00DC6DB703}"/>
              </a:ext>
            </a:extLst>
          </p:cNvPr>
          <p:cNvSpPr>
            <a:spLocks noGrp="1"/>
          </p:cNvSpPr>
          <p:nvPr>
            <p:ph type="title"/>
          </p:nvPr>
        </p:nvSpPr>
        <p:spPr/>
        <p:txBody>
          <a:bodyPr/>
          <a:lstStyle/>
          <a:p>
            <a:r>
              <a:rPr lang="en-US" dirty="0"/>
              <a:t>Layer Architecture</a:t>
            </a:r>
          </a:p>
        </p:txBody>
      </p:sp>
      <p:sp>
        <p:nvSpPr>
          <p:cNvPr id="6" name="Content Placeholder 5">
            <a:extLst>
              <a:ext uri="{FF2B5EF4-FFF2-40B4-BE49-F238E27FC236}">
                <a16:creationId xmlns:a16="http://schemas.microsoft.com/office/drawing/2014/main" id="{90DFDD34-C35F-023F-30E5-38E757E8AB72}"/>
              </a:ext>
            </a:extLst>
          </p:cNvPr>
          <p:cNvSpPr>
            <a:spLocks noGrp="1"/>
          </p:cNvSpPr>
          <p:nvPr>
            <p:ph sz="quarter" idx="13"/>
          </p:nvPr>
        </p:nvSpPr>
        <p:spPr/>
        <p:txBody>
          <a:bodyPr/>
          <a:lstStyle/>
          <a:p>
            <a:r>
              <a:rPr lang="en-US" dirty="0"/>
              <a:t>Layer architecture simplifies the network design.</a:t>
            </a:r>
          </a:p>
          <a:p>
            <a:r>
              <a:rPr lang="en-US" dirty="0"/>
              <a:t>It is easy to debug network applications in a layered architecture network.</a:t>
            </a:r>
          </a:p>
          <a:p>
            <a:r>
              <a:rPr lang="en-US" dirty="0"/>
              <a:t>The network management is easier due to the layered architecture.</a:t>
            </a:r>
          </a:p>
          <a:p>
            <a:r>
              <a:rPr lang="en-US" dirty="0"/>
              <a:t>Network layers follow a set of rules, called protocol.</a:t>
            </a:r>
          </a:p>
          <a:p>
            <a:r>
              <a:rPr lang="en-US" dirty="0"/>
              <a:t>The protocol defines the format of the data being exchanged, and the control and timing for the handshake between layers.</a:t>
            </a:r>
          </a:p>
          <a:p>
            <a:endParaRPr lang="en-US" dirty="0"/>
          </a:p>
        </p:txBody>
      </p:sp>
    </p:spTree>
    <p:extLst>
      <p:ext uri="{BB962C8B-B14F-4D97-AF65-F5344CB8AC3E}">
        <p14:creationId xmlns:p14="http://schemas.microsoft.com/office/powerpoint/2010/main" val="1582944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265734-180A-F750-9F47-5E785C2CF233}"/>
              </a:ext>
            </a:extLst>
          </p:cNvPr>
          <p:cNvSpPr>
            <a:spLocks noGrp="1"/>
          </p:cNvSpPr>
          <p:nvPr>
            <p:ph type="title"/>
          </p:nvPr>
        </p:nvSpPr>
        <p:spPr/>
        <p:txBody>
          <a:bodyPr/>
          <a:lstStyle/>
          <a:p>
            <a:r>
              <a:rPr lang="en-US" dirty="0"/>
              <a:t>Open Systems Interconnection (OSI) Model</a:t>
            </a:r>
          </a:p>
        </p:txBody>
      </p:sp>
      <p:sp>
        <p:nvSpPr>
          <p:cNvPr id="6" name="Content Placeholder 5">
            <a:extLst>
              <a:ext uri="{FF2B5EF4-FFF2-40B4-BE49-F238E27FC236}">
                <a16:creationId xmlns:a16="http://schemas.microsoft.com/office/drawing/2014/main" id="{0486F28A-4BA5-E42D-A175-C579C077E608}"/>
              </a:ext>
            </a:extLst>
          </p:cNvPr>
          <p:cNvSpPr>
            <a:spLocks noGrp="1"/>
          </p:cNvSpPr>
          <p:nvPr>
            <p:ph sz="quarter" idx="13"/>
          </p:nvPr>
        </p:nvSpPr>
        <p:spPr/>
        <p:txBody>
          <a:bodyPr/>
          <a:lstStyle/>
          <a:p>
            <a:r>
              <a:rPr lang="en-US" dirty="0"/>
              <a:t>International standard organization (ISO) established a committee in 1977 to develop an architecture for computer communication.</a:t>
            </a:r>
          </a:p>
          <a:p>
            <a:r>
              <a:rPr lang="en-US" dirty="0"/>
              <a:t>Open Systems Interconnection (OSI) reference model is the result of this effort.</a:t>
            </a:r>
          </a:p>
          <a:p>
            <a:r>
              <a:rPr lang="en-US" dirty="0"/>
              <a:t>In 1984, the Open Systems Interconnection (OSI) reference model was approved as an international standard for communications architecture.</a:t>
            </a:r>
          </a:p>
          <a:p>
            <a:r>
              <a:rPr lang="en-US" dirty="0"/>
              <a:t>Term  “open”  denotes the ability to connect any two systems which conform to the reference model and associated standards.</a:t>
            </a:r>
          </a:p>
          <a:p>
            <a:endParaRPr lang="en-US" dirty="0"/>
          </a:p>
          <a:p>
            <a:endParaRPr lang="en-US" dirty="0"/>
          </a:p>
        </p:txBody>
      </p:sp>
    </p:spTree>
    <p:extLst>
      <p:ext uri="{BB962C8B-B14F-4D97-AF65-F5344CB8AC3E}">
        <p14:creationId xmlns:p14="http://schemas.microsoft.com/office/powerpoint/2010/main" val="3554394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2078D-61EF-C132-537A-4E93D1ED1345}"/>
              </a:ext>
            </a:extLst>
          </p:cNvPr>
          <p:cNvSpPr>
            <a:spLocks noGrp="1"/>
          </p:cNvSpPr>
          <p:nvPr>
            <p:ph type="title"/>
          </p:nvPr>
        </p:nvSpPr>
        <p:spPr/>
        <p:txBody>
          <a:bodyPr/>
          <a:lstStyle/>
          <a:p>
            <a:r>
              <a:rPr lang="en-US" dirty="0"/>
              <a:t>OSI Reference Model</a:t>
            </a:r>
          </a:p>
        </p:txBody>
      </p:sp>
      <p:sp>
        <p:nvSpPr>
          <p:cNvPr id="3" name="Content Placeholder 2">
            <a:extLst>
              <a:ext uri="{FF2B5EF4-FFF2-40B4-BE49-F238E27FC236}">
                <a16:creationId xmlns:a16="http://schemas.microsoft.com/office/drawing/2014/main" id="{3F9633D3-260E-02C0-0B1F-D9624B6B639C}"/>
              </a:ext>
            </a:extLst>
          </p:cNvPr>
          <p:cNvSpPr>
            <a:spLocks noGrp="1"/>
          </p:cNvSpPr>
          <p:nvPr>
            <p:ph sz="quarter" idx="13"/>
          </p:nvPr>
        </p:nvSpPr>
        <p:spPr/>
        <p:txBody>
          <a:bodyPr>
            <a:normAutofit fontScale="92500" lnSpcReduction="10000"/>
          </a:bodyPr>
          <a:lstStyle/>
          <a:p>
            <a:r>
              <a:rPr lang="en-US" dirty="0"/>
              <a:t>The OSI model is now considered the primary Architectural  model for inter-computer communications.</a:t>
            </a:r>
          </a:p>
          <a:p>
            <a:r>
              <a:rPr lang="en-US" dirty="0"/>
              <a:t>The OSI model describes how information or data makes its way from application </a:t>
            </a:r>
            <a:r>
              <a:rPr lang="en-US" dirty="0" err="1"/>
              <a:t>programmes</a:t>
            </a:r>
            <a:r>
              <a:rPr lang="en-US" dirty="0"/>
              <a:t> (such as spreadsheets) through a network medium (such as wire) to another application </a:t>
            </a:r>
            <a:r>
              <a:rPr lang="en-US" dirty="0" err="1"/>
              <a:t>programme</a:t>
            </a:r>
            <a:r>
              <a:rPr lang="en-US" dirty="0"/>
              <a:t> located on another network.</a:t>
            </a:r>
          </a:p>
          <a:p>
            <a:r>
              <a:rPr lang="en-US" dirty="0"/>
              <a:t>The OSI reference model divides the problem of moving information between computers over a network medium into SEVEN smaller and more manageable problems .</a:t>
            </a:r>
          </a:p>
          <a:p>
            <a:r>
              <a:rPr lang="en-US" dirty="0"/>
              <a:t>This separation into smaller more manageable functions is known as layering.</a:t>
            </a:r>
          </a:p>
          <a:p>
            <a:endParaRPr lang="en-US" dirty="0"/>
          </a:p>
        </p:txBody>
      </p:sp>
    </p:spTree>
    <p:extLst>
      <p:ext uri="{BB962C8B-B14F-4D97-AF65-F5344CB8AC3E}">
        <p14:creationId xmlns:p14="http://schemas.microsoft.com/office/powerpoint/2010/main" val="1449190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C9C29AA-AE92-5C8A-4A28-2A6A213E90B6}"/>
              </a:ext>
            </a:extLst>
          </p:cNvPr>
          <p:cNvSpPr>
            <a:spLocks noGrp="1" noChangeArrowheads="1"/>
          </p:cNvSpPr>
          <p:nvPr>
            <p:ph type="title"/>
          </p:nvPr>
        </p:nvSpPr>
        <p:spPr>
          <a:ln/>
          <a:extLs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dirty="0">
                <a:solidFill>
                  <a:srgbClr val="E4005C"/>
                </a:solidFill>
              </a:rPr>
              <a:t>OSI Reference Model: 7 Layers</a:t>
            </a:r>
            <a:endParaRPr lang="en-GB" altLang="en-US" sz="4000" b="1" dirty="0">
              <a:solidFill>
                <a:srgbClr val="E4005C"/>
              </a:solidFill>
            </a:endParaRPr>
          </a:p>
        </p:txBody>
      </p:sp>
      <p:pic>
        <p:nvPicPr>
          <p:cNvPr id="14345" name="Picture 9">
            <a:extLst>
              <a:ext uri="{FF2B5EF4-FFF2-40B4-BE49-F238E27FC236}">
                <a16:creationId xmlns:a16="http://schemas.microsoft.com/office/drawing/2014/main" id="{2C74CCA2-BC71-B94C-8407-FACAF80AF00F}"/>
              </a:ext>
            </a:extLst>
          </p:cNvPr>
          <p:cNvPicPr>
            <a:picLocks noGrp="1" noChangeAspect="1" noChangeArrowheads="1"/>
          </p:cNvPicPr>
          <p:nvPr>
            <p:ph sz="quarter" idx="13"/>
          </p:nvPr>
        </p:nvPicPr>
        <p:blipFill>
          <a:blip r:embed="rId3">
            <a:extLst>
              <a:ext uri="{28A0092B-C50C-407E-A947-70E740481C1C}">
                <a14:useLocalDpi xmlns:a14="http://schemas.microsoft.com/office/drawing/2010/main" val="0"/>
              </a:ext>
            </a:extLst>
          </a:blip>
          <a:stretch>
            <a:fillRect/>
          </a:stretch>
        </p:blipFill>
        <p:spPr>
          <a:xfrm>
            <a:off x="3562488" y="2616855"/>
            <a:ext cx="5067024" cy="292445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86818E-CDC5-9916-78A3-4E972614B62C}"/>
              </a:ext>
            </a:extLst>
          </p:cNvPr>
          <p:cNvSpPr>
            <a:spLocks noGrp="1"/>
          </p:cNvSpPr>
          <p:nvPr>
            <p:ph type="title"/>
          </p:nvPr>
        </p:nvSpPr>
        <p:spPr/>
        <p:txBody>
          <a:bodyPr/>
          <a:lstStyle/>
          <a:p>
            <a:r>
              <a:rPr lang="en-US" dirty="0"/>
              <a:t>Physical Layer</a:t>
            </a:r>
          </a:p>
        </p:txBody>
      </p:sp>
      <p:sp>
        <p:nvSpPr>
          <p:cNvPr id="6" name="Content Placeholder 5">
            <a:extLst>
              <a:ext uri="{FF2B5EF4-FFF2-40B4-BE49-F238E27FC236}">
                <a16:creationId xmlns:a16="http://schemas.microsoft.com/office/drawing/2014/main" id="{485F54F9-029E-6B57-8C3A-E802044E89DE}"/>
              </a:ext>
            </a:extLst>
          </p:cNvPr>
          <p:cNvSpPr>
            <a:spLocks noGrp="1"/>
          </p:cNvSpPr>
          <p:nvPr>
            <p:ph sz="quarter" idx="13"/>
          </p:nvPr>
        </p:nvSpPr>
        <p:spPr/>
        <p:txBody>
          <a:bodyPr>
            <a:normAutofit fontScale="92500" lnSpcReduction="20000"/>
          </a:bodyPr>
          <a:lstStyle/>
          <a:p>
            <a:r>
              <a:rPr lang="en-US" dirty="0"/>
              <a:t>Provides physical interface for transmission of information.</a:t>
            </a:r>
          </a:p>
          <a:p>
            <a:endParaRPr lang="en-US" dirty="0"/>
          </a:p>
          <a:p>
            <a:r>
              <a:rPr lang="en-US" dirty="0"/>
              <a:t>Defines rules by which bits are passed from one system to another on a physical communication medium.</a:t>
            </a:r>
          </a:p>
          <a:p>
            <a:r>
              <a:rPr lang="en-US" dirty="0"/>
              <a:t>Covers all - mechanical, electrical, functional and procedural - aspects for physical communication.</a:t>
            </a:r>
          </a:p>
          <a:p>
            <a:r>
              <a:rPr lang="en-US" dirty="0"/>
              <a:t>Such characteristics as voltage levels, timing of voltage changes, physical data rates, maximum transmission distances, physical connectors, and other similar attributes are defined by physical layer specifications. </a:t>
            </a:r>
          </a:p>
          <a:p>
            <a:endParaRPr lang="en-US" dirty="0"/>
          </a:p>
          <a:p>
            <a:endParaRPr lang="en-US" dirty="0"/>
          </a:p>
        </p:txBody>
      </p:sp>
    </p:spTree>
    <p:extLst>
      <p:ext uri="{BB962C8B-B14F-4D97-AF65-F5344CB8AC3E}">
        <p14:creationId xmlns:p14="http://schemas.microsoft.com/office/powerpoint/2010/main" val="472168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16AD3-A171-2DE7-08E4-1FCDF0C896AB}"/>
              </a:ext>
            </a:extLst>
          </p:cNvPr>
          <p:cNvSpPr>
            <a:spLocks noGrp="1"/>
          </p:cNvSpPr>
          <p:nvPr>
            <p:ph type="title"/>
          </p:nvPr>
        </p:nvSpPr>
        <p:spPr/>
        <p:txBody>
          <a:bodyPr/>
          <a:lstStyle/>
          <a:p>
            <a:r>
              <a:rPr lang="en-US" dirty="0"/>
              <a:t>Data Link Layer</a:t>
            </a:r>
          </a:p>
        </p:txBody>
      </p:sp>
      <p:sp>
        <p:nvSpPr>
          <p:cNvPr id="3" name="Content Placeholder 2">
            <a:extLst>
              <a:ext uri="{FF2B5EF4-FFF2-40B4-BE49-F238E27FC236}">
                <a16:creationId xmlns:a16="http://schemas.microsoft.com/office/drawing/2014/main" id="{EF527A1F-C488-B72B-077A-053723681877}"/>
              </a:ext>
            </a:extLst>
          </p:cNvPr>
          <p:cNvSpPr>
            <a:spLocks noGrp="1"/>
          </p:cNvSpPr>
          <p:nvPr>
            <p:ph sz="quarter" idx="13"/>
          </p:nvPr>
        </p:nvSpPr>
        <p:spPr/>
        <p:txBody>
          <a:bodyPr>
            <a:normAutofit fontScale="85000" lnSpcReduction="10000"/>
          </a:bodyPr>
          <a:lstStyle/>
          <a:p>
            <a:r>
              <a:rPr lang="en-US" dirty="0"/>
              <a:t>Data link layer attempts to provide reliable communication over the physical layer interface. </a:t>
            </a:r>
          </a:p>
          <a:p>
            <a:endParaRPr lang="en-US" dirty="0"/>
          </a:p>
          <a:p>
            <a:r>
              <a:rPr lang="en-US" dirty="0"/>
              <a:t>Breaks the outgoing data into frames and reassemble the received frames.</a:t>
            </a:r>
          </a:p>
          <a:p>
            <a:r>
              <a:rPr lang="en-US" dirty="0"/>
              <a:t>Create and detect frame boundaries.</a:t>
            </a:r>
          </a:p>
          <a:p>
            <a:r>
              <a:rPr lang="en-US" dirty="0"/>
              <a:t>Handle errors by implementing an acknowledgement and retransmission scheme.</a:t>
            </a:r>
          </a:p>
          <a:p>
            <a:r>
              <a:rPr lang="en-US" dirty="0"/>
              <a:t>Implement flow control.</a:t>
            </a:r>
          </a:p>
          <a:p>
            <a:r>
              <a:rPr lang="en-US" dirty="0"/>
              <a:t>Supports points-to-point as well as broadcast communication.</a:t>
            </a:r>
          </a:p>
          <a:p>
            <a:r>
              <a:rPr lang="en-US" dirty="0"/>
              <a:t>Supports simplex, half-duplex or full-duplex communication.</a:t>
            </a:r>
          </a:p>
          <a:p>
            <a:endParaRPr lang="en-US" dirty="0"/>
          </a:p>
          <a:p>
            <a:endParaRPr lang="en-US" dirty="0"/>
          </a:p>
        </p:txBody>
      </p:sp>
    </p:spTree>
    <p:extLst>
      <p:ext uri="{BB962C8B-B14F-4D97-AF65-F5344CB8AC3E}">
        <p14:creationId xmlns:p14="http://schemas.microsoft.com/office/powerpoint/2010/main" val="164555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8E4C6-C117-C081-B9A2-273409BB8972}"/>
              </a:ext>
            </a:extLst>
          </p:cNvPr>
          <p:cNvSpPr>
            <a:spLocks noGrp="1"/>
          </p:cNvSpPr>
          <p:nvPr>
            <p:ph type="title"/>
          </p:nvPr>
        </p:nvSpPr>
        <p:spPr/>
        <p:txBody>
          <a:bodyPr/>
          <a:lstStyle/>
          <a:p>
            <a:r>
              <a:rPr lang="en-US" dirty="0"/>
              <a:t>Network Layer</a:t>
            </a:r>
          </a:p>
        </p:txBody>
      </p:sp>
      <p:sp>
        <p:nvSpPr>
          <p:cNvPr id="3" name="Content Placeholder 2">
            <a:extLst>
              <a:ext uri="{FF2B5EF4-FFF2-40B4-BE49-F238E27FC236}">
                <a16:creationId xmlns:a16="http://schemas.microsoft.com/office/drawing/2014/main" id="{34602303-D8FC-859C-45C6-F1740C26D7B2}"/>
              </a:ext>
            </a:extLst>
          </p:cNvPr>
          <p:cNvSpPr>
            <a:spLocks noGrp="1"/>
          </p:cNvSpPr>
          <p:nvPr>
            <p:ph sz="quarter" idx="13"/>
          </p:nvPr>
        </p:nvSpPr>
        <p:spPr/>
        <p:txBody>
          <a:bodyPr>
            <a:normAutofit fontScale="85000" lnSpcReduction="10000"/>
          </a:bodyPr>
          <a:lstStyle/>
          <a:p>
            <a:r>
              <a:rPr lang="en-US" dirty="0"/>
              <a:t>Implements routing of frames (packets) through the network.</a:t>
            </a:r>
          </a:p>
          <a:p>
            <a:endParaRPr lang="en-US" dirty="0"/>
          </a:p>
          <a:p>
            <a:r>
              <a:rPr lang="en-US" dirty="0"/>
              <a:t>Defines the most optimum path the packet should take from the source to the destination</a:t>
            </a:r>
          </a:p>
          <a:p>
            <a:r>
              <a:rPr lang="en-US" dirty="0"/>
              <a:t>Defines logical addressing so that any endpoint can be identified. </a:t>
            </a:r>
          </a:p>
          <a:p>
            <a:r>
              <a:rPr lang="en-US" dirty="0"/>
              <a:t>Handles congestion in the network.</a:t>
            </a:r>
          </a:p>
          <a:p>
            <a:r>
              <a:rPr lang="en-US" dirty="0"/>
              <a:t>Facilitates interconnection between heterogeneous networks (Internetworking).</a:t>
            </a:r>
          </a:p>
          <a:p>
            <a:r>
              <a:rPr lang="en-US" dirty="0"/>
              <a:t>The network layer also defines how to fragment a packet into smaller packets to accommodate different media.</a:t>
            </a:r>
          </a:p>
          <a:p>
            <a:endParaRPr lang="en-US" dirty="0"/>
          </a:p>
        </p:txBody>
      </p:sp>
    </p:spTree>
    <p:extLst>
      <p:ext uri="{BB962C8B-B14F-4D97-AF65-F5344CB8AC3E}">
        <p14:creationId xmlns:p14="http://schemas.microsoft.com/office/powerpoint/2010/main" val="3616319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BDD1E-C715-5CBC-1C3A-61BCB480256B}"/>
              </a:ext>
            </a:extLst>
          </p:cNvPr>
          <p:cNvSpPr>
            <a:spLocks noGrp="1"/>
          </p:cNvSpPr>
          <p:nvPr>
            <p:ph type="ctrTitle"/>
          </p:nvPr>
        </p:nvSpPr>
        <p:spPr/>
        <p:txBody>
          <a:bodyPr/>
          <a:lstStyle/>
          <a:p>
            <a:r>
              <a:rPr lang="en-US" dirty="0"/>
              <a:t>Ethernet Data-Link Protocols</a:t>
            </a:r>
          </a:p>
        </p:txBody>
      </p:sp>
      <p:sp>
        <p:nvSpPr>
          <p:cNvPr id="3" name="Subtitle 2">
            <a:extLst>
              <a:ext uri="{FF2B5EF4-FFF2-40B4-BE49-F238E27FC236}">
                <a16:creationId xmlns:a16="http://schemas.microsoft.com/office/drawing/2014/main" id="{A9CE07E5-248B-0413-D6C1-D5A7EA2BBB9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82759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AC224-CA02-4EB4-0926-AFA7D7394E4B}"/>
              </a:ext>
            </a:extLst>
          </p:cNvPr>
          <p:cNvSpPr>
            <a:spLocks noGrp="1"/>
          </p:cNvSpPr>
          <p:nvPr>
            <p:ph type="title"/>
          </p:nvPr>
        </p:nvSpPr>
        <p:spPr/>
        <p:txBody>
          <a:bodyPr/>
          <a:lstStyle/>
          <a:p>
            <a:r>
              <a:rPr lang="en-US" dirty="0"/>
              <a:t>Ethernet Data-Link Protocols</a:t>
            </a:r>
          </a:p>
        </p:txBody>
      </p:sp>
      <p:sp>
        <p:nvSpPr>
          <p:cNvPr id="3" name="Content Placeholder 2">
            <a:extLst>
              <a:ext uri="{FF2B5EF4-FFF2-40B4-BE49-F238E27FC236}">
                <a16:creationId xmlns:a16="http://schemas.microsoft.com/office/drawing/2014/main" id="{E81543D7-95CA-3CB9-1E72-63149A4AEE19}"/>
              </a:ext>
            </a:extLst>
          </p:cNvPr>
          <p:cNvSpPr>
            <a:spLocks noGrp="1"/>
          </p:cNvSpPr>
          <p:nvPr>
            <p:ph sz="quarter" idx="13"/>
          </p:nvPr>
        </p:nvSpPr>
        <p:spPr/>
        <p:txBody>
          <a:bodyPr>
            <a:normAutofit fontScale="92500" lnSpcReduction="20000"/>
          </a:bodyPr>
          <a:lstStyle/>
          <a:p>
            <a:r>
              <a:rPr lang="en-US" dirty="0"/>
              <a:t>One of the most significant strengths of the Ethernet family of</a:t>
            </a:r>
          </a:p>
          <a:p>
            <a:pPr marL="0" indent="0">
              <a:buNone/>
            </a:pPr>
            <a:r>
              <a:rPr lang="en-US" dirty="0"/>
              <a:t>protocols is that these protocols use the same data-link</a:t>
            </a:r>
          </a:p>
          <a:p>
            <a:pPr marL="0" indent="0">
              <a:buNone/>
            </a:pPr>
            <a:r>
              <a:rPr lang="en-US" dirty="0"/>
              <a:t>standard. In fact, the core parts of the data-link standard date</a:t>
            </a:r>
          </a:p>
          <a:p>
            <a:pPr marL="0" indent="0">
              <a:buNone/>
            </a:pPr>
            <a:r>
              <a:rPr lang="en-US" dirty="0"/>
              <a:t>back to the original Ethernet standards.</a:t>
            </a:r>
          </a:p>
          <a:p>
            <a:pPr marL="0" indent="0">
              <a:buNone/>
            </a:pPr>
            <a:r>
              <a:rPr lang="en-US" dirty="0"/>
              <a:t>The Ethernet data-link protocol defines the Ethernet frame: an</a:t>
            </a:r>
          </a:p>
          <a:p>
            <a:pPr marL="0" indent="0">
              <a:buNone/>
            </a:pPr>
            <a:r>
              <a:rPr lang="en-US" dirty="0"/>
              <a:t>Ethernet header at the front, the encapsulated data in the</a:t>
            </a:r>
          </a:p>
          <a:p>
            <a:pPr marL="0" indent="0">
              <a:buNone/>
            </a:pPr>
            <a:r>
              <a:rPr lang="en-US" dirty="0"/>
              <a:t>middle, and an Ethernet trailer at the end. Ethernet actually</a:t>
            </a:r>
          </a:p>
          <a:p>
            <a:pPr marL="0" indent="0">
              <a:buNone/>
            </a:pPr>
            <a:r>
              <a:rPr lang="en-US" dirty="0"/>
              <a:t>defines a few alternate formats for the header,</a:t>
            </a:r>
          </a:p>
        </p:txBody>
      </p:sp>
    </p:spTree>
    <p:extLst>
      <p:ext uri="{BB962C8B-B14F-4D97-AF65-F5344CB8AC3E}">
        <p14:creationId xmlns:p14="http://schemas.microsoft.com/office/powerpoint/2010/main" val="3624892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93741-065E-9305-0A6E-9D5DDCEA45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958AFE-2E69-7362-3A85-5C4F95E8685C}"/>
              </a:ext>
            </a:extLst>
          </p:cNvPr>
          <p:cNvSpPr>
            <a:spLocks noGrp="1"/>
          </p:cNvSpPr>
          <p:nvPr>
            <p:ph idx="1"/>
          </p:nvPr>
        </p:nvSpPr>
        <p:spPr/>
        <p:txBody>
          <a:bodyPr/>
          <a:lstStyle/>
          <a:p>
            <a:r>
              <a:rPr lang="en-US" dirty="0"/>
              <a:t>The source and destination Ethernet address fields play a huge role in how Ethernet LANs work. The general idea for each is relatively simple: The sending node puts its own address in the source address field and the intended Ethernet destination  device’s address in the destination address field. The sender transmits the frame, expecting that the Ethernet LAN, as a whole, will deliver the frame to that correct destination.</a:t>
            </a:r>
          </a:p>
        </p:txBody>
      </p:sp>
    </p:spTree>
    <p:extLst>
      <p:ext uri="{BB962C8B-B14F-4D97-AF65-F5344CB8AC3E}">
        <p14:creationId xmlns:p14="http://schemas.microsoft.com/office/powerpoint/2010/main" val="3841266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A596D-9D31-DD73-B580-B2F67E6C9C56}"/>
              </a:ext>
            </a:extLst>
          </p:cNvPr>
          <p:cNvSpPr>
            <a:spLocks noGrp="1"/>
          </p:cNvSpPr>
          <p:nvPr>
            <p:ph type="title"/>
          </p:nvPr>
        </p:nvSpPr>
        <p:spPr/>
        <p:txBody>
          <a:bodyPr/>
          <a:lstStyle/>
          <a:p>
            <a:r>
              <a:rPr lang="en-US" dirty="0"/>
              <a:t>Ethernet addresses</a:t>
            </a:r>
          </a:p>
        </p:txBody>
      </p:sp>
      <p:sp>
        <p:nvSpPr>
          <p:cNvPr id="3" name="Content Placeholder 2">
            <a:extLst>
              <a:ext uri="{FF2B5EF4-FFF2-40B4-BE49-F238E27FC236}">
                <a16:creationId xmlns:a16="http://schemas.microsoft.com/office/drawing/2014/main" id="{D4800B0E-8FE9-3D63-B591-279000367CD1}"/>
              </a:ext>
            </a:extLst>
          </p:cNvPr>
          <p:cNvSpPr>
            <a:spLocks noGrp="1"/>
          </p:cNvSpPr>
          <p:nvPr>
            <p:ph idx="1"/>
          </p:nvPr>
        </p:nvSpPr>
        <p:spPr/>
        <p:txBody>
          <a:bodyPr/>
          <a:lstStyle/>
          <a:p>
            <a:r>
              <a:rPr lang="en-US" dirty="0"/>
              <a:t>also called Media Access Control (MAC) addresses, are 6-byte-long (48-bit-long) binary numbers. For convenience, most computers list MAC addresses as 12-digit hexadecimal numbers. Cisco devices typically add some periods to the number for easier readability as well; for example, a Cisco switch might list a MAC address as 0000.0C12.3456</a:t>
            </a:r>
          </a:p>
        </p:txBody>
      </p:sp>
    </p:spTree>
    <p:extLst>
      <p:ext uri="{BB962C8B-B14F-4D97-AF65-F5344CB8AC3E}">
        <p14:creationId xmlns:p14="http://schemas.microsoft.com/office/powerpoint/2010/main" val="4029952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3C768-71EF-6732-7E2E-A8B1CD11B0A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1E4729-23C1-E325-53BD-408A5F05B559}"/>
              </a:ext>
            </a:extLst>
          </p:cNvPr>
          <p:cNvSpPr>
            <a:spLocks noGrp="1"/>
          </p:cNvSpPr>
          <p:nvPr>
            <p:ph idx="1"/>
          </p:nvPr>
        </p:nvSpPr>
        <p:spPr/>
        <p:txBody>
          <a:bodyPr/>
          <a:lstStyle/>
          <a:p>
            <a:r>
              <a:rPr lang="en-US" dirty="0"/>
              <a:t>Most MAC addresses represent a single NIC or other Ethernet port, so these addresses are often called a unicast Ethernet address. The term unicast is simply a formal way to refer to the fact that the address represents one interface to the Ethernet LAN</a:t>
            </a:r>
          </a:p>
        </p:txBody>
      </p:sp>
    </p:spTree>
    <p:extLst>
      <p:ext uri="{BB962C8B-B14F-4D97-AF65-F5344CB8AC3E}">
        <p14:creationId xmlns:p14="http://schemas.microsoft.com/office/powerpoint/2010/main" val="3602154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281BA-CC4B-5EBF-0797-1C4E4359BE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631282-106F-8C9F-A833-72095F054570}"/>
              </a:ext>
            </a:extLst>
          </p:cNvPr>
          <p:cNvSpPr>
            <a:spLocks noGrp="1"/>
          </p:cNvSpPr>
          <p:nvPr>
            <p:ph idx="1"/>
          </p:nvPr>
        </p:nvSpPr>
        <p:spPr/>
        <p:txBody>
          <a:bodyPr>
            <a:normAutofit fontScale="77500" lnSpcReduction="20000"/>
          </a:bodyPr>
          <a:lstStyle/>
          <a:p>
            <a:r>
              <a:rPr lang="en-US" dirty="0"/>
              <a:t>The entire idea of sending data to a destination unicast MAC</a:t>
            </a:r>
          </a:p>
          <a:p>
            <a:pPr marL="0" indent="0">
              <a:buNone/>
            </a:pPr>
            <a:r>
              <a:rPr lang="en-US" dirty="0"/>
              <a:t>address works well, but it works only if all the unicast MAC</a:t>
            </a:r>
          </a:p>
          <a:p>
            <a:pPr marL="0" indent="0">
              <a:buNone/>
            </a:pPr>
            <a:r>
              <a:rPr lang="en-US" dirty="0"/>
              <a:t>addresses are unique. If two NICs tried to use the same MAC</a:t>
            </a:r>
          </a:p>
          <a:p>
            <a:pPr marL="0" indent="0">
              <a:buNone/>
            </a:pPr>
            <a:r>
              <a:rPr lang="en-US" dirty="0"/>
              <a:t>address, there could be confusion. (The problem would be like</a:t>
            </a:r>
          </a:p>
          <a:p>
            <a:pPr marL="0" indent="0">
              <a:buNone/>
            </a:pPr>
            <a:r>
              <a:rPr lang="en-US" dirty="0"/>
              <a:t>the confusion caused to the postal service if you and I both tried</a:t>
            </a:r>
          </a:p>
          <a:p>
            <a:pPr marL="0" indent="0">
              <a:buNone/>
            </a:pPr>
            <a:r>
              <a:rPr lang="en-US" dirty="0"/>
              <a:t>to use the same mailing address. Would the postal service</a:t>
            </a:r>
          </a:p>
          <a:p>
            <a:pPr marL="0" indent="0">
              <a:buNone/>
            </a:pPr>
            <a:r>
              <a:rPr lang="en-US" dirty="0"/>
              <a:t>deliver mail to your house or mine?) If two PCs on the same</a:t>
            </a:r>
          </a:p>
          <a:p>
            <a:pPr marL="0" indent="0">
              <a:buNone/>
            </a:pPr>
            <a:r>
              <a:rPr lang="en-US" dirty="0"/>
              <a:t>Ethernet tried to use the same MAC address, to which PC should</a:t>
            </a:r>
          </a:p>
          <a:p>
            <a:pPr marL="0" indent="0">
              <a:buNone/>
            </a:pPr>
            <a:r>
              <a:rPr lang="en-US" dirty="0"/>
              <a:t>frames sent to that MAC address be delivered?</a:t>
            </a:r>
          </a:p>
        </p:txBody>
      </p:sp>
    </p:spTree>
    <p:extLst>
      <p:ext uri="{BB962C8B-B14F-4D97-AF65-F5344CB8AC3E}">
        <p14:creationId xmlns:p14="http://schemas.microsoft.com/office/powerpoint/2010/main" val="2906924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884C2-B4B2-6C66-1874-A38B9DBF646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CFD8DF8-E837-D919-CD5C-BB67E7607642}"/>
              </a:ext>
            </a:extLst>
          </p:cNvPr>
          <p:cNvPicPr>
            <a:picLocks noGrp="1" noChangeAspect="1"/>
          </p:cNvPicPr>
          <p:nvPr>
            <p:ph idx="1"/>
          </p:nvPr>
        </p:nvPicPr>
        <p:blipFill>
          <a:blip r:embed="rId2"/>
          <a:stretch>
            <a:fillRect/>
          </a:stretch>
        </p:blipFill>
        <p:spPr>
          <a:xfrm>
            <a:off x="1522465" y="2256003"/>
            <a:ext cx="8340986" cy="2747783"/>
          </a:xfrm>
        </p:spPr>
      </p:pic>
    </p:spTree>
    <p:extLst>
      <p:ext uri="{BB962C8B-B14F-4D97-AF65-F5344CB8AC3E}">
        <p14:creationId xmlns:p14="http://schemas.microsoft.com/office/powerpoint/2010/main" val="4283736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42616-9F83-3B75-AF23-37F003A01C25}"/>
              </a:ext>
            </a:extLst>
          </p:cNvPr>
          <p:cNvSpPr>
            <a:spLocks noGrp="1"/>
          </p:cNvSpPr>
          <p:nvPr>
            <p:ph type="title"/>
          </p:nvPr>
        </p:nvSpPr>
        <p:spPr/>
        <p:txBody>
          <a:bodyPr/>
          <a:lstStyle/>
          <a:p>
            <a:r>
              <a:rPr lang="en-US" dirty="0"/>
              <a:t>Broadcast address</a:t>
            </a:r>
          </a:p>
        </p:txBody>
      </p:sp>
      <p:sp>
        <p:nvSpPr>
          <p:cNvPr id="3" name="Content Placeholder 2">
            <a:extLst>
              <a:ext uri="{FF2B5EF4-FFF2-40B4-BE49-F238E27FC236}">
                <a16:creationId xmlns:a16="http://schemas.microsoft.com/office/drawing/2014/main" id="{3E76457E-CB6E-F566-A724-23940B6225D1}"/>
              </a:ext>
            </a:extLst>
          </p:cNvPr>
          <p:cNvSpPr>
            <a:spLocks noGrp="1"/>
          </p:cNvSpPr>
          <p:nvPr>
            <p:ph idx="1"/>
          </p:nvPr>
        </p:nvSpPr>
        <p:spPr/>
        <p:txBody>
          <a:bodyPr/>
          <a:lstStyle/>
          <a:p>
            <a:pPr marL="0" indent="0">
              <a:buNone/>
            </a:pPr>
            <a:r>
              <a:rPr lang="en-US" dirty="0"/>
              <a:t> Frames sent to this address should be delivered to all devices on the Ethernet LAN. It has a value of</a:t>
            </a:r>
          </a:p>
          <a:p>
            <a:pPr marL="0" indent="0">
              <a:buNone/>
            </a:pPr>
            <a:r>
              <a:rPr lang="en-US" dirty="0"/>
              <a:t>FFFF.FFFF.FFFF.</a:t>
            </a:r>
          </a:p>
        </p:txBody>
      </p:sp>
    </p:spTree>
    <p:extLst>
      <p:ext uri="{BB962C8B-B14F-4D97-AF65-F5344CB8AC3E}">
        <p14:creationId xmlns:p14="http://schemas.microsoft.com/office/powerpoint/2010/main" val="2815167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3BAB4-34B2-6D53-3F66-C7D67D1D2E10}"/>
              </a:ext>
            </a:extLst>
          </p:cNvPr>
          <p:cNvSpPr>
            <a:spLocks noGrp="1"/>
          </p:cNvSpPr>
          <p:nvPr>
            <p:ph type="ctrTitle"/>
          </p:nvPr>
        </p:nvSpPr>
        <p:spPr/>
        <p:txBody>
          <a:bodyPr/>
          <a:lstStyle/>
          <a:p>
            <a:r>
              <a:rPr lang="en-US" dirty="0"/>
              <a:t>Internet Protocol Addressing Basics</a:t>
            </a:r>
          </a:p>
        </p:txBody>
      </p:sp>
      <p:sp>
        <p:nvSpPr>
          <p:cNvPr id="3" name="Subtitle 2">
            <a:extLst>
              <a:ext uri="{FF2B5EF4-FFF2-40B4-BE49-F238E27FC236}">
                <a16:creationId xmlns:a16="http://schemas.microsoft.com/office/drawing/2014/main" id="{96197DC6-BD16-2039-A05F-E17FCBDD5AD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3377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F4ECD9-FB57-7E98-CC05-17D2BD12C9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F2D9DC-78DC-C7A1-4EE8-7D3BFBC6F233}"/>
              </a:ext>
            </a:extLst>
          </p:cNvPr>
          <p:cNvSpPr>
            <a:spLocks noGrp="1"/>
          </p:cNvSpPr>
          <p:nvPr>
            <p:ph sz="quarter" idx="13"/>
          </p:nvPr>
        </p:nvSpPr>
        <p:spPr/>
        <p:txBody>
          <a:bodyPr/>
          <a:lstStyle/>
          <a:p>
            <a:r>
              <a:rPr lang="en-US" dirty="0"/>
              <a:t>IP defines addresses for several important reasons. </a:t>
            </a:r>
          </a:p>
          <a:p>
            <a:r>
              <a:rPr lang="en-US" dirty="0"/>
              <a:t>First, each device that uses TCP/IP—each TCP/IP host—needs a unique address so that it can be identified in the network.</a:t>
            </a:r>
          </a:p>
          <a:p>
            <a:r>
              <a:rPr lang="en-US" dirty="0"/>
              <a:t> IP also defines how to group addresses together, just like the postal system groups addresses based on postal codes (like ZIP codes in the United States).</a:t>
            </a:r>
          </a:p>
        </p:txBody>
      </p:sp>
    </p:spTree>
    <p:extLst>
      <p:ext uri="{BB962C8B-B14F-4D97-AF65-F5344CB8AC3E}">
        <p14:creationId xmlns:p14="http://schemas.microsoft.com/office/powerpoint/2010/main" val="2392151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707F84-29F1-83CE-96C1-93059F08E80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0BE8F9-8EFF-0F16-254A-C63D30DC4F77}"/>
              </a:ext>
            </a:extLst>
          </p:cNvPr>
          <p:cNvSpPr>
            <a:spLocks noGrp="1"/>
          </p:cNvSpPr>
          <p:nvPr>
            <p:ph sz="quarter" idx="13"/>
          </p:nvPr>
        </p:nvSpPr>
        <p:spPr/>
        <p:txBody>
          <a:bodyPr/>
          <a:lstStyle/>
          <a:p>
            <a:r>
              <a:rPr lang="en-US" dirty="0"/>
              <a:t>to understand the basics, examine Figure, which shows the familiar web server Larry and web browser Bob; but now, instead of ignoring the network between these two computers, part of the network infrastructure is included.</a:t>
            </a:r>
          </a:p>
        </p:txBody>
      </p:sp>
      <p:pic>
        <p:nvPicPr>
          <p:cNvPr id="5" name="Picture 4">
            <a:extLst>
              <a:ext uri="{FF2B5EF4-FFF2-40B4-BE49-F238E27FC236}">
                <a16:creationId xmlns:a16="http://schemas.microsoft.com/office/drawing/2014/main" id="{A0FA0DEC-CC9C-5AB7-D960-88F276596118}"/>
              </a:ext>
            </a:extLst>
          </p:cNvPr>
          <p:cNvPicPr>
            <a:picLocks noChangeAspect="1"/>
          </p:cNvPicPr>
          <p:nvPr/>
        </p:nvPicPr>
        <p:blipFill>
          <a:blip r:embed="rId2"/>
          <a:stretch>
            <a:fillRect/>
          </a:stretch>
        </p:blipFill>
        <p:spPr>
          <a:xfrm>
            <a:off x="2837989" y="3606800"/>
            <a:ext cx="5572125" cy="2886075"/>
          </a:xfrm>
          <a:prstGeom prst="rect">
            <a:avLst/>
          </a:prstGeom>
        </p:spPr>
      </p:pic>
      <p:sp>
        <p:nvSpPr>
          <p:cNvPr id="7" name="TextBox 6">
            <a:extLst>
              <a:ext uri="{FF2B5EF4-FFF2-40B4-BE49-F238E27FC236}">
                <a16:creationId xmlns:a16="http://schemas.microsoft.com/office/drawing/2014/main" id="{34D896F5-7AE6-99C5-D389-C37B9CAE31D6}"/>
              </a:ext>
            </a:extLst>
          </p:cNvPr>
          <p:cNvSpPr txBox="1"/>
          <p:nvPr/>
        </p:nvSpPr>
        <p:spPr>
          <a:xfrm>
            <a:off x="3049229" y="3244334"/>
            <a:ext cx="6098458" cy="369332"/>
          </a:xfrm>
          <a:prstGeom prst="rect">
            <a:avLst/>
          </a:prstGeom>
          <a:noFill/>
        </p:spPr>
        <p:txBody>
          <a:bodyPr wrap="square">
            <a:spAutoFit/>
          </a:bodyPr>
          <a:lstStyle/>
          <a:p>
            <a:r>
              <a:rPr lang="en-US" dirty="0"/>
              <a:t>Broadcast address</a:t>
            </a:r>
          </a:p>
        </p:txBody>
      </p:sp>
      <p:sp>
        <p:nvSpPr>
          <p:cNvPr id="9" name="TextBox 8">
            <a:extLst>
              <a:ext uri="{FF2B5EF4-FFF2-40B4-BE49-F238E27FC236}">
                <a16:creationId xmlns:a16="http://schemas.microsoft.com/office/drawing/2014/main" id="{E8519E15-FC6B-402F-679F-4E3B8A4D5E1F}"/>
              </a:ext>
            </a:extLst>
          </p:cNvPr>
          <p:cNvSpPr txBox="1"/>
          <p:nvPr/>
        </p:nvSpPr>
        <p:spPr>
          <a:xfrm>
            <a:off x="3049229" y="3244334"/>
            <a:ext cx="6098458" cy="369332"/>
          </a:xfrm>
          <a:prstGeom prst="rect">
            <a:avLst/>
          </a:prstGeom>
          <a:noFill/>
        </p:spPr>
        <p:txBody>
          <a:bodyPr wrap="square">
            <a:spAutoFit/>
          </a:bodyPr>
          <a:lstStyle/>
          <a:p>
            <a:r>
              <a:rPr lang="en-US" dirty="0"/>
              <a:t>Broadcast address</a:t>
            </a:r>
          </a:p>
        </p:txBody>
      </p:sp>
    </p:spTree>
    <p:extLst>
      <p:ext uri="{BB962C8B-B14F-4D97-AF65-F5344CB8AC3E}">
        <p14:creationId xmlns:p14="http://schemas.microsoft.com/office/powerpoint/2010/main" val="2112509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536ED16-CB90-3C7E-C941-DCE4283E0587}"/>
              </a:ext>
            </a:extLst>
          </p:cNvPr>
          <p:cNvSpPr>
            <a:spLocks noGrp="1" noChangeArrowheads="1"/>
          </p:cNvSpPr>
          <p:nvPr>
            <p:ph type="title"/>
          </p:nvPr>
        </p:nvSpPr>
        <p:spPr>
          <a:noFill/>
          <a:ln/>
          <a:extLs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dirty="0">
                <a:solidFill>
                  <a:srgbClr val="E4005C"/>
                </a:solidFill>
              </a:rPr>
              <a:t>IP as a Routed Protocol</a:t>
            </a:r>
            <a:endParaRPr lang="en-GB" altLang="en-US" sz="4000" b="1" dirty="0">
              <a:solidFill>
                <a:srgbClr val="E4005C"/>
              </a:solidFill>
            </a:endParaRPr>
          </a:p>
        </p:txBody>
      </p:sp>
      <p:pic>
        <p:nvPicPr>
          <p:cNvPr id="18442" name="Picture 10">
            <a:extLst>
              <a:ext uri="{FF2B5EF4-FFF2-40B4-BE49-F238E27FC236}">
                <a16:creationId xmlns:a16="http://schemas.microsoft.com/office/drawing/2014/main" id="{1E96217F-9111-E075-EC11-6304A666D715}"/>
              </a:ext>
            </a:extLst>
          </p:cNvPr>
          <p:cNvPicPr>
            <a:picLocks noGrp="1" noChangeAspect="1" noChangeArrowheads="1"/>
          </p:cNvPicPr>
          <p:nvPr>
            <p:ph sz="quarter" idx="13"/>
          </p:nvPr>
        </p:nvPicPr>
        <p:blipFill>
          <a:blip r:embed="rId3">
            <a:extLst>
              <a:ext uri="{28A0092B-C50C-407E-A947-70E740481C1C}">
                <a14:useLocalDpi xmlns:a14="http://schemas.microsoft.com/office/drawing/2010/main" val="0"/>
              </a:ext>
            </a:extLst>
          </a:blip>
          <a:stretch>
            <a:fillRect/>
          </a:stretch>
        </p:blipFill>
        <p:spPr>
          <a:xfrm>
            <a:off x="4410285" y="2593367"/>
            <a:ext cx="3371429" cy="2971429"/>
          </a:xfrm>
          <a:noFill/>
          <a:ln/>
          <a:extLst>
            <a:ext uri="{91240B29-F687-4F45-9708-019B960494DF}">
              <a14:hiddenLine xmlns:a14="http://schemas.microsoft.com/office/drawing/2010/main" w="28575">
                <a:solidFill>
                  <a:schemeClr val="tx1"/>
                </a:solidFill>
                <a:miter lim="800000"/>
                <a:headEnd/>
                <a:tailEnd/>
              </a14:hiddenLine>
            </a:ext>
          </a:extLst>
        </p:spPr>
      </p:pic>
      <p:sp>
        <p:nvSpPr>
          <p:cNvPr id="18435" name="Rectangle 3">
            <a:extLst>
              <a:ext uri="{FF2B5EF4-FFF2-40B4-BE49-F238E27FC236}">
                <a16:creationId xmlns:a16="http://schemas.microsoft.com/office/drawing/2014/main" id="{8049BFD3-BE60-35D0-D30A-9CE307D0B9F6}"/>
              </a:ext>
            </a:extLst>
          </p:cNvPr>
          <p:cNvSpPr>
            <a:spLocks noGrp="1" noChangeArrowheads="1"/>
          </p:cNvSpPr>
          <p:nvPr>
            <p:ph type="body" sz="half" idx="4294967295"/>
          </p:nvPr>
        </p:nvSpPr>
        <p:spPr>
          <a:xfrm>
            <a:off x="0" y="1600200"/>
            <a:ext cx="5105400" cy="4525963"/>
          </a:xfrm>
        </p:spPr>
        <p:txBody>
          <a:bodyPr/>
          <a:lstStyle/>
          <a:p>
            <a:pPr marL="392113" indent="-293688" algn="just" defTabSz="414338">
              <a:lnSpc>
                <a:spcPct val="80000"/>
              </a:lnSpc>
              <a:spcBef>
                <a:spcPct val="50000"/>
              </a:spcBef>
              <a:buClr>
                <a:srgbClr val="CC0000"/>
              </a:buClr>
              <a:buBlip>
                <a:blip r:embed="rId4"/>
              </a:buBlip>
            </a:pPr>
            <a:r>
              <a:rPr lang="en-US" altLang="en-US" sz="2400" b="1" dirty="0">
                <a:solidFill>
                  <a:srgbClr val="000066"/>
                </a:solidFill>
              </a:rPr>
              <a:t>IP is a connectionless, unreliable, best-effort delivery protocol. </a:t>
            </a:r>
          </a:p>
          <a:p>
            <a:pPr marL="392113" indent="-293688" algn="just" defTabSz="414338">
              <a:lnSpc>
                <a:spcPct val="80000"/>
              </a:lnSpc>
              <a:spcBef>
                <a:spcPct val="50000"/>
              </a:spcBef>
              <a:buClr>
                <a:srgbClr val="CC0000"/>
              </a:buClr>
              <a:buBlip>
                <a:blip r:embed="rId4"/>
              </a:buBlip>
            </a:pPr>
            <a:r>
              <a:rPr lang="en-US" altLang="en-US" sz="2400" b="1" dirty="0">
                <a:solidFill>
                  <a:srgbClr val="000066"/>
                </a:solidFill>
              </a:rPr>
              <a:t>IP accepts whatever data is passed down to it from the upper layers and forwards the data in the form of IP Packets.</a:t>
            </a:r>
          </a:p>
          <a:p>
            <a:pPr marL="392113" indent="-293688" algn="just" defTabSz="414338">
              <a:lnSpc>
                <a:spcPct val="80000"/>
              </a:lnSpc>
              <a:spcBef>
                <a:spcPct val="50000"/>
              </a:spcBef>
              <a:buClr>
                <a:srgbClr val="CC0000"/>
              </a:buClr>
              <a:buBlip>
                <a:blip r:embed="rId4"/>
              </a:buBlip>
            </a:pPr>
            <a:r>
              <a:rPr lang="en-US" altLang="en-US" sz="2400" b="1" dirty="0">
                <a:solidFill>
                  <a:srgbClr val="000066"/>
                </a:solidFill>
              </a:rPr>
              <a:t>All the nodes are identified using an IP address. </a:t>
            </a:r>
          </a:p>
          <a:p>
            <a:pPr marL="392113" indent="-293688" algn="just" defTabSz="414338">
              <a:lnSpc>
                <a:spcPct val="80000"/>
              </a:lnSpc>
              <a:spcBef>
                <a:spcPct val="50000"/>
              </a:spcBef>
              <a:buClr>
                <a:srgbClr val="CC0000"/>
              </a:buClr>
              <a:buBlip>
                <a:blip r:embed="rId4"/>
              </a:buBlip>
            </a:pPr>
            <a:r>
              <a:rPr lang="en-US" altLang="en-US" sz="2400" b="1" dirty="0">
                <a:solidFill>
                  <a:srgbClr val="000066"/>
                </a:solidFill>
              </a:rPr>
              <a:t>Packets are delivered from the source to the destination using IP address</a:t>
            </a:r>
          </a:p>
        </p:txBody>
      </p:sp>
      <p:sp>
        <p:nvSpPr>
          <p:cNvPr id="18439" name="AutoShape 7">
            <a:extLst>
              <a:ext uri="{FF2B5EF4-FFF2-40B4-BE49-F238E27FC236}">
                <a16:creationId xmlns:a16="http://schemas.microsoft.com/office/drawing/2014/main" id="{901C2052-9594-32B9-8ACF-64B29C870A90}"/>
              </a:ext>
            </a:extLst>
          </p:cNvPr>
          <p:cNvSpPr>
            <a:spLocks noChangeArrowheads="1"/>
          </p:cNvSpPr>
          <p:nvPr/>
        </p:nvSpPr>
        <p:spPr bwMode="auto">
          <a:xfrm>
            <a:off x="2493964" y="1552576"/>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661A965-61EC-D2CF-A83D-F2BCB1269787}"/>
              </a:ext>
            </a:extLst>
          </p:cNvPr>
          <p:cNvSpPr>
            <a:spLocks noGrp="1" noChangeArrowheads="1"/>
          </p:cNvSpPr>
          <p:nvPr>
            <p:ph type="title"/>
          </p:nvPr>
        </p:nvSpPr>
        <p:spPr>
          <a:noFill/>
          <a:ln/>
          <a:extLs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Packet Propagation</a:t>
            </a:r>
            <a:r>
              <a:rPr lang="en-US" altLang="en-US" b="1">
                <a:solidFill>
                  <a:srgbClr val="E4005C"/>
                </a:solidFill>
              </a:rPr>
              <a:t> </a:t>
            </a:r>
            <a:endParaRPr lang="en-GB" altLang="en-US" b="1">
              <a:solidFill>
                <a:srgbClr val="E4005C"/>
              </a:solidFill>
            </a:endParaRPr>
          </a:p>
        </p:txBody>
      </p:sp>
      <p:pic>
        <p:nvPicPr>
          <p:cNvPr id="20489" name="Picture 9">
            <a:extLst>
              <a:ext uri="{FF2B5EF4-FFF2-40B4-BE49-F238E27FC236}">
                <a16:creationId xmlns:a16="http://schemas.microsoft.com/office/drawing/2014/main" id="{9712956B-D534-EFD9-6DBE-C24076CF850B}"/>
              </a:ext>
            </a:extLst>
          </p:cNvPr>
          <p:cNvPicPr>
            <a:picLocks noGrp="1" noChangeAspect="1" noChangeArrowheads="1"/>
          </p:cNvPicPr>
          <p:nvPr>
            <p:ph sz="quarter" idx="13"/>
          </p:nvPr>
        </p:nvPicPr>
        <p:blipFill>
          <a:blip r:embed="rId3">
            <a:extLst>
              <a:ext uri="{28A0092B-C50C-407E-A947-70E740481C1C}">
                <a14:useLocalDpi xmlns:a14="http://schemas.microsoft.com/office/drawing/2010/main" val="0"/>
              </a:ext>
            </a:extLst>
          </a:blip>
          <a:stretch>
            <a:fillRect/>
          </a:stretch>
        </p:blipFill>
        <p:spPr>
          <a:xfrm>
            <a:off x="3682969" y="2366963"/>
            <a:ext cx="4826062" cy="3424237"/>
          </a:xfrm>
          <a:noFill/>
          <a:ln/>
          <a:extLst>
            <a:ext uri="{91240B29-F687-4F45-9708-019B960494DF}">
              <a14:hiddenLine xmlns:a14="http://schemas.microsoft.com/office/drawing/2010/main" w="28575">
                <a:solidFill>
                  <a:schemeClr val="tx1"/>
                </a:solidFill>
                <a:miter lim="800000"/>
                <a:headEnd/>
                <a:tailEnd/>
              </a14:hiddenLine>
            </a:ext>
          </a:extLst>
        </p:spPr>
      </p:pic>
      <p:sp>
        <p:nvSpPr>
          <p:cNvPr id="20484" name="AutoShape 4">
            <a:extLst>
              <a:ext uri="{FF2B5EF4-FFF2-40B4-BE49-F238E27FC236}">
                <a16:creationId xmlns:a16="http://schemas.microsoft.com/office/drawing/2014/main" id="{EC55C7D7-6CEE-0A4E-0C36-680610A9E47E}"/>
              </a:ext>
            </a:extLst>
          </p:cNvPr>
          <p:cNvSpPr>
            <a:spLocks noChangeArrowheads="1"/>
          </p:cNvSpPr>
          <p:nvPr/>
        </p:nvSpPr>
        <p:spPr bwMode="auto">
          <a:xfrm>
            <a:off x="2035175" y="1143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20485" name="AutoShape 5">
            <a:extLst>
              <a:ext uri="{FF2B5EF4-FFF2-40B4-BE49-F238E27FC236}">
                <a16:creationId xmlns:a16="http://schemas.microsoft.com/office/drawing/2014/main" id="{C8DF9797-0F67-5689-22E3-CC7B32DE6450}"/>
              </a:ext>
            </a:extLst>
          </p:cNvPr>
          <p:cNvSpPr>
            <a:spLocks noChangeArrowheads="1"/>
          </p:cNvSpPr>
          <p:nvPr/>
        </p:nvSpPr>
        <p:spPr bwMode="auto">
          <a:xfrm>
            <a:off x="2159000" y="1265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20486" name="AutoShape 6">
            <a:extLst>
              <a:ext uri="{FF2B5EF4-FFF2-40B4-BE49-F238E27FC236}">
                <a16:creationId xmlns:a16="http://schemas.microsoft.com/office/drawing/2014/main" id="{53E30315-AC81-CD8D-FC20-A71122BE96A3}"/>
              </a:ext>
            </a:extLst>
          </p:cNvPr>
          <p:cNvSpPr>
            <a:spLocks noChangeArrowheads="1"/>
          </p:cNvSpPr>
          <p:nvPr/>
        </p:nvSpPr>
        <p:spPr bwMode="auto">
          <a:xfrm>
            <a:off x="2493964" y="1425576"/>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9A3B759B-F360-7E88-4338-51FE8E66BDAD}"/>
              </a:ext>
            </a:extLst>
          </p:cNvPr>
          <p:cNvSpPr>
            <a:spLocks noGrp="1" noChangeArrowheads="1"/>
          </p:cNvSpPr>
          <p:nvPr>
            <p:ph type="title"/>
          </p:nvPr>
        </p:nvSpPr>
        <p:spPr>
          <a:noFill/>
          <a:ln/>
          <a:extLs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IP Address</a:t>
            </a:r>
            <a:endParaRPr lang="en-GB" altLang="en-US" sz="4000" b="1">
              <a:solidFill>
                <a:srgbClr val="E4005C"/>
              </a:solidFill>
            </a:endParaRPr>
          </a:p>
        </p:txBody>
      </p:sp>
      <p:sp>
        <p:nvSpPr>
          <p:cNvPr id="22531" name="Rectangle 3">
            <a:extLst>
              <a:ext uri="{FF2B5EF4-FFF2-40B4-BE49-F238E27FC236}">
                <a16:creationId xmlns:a16="http://schemas.microsoft.com/office/drawing/2014/main" id="{2EA37ACF-C3E3-642D-F710-2057A01AF5DB}"/>
              </a:ext>
            </a:extLst>
          </p:cNvPr>
          <p:cNvSpPr>
            <a:spLocks noGrp="1" noChangeArrowheads="1"/>
          </p:cNvSpPr>
          <p:nvPr>
            <p:ph sz="quarter" idx="13"/>
          </p:nvPr>
        </p:nvSpPr>
        <p:spPr/>
        <p:txBody>
          <a:bodyPr>
            <a:normAutofit fontScale="92500" lnSpcReduction="10000"/>
          </a:bodyPr>
          <a:lstStyle/>
          <a:p>
            <a:pPr marL="392113" indent="-293688" algn="just" defTabSz="414338">
              <a:spcBef>
                <a:spcPct val="50000"/>
              </a:spcBef>
              <a:buClr>
                <a:srgbClr val="CC0000"/>
              </a:buClr>
              <a:buBlip>
                <a:blip r:embed="rId3"/>
              </a:buBlip>
            </a:pPr>
            <a:r>
              <a:rPr lang="en-US" altLang="en-US" sz="2400" b="1" dirty="0">
                <a:solidFill>
                  <a:srgbClr val="000066"/>
                </a:solidFill>
              </a:rPr>
              <a:t>IP address is for the INTERFACE of a host. Multiple interfaces  mean multiple IP addresses, i.e., routers.</a:t>
            </a:r>
          </a:p>
          <a:p>
            <a:pPr marL="392113" indent="-293688" algn="just" defTabSz="414338">
              <a:spcBef>
                <a:spcPct val="50000"/>
              </a:spcBef>
              <a:buClr>
                <a:srgbClr val="CC0000"/>
              </a:buClr>
              <a:buBlip>
                <a:blip r:embed="rId3"/>
              </a:buBlip>
            </a:pPr>
            <a:r>
              <a:rPr lang="en-US" altLang="en-US" sz="2400" b="1" dirty="0">
                <a:solidFill>
                  <a:srgbClr val="000066"/>
                </a:solidFill>
              </a:rPr>
              <a:t>32 bit IP address in dotted-decimal notation</a:t>
            </a:r>
            <a:r>
              <a:rPr lang="en-AU" altLang="en-US" sz="2400" b="1" dirty="0">
                <a:solidFill>
                  <a:srgbClr val="000066"/>
                </a:solidFill>
              </a:rPr>
              <a:t> </a:t>
            </a:r>
            <a:r>
              <a:rPr lang="en-US" altLang="en-US" sz="2400" b="1" dirty="0">
                <a:solidFill>
                  <a:srgbClr val="000066"/>
                </a:solidFill>
              </a:rPr>
              <a:t>for ease of reading, i.e., 193.140.195.66</a:t>
            </a:r>
          </a:p>
          <a:p>
            <a:pPr marL="392113" indent="-293688" algn="just" defTabSz="414338">
              <a:spcBef>
                <a:spcPct val="50000"/>
              </a:spcBef>
              <a:buClr>
                <a:srgbClr val="CC0000"/>
              </a:buClr>
              <a:buBlip>
                <a:blip r:embed="rId3"/>
              </a:buBlip>
            </a:pPr>
            <a:r>
              <a:rPr lang="en-US" altLang="en-US" sz="2400" b="1" dirty="0">
                <a:solidFill>
                  <a:srgbClr val="000066"/>
                </a:solidFill>
              </a:rPr>
              <a:t>Address 0.0.0.0, 127.0.0.1 and 255.255.255.255 carries special meaning. </a:t>
            </a:r>
          </a:p>
          <a:p>
            <a:pPr marL="392113" indent="-293688" algn="just" defTabSz="414338">
              <a:spcBef>
                <a:spcPct val="50000"/>
              </a:spcBef>
              <a:buClr>
                <a:srgbClr val="CC0000"/>
              </a:buClr>
              <a:buBlip>
                <a:blip r:embed="rId3"/>
              </a:buBlip>
            </a:pPr>
            <a:r>
              <a:rPr lang="en-US" altLang="en-US" sz="2400" b="1" dirty="0">
                <a:solidFill>
                  <a:srgbClr val="000066"/>
                </a:solidFill>
              </a:rPr>
              <a:t>IP address is divided into a network number and a host number.</a:t>
            </a:r>
          </a:p>
          <a:p>
            <a:pPr marL="392113" indent="-293688" algn="just" defTabSz="414338">
              <a:spcBef>
                <a:spcPct val="50000"/>
              </a:spcBef>
              <a:buClr>
                <a:srgbClr val="CC0000"/>
              </a:buClr>
              <a:buBlip>
                <a:blip r:embed="rId3"/>
              </a:buBlip>
            </a:pPr>
            <a:r>
              <a:rPr lang="en-US" altLang="en-US" sz="2400" b="1" dirty="0">
                <a:solidFill>
                  <a:srgbClr val="000066"/>
                </a:solidFill>
              </a:rPr>
              <a:t>Also bits in Network or Host Address cannot be all 0 or 1.</a:t>
            </a:r>
          </a:p>
          <a:p>
            <a:pPr marL="392113" indent="-293688" algn="just" defTabSz="414338">
              <a:spcBef>
                <a:spcPct val="50000"/>
              </a:spcBef>
              <a:buClr>
                <a:srgbClr val="CC0000"/>
              </a:buClr>
              <a:buBlip>
                <a:blip r:embed="rId3"/>
              </a:buBlip>
            </a:pPr>
            <a:endParaRPr lang="en-US" altLang="en-US" sz="2400" b="1" dirty="0">
              <a:solidFill>
                <a:srgbClr val="000066"/>
              </a:solidFill>
            </a:endParaRPr>
          </a:p>
        </p:txBody>
      </p:sp>
      <p:sp>
        <p:nvSpPr>
          <p:cNvPr id="22535" name="AutoShape 7">
            <a:extLst>
              <a:ext uri="{FF2B5EF4-FFF2-40B4-BE49-F238E27FC236}">
                <a16:creationId xmlns:a16="http://schemas.microsoft.com/office/drawing/2014/main" id="{2182F095-07FF-C7B5-8490-85EA9DA58B3F}"/>
              </a:ext>
            </a:extLst>
          </p:cNvPr>
          <p:cNvSpPr>
            <a:spLocks noChangeArrowheads="1"/>
          </p:cNvSpPr>
          <p:nvPr/>
        </p:nvSpPr>
        <p:spPr bwMode="auto">
          <a:xfrm>
            <a:off x="2493964" y="1552576"/>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66CBFBDF-27E8-4B22-2C1E-6E6B754E8E5A}"/>
              </a:ext>
            </a:extLst>
          </p:cNvPr>
          <p:cNvSpPr>
            <a:spLocks noGrp="1" noChangeArrowheads="1"/>
          </p:cNvSpPr>
          <p:nvPr>
            <p:ph type="title"/>
          </p:nvPr>
        </p:nvSpPr>
        <p:spPr>
          <a:noFill/>
          <a:ln/>
          <a:extLs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IP Address</a:t>
            </a:r>
            <a:endParaRPr lang="en-GB" altLang="en-US" sz="4000" b="1">
              <a:solidFill>
                <a:srgbClr val="E4005C"/>
              </a:solidFill>
            </a:endParaRPr>
          </a:p>
        </p:txBody>
      </p:sp>
      <p:pic>
        <p:nvPicPr>
          <p:cNvPr id="24585" name="Picture 9">
            <a:extLst>
              <a:ext uri="{FF2B5EF4-FFF2-40B4-BE49-F238E27FC236}">
                <a16:creationId xmlns:a16="http://schemas.microsoft.com/office/drawing/2014/main" id="{6B76A656-20FD-1B41-B9AC-28BAC4AF99B0}"/>
              </a:ext>
            </a:extLst>
          </p:cNvPr>
          <p:cNvPicPr>
            <a:picLocks noGrp="1" noChangeAspect="1" noChangeArrowheads="1"/>
          </p:cNvPicPr>
          <p:nvPr>
            <p:ph sz="quarter" idx="13"/>
          </p:nvPr>
        </p:nvPicPr>
        <p:blipFill>
          <a:blip r:embed="rId3">
            <a:extLst>
              <a:ext uri="{28A0092B-C50C-407E-A947-70E740481C1C}">
                <a14:useLocalDpi xmlns:a14="http://schemas.microsoft.com/office/drawing/2010/main" val="0"/>
              </a:ext>
            </a:extLst>
          </a:blip>
          <a:stretch>
            <a:fillRect/>
          </a:stretch>
        </p:blipFill>
        <p:spPr>
          <a:xfrm>
            <a:off x="4443412" y="3450431"/>
            <a:ext cx="3305175" cy="1257300"/>
          </a:xfrm>
          <a:noFill/>
          <a:ln/>
        </p:spPr>
      </p:pic>
      <p:sp>
        <p:nvSpPr>
          <p:cNvPr id="24580" name="AutoShape 4">
            <a:extLst>
              <a:ext uri="{FF2B5EF4-FFF2-40B4-BE49-F238E27FC236}">
                <a16:creationId xmlns:a16="http://schemas.microsoft.com/office/drawing/2014/main" id="{B74211C4-B4E1-BF03-DF61-4CAB04658C09}"/>
              </a:ext>
            </a:extLst>
          </p:cNvPr>
          <p:cNvSpPr>
            <a:spLocks noChangeArrowheads="1"/>
          </p:cNvSpPr>
          <p:nvPr/>
        </p:nvSpPr>
        <p:spPr bwMode="auto">
          <a:xfrm>
            <a:off x="2035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24581" name="AutoShape 5">
            <a:extLst>
              <a:ext uri="{FF2B5EF4-FFF2-40B4-BE49-F238E27FC236}">
                <a16:creationId xmlns:a16="http://schemas.microsoft.com/office/drawing/2014/main" id="{AD8C5850-86CF-AC7F-ABFC-9417FC710D09}"/>
              </a:ext>
            </a:extLst>
          </p:cNvPr>
          <p:cNvSpPr>
            <a:spLocks noChangeArrowheads="1"/>
          </p:cNvSpPr>
          <p:nvPr/>
        </p:nvSpPr>
        <p:spPr bwMode="auto">
          <a:xfrm>
            <a:off x="2159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24582" name="AutoShape 6">
            <a:extLst>
              <a:ext uri="{FF2B5EF4-FFF2-40B4-BE49-F238E27FC236}">
                <a16:creationId xmlns:a16="http://schemas.microsoft.com/office/drawing/2014/main" id="{EB59E472-C4C3-D69C-9256-2E1896FCD7B9}"/>
              </a:ext>
            </a:extLst>
          </p:cNvPr>
          <p:cNvSpPr>
            <a:spLocks noChangeArrowheads="1"/>
          </p:cNvSpPr>
          <p:nvPr/>
        </p:nvSpPr>
        <p:spPr bwMode="auto">
          <a:xfrm>
            <a:off x="2493964" y="1552576"/>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E7C846DB-029D-8458-F80F-39C41AFC444F}"/>
              </a:ext>
            </a:extLst>
          </p:cNvPr>
          <p:cNvSpPr>
            <a:spLocks noGrp="1" noChangeArrowheads="1"/>
          </p:cNvSpPr>
          <p:nvPr>
            <p:ph type="title"/>
          </p:nvPr>
        </p:nvSpPr>
        <p:spPr>
          <a:noFill/>
          <a:ln/>
          <a:extLs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IP Address</a:t>
            </a:r>
            <a:endParaRPr lang="en-GB" altLang="en-US" sz="4000" b="1">
              <a:solidFill>
                <a:srgbClr val="E4005C"/>
              </a:solidFill>
            </a:endParaRPr>
          </a:p>
        </p:txBody>
      </p:sp>
      <p:pic>
        <p:nvPicPr>
          <p:cNvPr id="26633" name="Picture 9">
            <a:extLst>
              <a:ext uri="{FF2B5EF4-FFF2-40B4-BE49-F238E27FC236}">
                <a16:creationId xmlns:a16="http://schemas.microsoft.com/office/drawing/2014/main" id="{A49B4D5A-73C9-2E85-8212-3B6DF8F7C4F5}"/>
              </a:ext>
            </a:extLst>
          </p:cNvPr>
          <p:cNvPicPr>
            <a:picLocks noGrp="1" noChangeAspect="1" noChangeArrowheads="1"/>
          </p:cNvPicPr>
          <p:nvPr>
            <p:ph sz="quarter" idx="13"/>
          </p:nvPr>
        </p:nvPicPr>
        <p:blipFill>
          <a:blip r:embed="rId3">
            <a:extLst>
              <a:ext uri="{28A0092B-C50C-407E-A947-70E740481C1C}">
                <a14:useLocalDpi xmlns:a14="http://schemas.microsoft.com/office/drawing/2010/main" val="0"/>
              </a:ext>
            </a:extLst>
          </a:blip>
          <a:stretch>
            <a:fillRect/>
          </a:stretch>
        </p:blipFill>
        <p:spPr>
          <a:xfrm>
            <a:off x="3724275" y="3036094"/>
            <a:ext cx="4743450" cy="2085975"/>
          </a:xfrm>
          <a:noFill/>
          <a:ln/>
        </p:spPr>
      </p:pic>
      <p:sp>
        <p:nvSpPr>
          <p:cNvPr id="26628" name="AutoShape 4">
            <a:extLst>
              <a:ext uri="{FF2B5EF4-FFF2-40B4-BE49-F238E27FC236}">
                <a16:creationId xmlns:a16="http://schemas.microsoft.com/office/drawing/2014/main" id="{13FE8777-23C9-DFEF-F02C-E9FA869A1951}"/>
              </a:ext>
            </a:extLst>
          </p:cNvPr>
          <p:cNvSpPr>
            <a:spLocks noChangeArrowheads="1"/>
          </p:cNvSpPr>
          <p:nvPr/>
        </p:nvSpPr>
        <p:spPr bwMode="auto">
          <a:xfrm>
            <a:off x="2035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26629" name="AutoShape 5">
            <a:extLst>
              <a:ext uri="{FF2B5EF4-FFF2-40B4-BE49-F238E27FC236}">
                <a16:creationId xmlns:a16="http://schemas.microsoft.com/office/drawing/2014/main" id="{9BFFF334-0E6E-E8D8-735E-5B4DCB881040}"/>
              </a:ext>
            </a:extLst>
          </p:cNvPr>
          <p:cNvSpPr>
            <a:spLocks noChangeArrowheads="1"/>
          </p:cNvSpPr>
          <p:nvPr/>
        </p:nvSpPr>
        <p:spPr bwMode="auto">
          <a:xfrm>
            <a:off x="2159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26630" name="AutoShape 6">
            <a:extLst>
              <a:ext uri="{FF2B5EF4-FFF2-40B4-BE49-F238E27FC236}">
                <a16:creationId xmlns:a16="http://schemas.microsoft.com/office/drawing/2014/main" id="{504A0CAD-6012-6614-39BC-CA7B778B50E7}"/>
              </a:ext>
            </a:extLst>
          </p:cNvPr>
          <p:cNvSpPr>
            <a:spLocks noChangeArrowheads="1"/>
          </p:cNvSpPr>
          <p:nvPr/>
        </p:nvSpPr>
        <p:spPr bwMode="auto">
          <a:xfrm>
            <a:off x="2493964" y="1552576"/>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56EBBCF-C120-1468-A6C1-FE134A98768B}"/>
              </a:ext>
            </a:extLst>
          </p:cNvPr>
          <p:cNvSpPr>
            <a:spLocks noGrp="1" noChangeArrowheads="1"/>
          </p:cNvSpPr>
          <p:nvPr>
            <p:ph type="title"/>
          </p:nvPr>
        </p:nvSpPr>
        <p:spPr>
          <a:noFill/>
          <a:ln/>
          <a:extLs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IP Address</a:t>
            </a:r>
            <a:endParaRPr lang="en-GB" altLang="en-US" sz="4000" b="1">
              <a:solidFill>
                <a:srgbClr val="E4005C"/>
              </a:solidFill>
            </a:endParaRPr>
          </a:p>
        </p:txBody>
      </p:sp>
      <p:sp>
        <p:nvSpPr>
          <p:cNvPr id="28675" name="Rectangle 3">
            <a:extLst>
              <a:ext uri="{FF2B5EF4-FFF2-40B4-BE49-F238E27FC236}">
                <a16:creationId xmlns:a16="http://schemas.microsoft.com/office/drawing/2014/main" id="{50C7D273-4D65-AA3C-639B-805B0922126E}"/>
              </a:ext>
            </a:extLst>
          </p:cNvPr>
          <p:cNvSpPr>
            <a:spLocks noGrp="1" noChangeArrowheads="1"/>
          </p:cNvSpPr>
          <p:nvPr>
            <p:ph sz="quarter" idx="13"/>
          </p:nvPr>
        </p:nvSpPr>
        <p:spPr/>
        <p:txBody>
          <a:bodyPr>
            <a:normAutofit lnSpcReduction="10000"/>
          </a:bodyPr>
          <a:lstStyle/>
          <a:p>
            <a:pPr marL="392113" indent="-293688" algn="just" defTabSz="414338">
              <a:lnSpc>
                <a:spcPct val="80000"/>
              </a:lnSpc>
              <a:spcBef>
                <a:spcPct val="50000"/>
              </a:spcBef>
              <a:buClr>
                <a:srgbClr val="CC0000"/>
              </a:buClr>
              <a:buBlip>
                <a:blip r:embed="rId3"/>
              </a:buBlip>
            </a:pPr>
            <a:r>
              <a:rPr lang="en-US" altLang="en-US" sz="2400" b="1">
                <a:solidFill>
                  <a:srgbClr val="000066"/>
                </a:solidFill>
              </a:rPr>
              <a:t>Class A : Address begins with bit 0. It has 8 bit network number (range 0.0.0.0-to-127.255.255.255), 24 bit host number.</a:t>
            </a:r>
          </a:p>
          <a:p>
            <a:pPr marL="392113" indent="-293688" algn="just" defTabSz="414338">
              <a:lnSpc>
                <a:spcPct val="80000"/>
              </a:lnSpc>
              <a:spcBef>
                <a:spcPct val="50000"/>
              </a:spcBef>
              <a:buClr>
                <a:srgbClr val="CC0000"/>
              </a:buClr>
              <a:buBlip>
                <a:blip r:embed="rId3"/>
              </a:buBlip>
            </a:pPr>
            <a:r>
              <a:rPr lang="en-US" altLang="en-US" sz="2400" b="1">
                <a:solidFill>
                  <a:srgbClr val="000066"/>
                </a:solidFill>
              </a:rPr>
              <a:t>Class B : Address begins with bits 10. It has 16 bit network number (range 128.0.0.0-to-191.255.255.255), 16 bit host number.</a:t>
            </a:r>
          </a:p>
          <a:p>
            <a:pPr marL="392113" indent="-293688" algn="just" defTabSz="414338">
              <a:lnSpc>
                <a:spcPct val="80000"/>
              </a:lnSpc>
              <a:spcBef>
                <a:spcPct val="50000"/>
              </a:spcBef>
              <a:buClr>
                <a:srgbClr val="CC0000"/>
              </a:buClr>
              <a:buBlip>
                <a:blip r:embed="rId3"/>
              </a:buBlip>
            </a:pPr>
            <a:r>
              <a:rPr lang="en-US" altLang="en-US" sz="2400" b="1">
                <a:solidFill>
                  <a:srgbClr val="000066"/>
                </a:solidFill>
              </a:rPr>
              <a:t>Class C : Address begins with bits 110. It has 24 bit network number (range 192.0.0.0-to-223.255.255.255), 8 bit host number.</a:t>
            </a:r>
          </a:p>
          <a:p>
            <a:pPr marL="392113" indent="-293688" algn="just" defTabSz="414338">
              <a:lnSpc>
                <a:spcPct val="80000"/>
              </a:lnSpc>
              <a:spcBef>
                <a:spcPct val="50000"/>
              </a:spcBef>
              <a:buClr>
                <a:srgbClr val="CC0000"/>
              </a:buClr>
              <a:buBlip>
                <a:blip r:embed="rId3"/>
              </a:buBlip>
            </a:pPr>
            <a:r>
              <a:rPr lang="en-US" altLang="en-US" sz="2400" b="1">
                <a:solidFill>
                  <a:srgbClr val="000066"/>
                </a:solidFill>
              </a:rPr>
              <a:t>Class D : Begins with 1110, multicast addresses (224.0.0.0-to-239.255.255.255)</a:t>
            </a:r>
          </a:p>
          <a:p>
            <a:pPr marL="392113" indent="-293688" algn="just" defTabSz="414338">
              <a:lnSpc>
                <a:spcPct val="80000"/>
              </a:lnSpc>
              <a:spcBef>
                <a:spcPct val="50000"/>
              </a:spcBef>
              <a:buClr>
                <a:srgbClr val="CC0000"/>
              </a:buClr>
              <a:buBlip>
                <a:blip r:embed="rId3"/>
              </a:buBlip>
            </a:pPr>
            <a:r>
              <a:rPr lang="en-US" altLang="en-US" sz="2400" b="1">
                <a:solidFill>
                  <a:srgbClr val="000066"/>
                </a:solidFill>
              </a:rPr>
              <a:t>Class E : Begins with 11110, unused</a:t>
            </a:r>
          </a:p>
        </p:txBody>
      </p:sp>
      <p:sp>
        <p:nvSpPr>
          <p:cNvPr id="28677" name="AutoShape 5">
            <a:extLst>
              <a:ext uri="{FF2B5EF4-FFF2-40B4-BE49-F238E27FC236}">
                <a16:creationId xmlns:a16="http://schemas.microsoft.com/office/drawing/2014/main" id="{660207DE-9CAE-94BF-EF11-ED82F36C9147}"/>
              </a:ext>
            </a:extLst>
          </p:cNvPr>
          <p:cNvSpPr>
            <a:spLocks noChangeArrowheads="1"/>
          </p:cNvSpPr>
          <p:nvPr/>
        </p:nvSpPr>
        <p:spPr bwMode="auto">
          <a:xfrm>
            <a:off x="2035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28678" name="AutoShape 6">
            <a:extLst>
              <a:ext uri="{FF2B5EF4-FFF2-40B4-BE49-F238E27FC236}">
                <a16:creationId xmlns:a16="http://schemas.microsoft.com/office/drawing/2014/main" id="{07FAAE5C-E490-622C-EFE4-4B67842AB5C3}"/>
              </a:ext>
            </a:extLst>
          </p:cNvPr>
          <p:cNvSpPr>
            <a:spLocks noChangeArrowheads="1"/>
          </p:cNvSpPr>
          <p:nvPr/>
        </p:nvSpPr>
        <p:spPr bwMode="auto">
          <a:xfrm>
            <a:off x="2159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28679" name="AutoShape 7">
            <a:extLst>
              <a:ext uri="{FF2B5EF4-FFF2-40B4-BE49-F238E27FC236}">
                <a16:creationId xmlns:a16="http://schemas.microsoft.com/office/drawing/2014/main" id="{4D41FC73-A184-16CE-8E5D-9723DC4303A0}"/>
              </a:ext>
            </a:extLst>
          </p:cNvPr>
          <p:cNvSpPr>
            <a:spLocks noChangeArrowheads="1"/>
          </p:cNvSpPr>
          <p:nvPr/>
        </p:nvSpPr>
        <p:spPr bwMode="auto">
          <a:xfrm>
            <a:off x="2493964" y="1552576"/>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E25291F-F959-94D5-9C96-6C2DE21FFCDD}"/>
              </a:ext>
            </a:extLst>
          </p:cNvPr>
          <p:cNvSpPr>
            <a:spLocks noGrp="1" noChangeArrowheads="1"/>
          </p:cNvSpPr>
          <p:nvPr>
            <p:ph type="title"/>
          </p:nvPr>
        </p:nvSpPr>
        <p:spPr>
          <a:noFill/>
          <a:ln/>
          <a:extLs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Subnet Mask</a:t>
            </a:r>
            <a:endParaRPr lang="en-GB" altLang="en-US" sz="4000" b="1">
              <a:solidFill>
                <a:srgbClr val="E4005C"/>
              </a:solidFill>
            </a:endParaRPr>
          </a:p>
        </p:txBody>
      </p:sp>
      <p:sp>
        <p:nvSpPr>
          <p:cNvPr id="30729" name="Rectangle 9">
            <a:extLst>
              <a:ext uri="{FF2B5EF4-FFF2-40B4-BE49-F238E27FC236}">
                <a16:creationId xmlns:a16="http://schemas.microsoft.com/office/drawing/2014/main" id="{AD16778A-D92F-98BB-E476-35960BEFDDD2}"/>
              </a:ext>
            </a:extLst>
          </p:cNvPr>
          <p:cNvSpPr>
            <a:spLocks noGrp="1" noChangeArrowheads="1"/>
          </p:cNvSpPr>
          <p:nvPr>
            <p:ph sz="quarter" idx="13"/>
          </p:nvPr>
        </p:nvSpPr>
        <p:spPr/>
        <p:txBody>
          <a:bodyPr/>
          <a:lstStyle/>
          <a:p>
            <a:pPr algn="just">
              <a:spcBef>
                <a:spcPct val="50000"/>
              </a:spcBef>
              <a:buFontTx/>
              <a:buBlip>
                <a:blip r:embed="rId3"/>
              </a:buBlip>
            </a:pPr>
            <a:r>
              <a:rPr lang="en-US" altLang="en-US" sz="2400" b="1" dirty="0">
                <a:solidFill>
                  <a:srgbClr val="000066"/>
                </a:solidFill>
              </a:rPr>
              <a:t>Consider IP address = 192.168.2.25</a:t>
            </a:r>
          </a:p>
          <a:p>
            <a:pPr lvl="1" algn="just">
              <a:buFontTx/>
              <a:buBlip>
                <a:blip r:embed="rId3"/>
              </a:buBlip>
            </a:pPr>
            <a:r>
              <a:rPr lang="en-US" altLang="en-US" b="1" dirty="0">
                <a:solidFill>
                  <a:srgbClr val="000066"/>
                </a:solidFill>
              </a:rPr>
              <a:t>First few bits (left to right) identify network/subnet </a:t>
            </a:r>
          </a:p>
          <a:p>
            <a:pPr lvl="1" algn="just">
              <a:buFontTx/>
              <a:buBlip>
                <a:blip r:embed="rId3"/>
              </a:buBlip>
            </a:pPr>
            <a:r>
              <a:rPr lang="en-US" altLang="en-US" b="1" dirty="0">
                <a:solidFill>
                  <a:srgbClr val="000066"/>
                </a:solidFill>
              </a:rPr>
              <a:t>Remaining bits identify host/interface</a:t>
            </a:r>
          </a:p>
          <a:p>
            <a:pPr algn="just">
              <a:spcBef>
                <a:spcPct val="50000"/>
              </a:spcBef>
              <a:buFontTx/>
              <a:buBlip>
                <a:blip r:embed="rId3"/>
              </a:buBlip>
            </a:pPr>
            <a:r>
              <a:rPr lang="en-US" altLang="en-US" sz="2400" b="1" dirty="0">
                <a:solidFill>
                  <a:srgbClr val="000066"/>
                </a:solidFill>
              </a:rPr>
              <a:t>Number of subnet bits is called subnet mask, e.g.</a:t>
            </a:r>
          </a:p>
          <a:p>
            <a:pPr lvl="1" algn="just">
              <a:spcBef>
                <a:spcPct val="50000"/>
              </a:spcBef>
              <a:buFontTx/>
              <a:buBlip>
                <a:blip r:embed="rId3"/>
              </a:buBlip>
            </a:pPr>
            <a:r>
              <a:rPr lang="en-US" altLang="en-US" b="1" dirty="0">
                <a:solidFill>
                  <a:srgbClr val="000066"/>
                </a:solidFill>
              </a:rPr>
              <a:t>Subnet IP Address range is 192.168.2.0 – 192.168.2.255 or Mask = 255.255.255.0</a:t>
            </a:r>
          </a:p>
          <a:p>
            <a:pPr lvl="1" algn="just">
              <a:spcBef>
                <a:spcPct val="50000"/>
              </a:spcBef>
              <a:buFontTx/>
              <a:buBlip>
                <a:blip r:embed="rId3"/>
              </a:buBlip>
            </a:pPr>
            <a:r>
              <a:rPr lang="en-US" altLang="en-US" b="1" dirty="0">
                <a:solidFill>
                  <a:srgbClr val="000066"/>
                </a:solidFill>
              </a:rPr>
              <a:t>Subnet IP Address range is 192.168.2.0 – 192.168.2.15 or Mask = 255.255.255.240</a:t>
            </a:r>
          </a:p>
          <a:p>
            <a:endParaRPr lang="en-US" altLang="en-US" sz="2400" b="1" dirty="0">
              <a:solidFill>
                <a:srgbClr val="000066"/>
              </a:solidFill>
            </a:endParaRPr>
          </a:p>
        </p:txBody>
      </p:sp>
      <p:sp>
        <p:nvSpPr>
          <p:cNvPr id="30724" name="AutoShape 4">
            <a:extLst>
              <a:ext uri="{FF2B5EF4-FFF2-40B4-BE49-F238E27FC236}">
                <a16:creationId xmlns:a16="http://schemas.microsoft.com/office/drawing/2014/main" id="{70D31166-8262-2480-239C-31B4E5582266}"/>
              </a:ext>
            </a:extLst>
          </p:cNvPr>
          <p:cNvSpPr>
            <a:spLocks noChangeArrowheads="1"/>
          </p:cNvSpPr>
          <p:nvPr/>
        </p:nvSpPr>
        <p:spPr bwMode="auto">
          <a:xfrm>
            <a:off x="2035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30725" name="AutoShape 5">
            <a:extLst>
              <a:ext uri="{FF2B5EF4-FFF2-40B4-BE49-F238E27FC236}">
                <a16:creationId xmlns:a16="http://schemas.microsoft.com/office/drawing/2014/main" id="{B9031FC1-8E91-0703-8B85-292DA788E156}"/>
              </a:ext>
            </a:extLst>
          </p:cNvPr>
          <p:cNvSpPr>
            <a:spLocks noChangeArrowheads="1"/>
          </p:cNvSpPr>
          <p:nvPr/>
        </p:nvSpPr>
        <p:spPr bwMode="auto">
          <a:xfrm>
            <a:off x="2159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30726" name="AutoShape 6">
            <a:extLst>
              <a:ext uri="{FF2B5EF4-FFF2-40B4-BE49-F238E27FC236}">
                <a16:creationId xmlns:a16="http://schemas.microsoft.com/office/drawing/2014/main" id="{60B96195-99F4-6259-C914-315D7B1FB736}"/>
              </a:ext>
            </a:extLst>
          </p:cNvPr>
          <p:cNvSpPr>
            <a:spLocks noChangeArrowheads="1"/>
          </p:cNvSpPr>
          <p:nvPr/>
        </p:nvSpPr>
        <p:spPr bwMode="auto">
          <a:xfrm>
            <a:off x="2493964" y="1552576"/>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01A3988-FA71-AD8F-B98D-8AC99F0C9348}"/>
              </a:ext>
            </a:extLst>
          </p:cNvPr>
          <p:cNvSpPr>
            <a:spLocks noGrp="1" noChangeArrowheads="1"/>
          </p:cNvSpPr>
          <p:nvPr>
            <p:ph type="title"/>
          </p:nvPr>
        </p:nvSpPr>
        <p:spPr>
          <a:noFill/>
          <a:ln/>
          <a:extLs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IP Address, Subnet Mask and Gateway</a:t>
            </a:r>
            <a:endParaRPr lang="en-GB" altLang="en-US" sz="4000" b="1">
              <a:solidFill>
                <a:srgbClr val="E4005C"/>
              </a:solidFill>
            </a:endParaRPr>
          </a:p>
        </p:txBody>
      </p:sp>
      <p:sp>
        <p:nvSpPr>
          <p:cNvPr id="32771" name="Rectangle 3">
            <a:extLst>
              <a:ext uri="{FF2B5EF4-FFF2-40B4-BE49-F238E27FC236}">
                <a16:creationId xmlns:a16="http://schemas.microsoft.com/office/drawing/2014/main" id="{A05371FB-41C8-EE6A-A71F-E87DE3E4E156}"/>
              </a:ext>
            </a:extLst>
          </p:cNvPr>
          <p:cNvSpPr>
            <a:spLocks noGrp="1" noChangeArrowheads="1"/>
          </p:cNvSpPr>
          <p:nvPr>
            <p:ph sz="quarter" idx="13"/>
          </p:nvPr>
        </p:nvSpPr>
        <p:spPr/>
        <p:txBody>
          <a:bodyPr>
            <a:normAutofit fontScale="85000" lnSpcReduction="10000"/>
          </a:bodyPr>
          <a:lstStyle/>
          <a:p>
            <a:pPr marL="392113" indent="-293688" algn="just" defTabSz="414338">
              <a:buClr>
                <a:srgbClr val="CC0000"/>
              </a:buClr>
              <a:buBlip>
                <a:blip r:embed="rId3"/>
              </a:buBlip>
            </a:pPr>
            <a:r>
              <a:rPr lang="en-US" altLang="en-US" sz="2400" b="1">
                <a:solidFill>
                  <a:srgbClr val="000066"/>
                </a:solidFill>
              </a:rPr>
              <a:t>IP Address and Subnet Mask define the Subnet</a:t>
            </a:r>
          </a:p>
          <a:p>
            <a:pPr marL="392113" indent="-293688" algn="just" defTabSz="414338">
              <a:buClr>
                <a:srgbClr val="CC0000"/>
              </a:buClr>
              <a:buBlip>
                <a:blip r:embed="rId3"/>
              </a:buBlip>
            </a:pPr>
            <a:r>
              <a:rPr lang="en-US" altLang="en-US" sz="2400" b="1">
                <a:solidFill>
                  <a:srgbClr val="000066"/>
                </a:solidFill>
              </a:rPr>
              <a:t>For Example IP address 172.31.1.0 and Subnet Mask of 255.255.240.0 means that the subnet address ranges from 172.31.0.0 to 172.31.15.255</a:t>
            </a:r>
          </a:p>
          <a:p>
            <a:pPr marL="392113" indent="-293688" algn="just" defTabSz="414338">
              <a:buClr>
                <a:srgbClr val="CC0000"/>
              </a:buClr>
              <a:buBlip>
                <a:blip r:embed="rId3"/>
              </a:buBlip>
            </a:pPr>
            <a:r>
              <a:rPr lang="en-US" altLang="en-US" sz="2400" b="1">
                <a:solidFill>
                  <a:srgbClr val="000066"/>
                </a:solidFill>
              </a:rPr>
              <a:t>Another notation is 172.31.1.0/28</a:t>
            </a:r>
          </a:p>
          <a:p>
            <a:pPr marL="392113" indent="-293688" algn="just" defTabSz="414338">
              <a:buClr>
                <a:srgbClr val="CC0000"/>
              </a:buClr>
              <a:buBlip>
                <a:blip r:embed="rId3"/>
              </a:buBlip>
            </a:pPr>
            <a:r>
              <a:rPr lang="en-US" altLang="en-US" sz="2400" b="1">
                <a:solidFill>
                  <a:srgbClr val="000066"/>
                </a:solidFill>
              </a:rPr>
              <a:t>The first Address is the Network Address and the last Address is the Broadcast Address. They are reserved and cannot be assigned to any node.</a:t>
            </a:r>
          </a:p>
          <a:p>
            <a:pPr marL="392113" indent="-293688" algn="just" defTabSz="414338">
              <a:buClr>
                <a:srgbClr val="CC0000"/>
              </a:buClr>
              <a:buBlip>
                <a:blip r:embed="rId3"/>
              </a:buBlip>
            </a:pPr>
            <a:r>
              <a:rPr lang="en-US" altLang="en-US" sz="2400" b="1">
                <a:solidFill>
                  <a:srgbClr val="000066"/>
                </a:solidFill>
              </a:rPr>
              <a:t>The Gateway Address is the Address of the router where the packet should be sent in case the destination host does not belong to the same subnet</a:t>
            </a:r>
          </a:p>
        </p:txBody>
      </p:sp>
      <p:sp>
        <p:nvSpPr>
          <p:cNvPr id="32773" name="AutoShape 5">
            <a:extLst>
              <a:ext uri="{FF2B5EF4-FFF2-40B4-BE49-F238E27FC236}">
                <a16:creationId xmlns:a16="http://schemas.microsoft.com/office/drawing/2014/main" id="{7287B294-5EF0-CAAE-5EDF-FF52AEE4836A}"/>
              </a:ext>
            </a:extLst>
          </p:cNvPr>
          <p:cNvSpPr>
            <a:spLocks noChangeArrowheads="1"/>
          </p:cNvSpPr>
          <p:nvPr/>
        </p:nvSpPr>
        <p:spPr bwMode="auto">
          <a:xfrm>
            <a:off x="2035175" y="1458913"/>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32774" name="AutoShape 6">
            <a:extLst>
              <a:ext uri="{FF2B5EF4-FFF2-40B4-BE49-F238E27FC236}">
                <a16:creationId xmlns:a16="http://schemas.microsoft.com/office/drawing/2014/main" id="{94F185E5-89B9-2079-2178-C7E511FF18D3}"/>
              </a:ext>
            </a:extLst>
          </p:cNvPr>
          <p:cNvSpPr>
            <a:spLocks noChangeArrowheads="1"/>
          </p:cNvSpPr>
          <p:nvPr/>
        </p:nvSpPr>
        <p:spPr bwMode="auto">
          <a:xfrm>
            <a:off x="2159000" y="1581150"/>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32775" name="AutoShape 7">
            <a:extLst>
              <a:ext uri="{FF2B5EF4-FFF2-40B4-BE49-F238E27FC236}">
                <a16:creationId xmlns:a16="http://schemas.microsoft.com/office/drawing/2014/main" id="{AA920231-0CBF-9479-4466-BFC8C8450E5F}"/>
              </a:ext>
            </a:extLst>
          </p:cNvPr>
          <p:cNvSpPr>
            <a:spLocks noChangeArrowheads="1"/>
          </p:cNvSpPr>
          <p:nvPr/>
        </p:nvSpPr>
        <p:spPr bwMode="auto">
          <a:xfrm>
            <a:off x="2493964" y="1792288"/>
            <a:ext cx="7407275" cy="36512"/>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A33D09C5-B9E7-FE21-9A98-803935B0493D}"/>
              </a:ext>
            </a:extLst>
          </p:cNvPr>
          <p:cNvSpPr>
            <a:spLocks noGrp="1" noChangeArrowheads="1"/>
          </p:cNvSpPr>
          <p:nvPr>
            <p:ph type="title"/>
          </p:nvPr>
        </p:nvSpPr>
        <p:spPr>
          <a:noFill/>
          <a:ln/>
          <a:extLs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IP Configuration of an Interface</a:t>
            </a:r>
            <a:endParaRPr lang="en-GB" altLang="en-US" sz="4000" b="1">
              <a:solidFill>
                <a:srgbClr val="E4005C"/>
              </a:solidFill>
            </a:endParaRPr>
          </a:p>
        </p:txBody>
      </p:sp>
      <p:sp>
        <p:nvSpPr>
          <p:cNvPr id="2" name="Content Placeholder 1">
            <a:extLst>
              <a:ext uri="{FF2B5EF4-FFF2-40B4-BE49-F238E27FC236}">
                <a16:creationId xmlns:a16="http://schemas.microsoft.com/office/drawing/2014/main" id="{FEE066AD-A003-1334-AEA1-1DF9480825DC}"/>
              </a:ext>
            </a:extLst>
          </p:cNvPr>
          <p:cNvSpPr>
            <a:spLocks noGrp="1"/>
          </p:cNvSpPr>
          <p:nvPr>
            <p:ph sz="quarter" idx="13"/>
          </p:nvPr>
        </p:nvSpPr>
        <p:spPr/>
        <p:txBody>
          <a:bodyPr/>
          <a:lstStyle/>
          <a:p>
            <a:endParaRPr lang="en-US"/>
          </a:p>
        </p:txBody>
      </p:sp>
      <p:sp>
        <p:nvSpPr>
          <p:cNvPr id="34820" name="AutoShape 4">
            <a:extLst>
              <a:ext uri="{FF2B5EF4-FFF2-40B4-BE49-F238E27FC236}">
                <a16:creationId xmlns:a16="http://schemas.microsoft.com/office/drawing/2014/main" id="{9B5C0F70-47D0-608C-2513-F2FB5090EE19}"/>
              </a:ext>
            </a:extLst>
          </p:cNvPr>
          <p:cNvSpPr>
            <a:spLocks noChangeArrowheads="1"/>
          </p:cNvSpPr>
          <p:nvPr/>
        </p:nvSpPr>
        <p:spPr bwMode="auto">
          <a:xfrm>
            <a:off x="2035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34821" name="AutoShape 5">
            <a:extLst>
              <a:ext uri="{FF2B5EF4-FFF2-40B4-BE49-F238E27FC236}">
                <a16:creationId xmlns:a16="http://schemas.microsoft.com/office/drawing/2014/main" id="{C941A64C-1F33-9C88-AE33-D0102E5F1961}"/>
              </a:ext>
            </a:extLst>
          </p:cNvPr>
          <p:cNvSpPr>
            <a:spLocks noChangeArrowheads="1"/>
          </p:cNvSpPr>
          <p:nvPr/>
        </p:nvSpPr>
        <p:spPr bwMode="auto">
          <a:xfrm>
            <a:off x="2159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34822" name="AutoShape 6">
            <a:extLst>
              <a:ext uri="{FF2B5EF4-FFF2-40B4-BE49-F238E27FC236}">
                <a16:creationId xmlns:a16="http://schemas.microsoft.com/office/drawing/2014/main" id="{B4FD532F-D0C6-E0E7-EB3B-D97999F3CAD8}"/>
              </a:ext>
            </a:extLst>
          </p:cNvPr>
          <p:cNvSpPr>
            <a:spLocks noChangeArrowheads="1"/>
          </p:cNvSpPr>
          <p:nvPr/>
        </p:nvSpPr>
        <p:spPr bwMode="auto">
          <a:xfrm>
            <a:off x="2493964" y="1552576"/>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graphicFrame>
        <p:nvGraphicFramePr>
          <p:cNvPr id="34825" name="Object 9">
            <a:extLst>
              <a:ext uri="{FF2B5EF4-FFF2-40B4-BE49-F238E27FC236}">
                <a16:creationId xmlns:a16="http://schemas.microsoft.com/office/drawing/2014/main" id="{C16BD1AF-55D5-7C4A-F837-BF46F42BED5D}"/>
              </a:ext>
            </a:extLst>
          </p:cNvPr>
          <p:cNvGraphicFramePr>
            <a:graphicFrameLocks noChangeAspect="1"/>
          </p:cNvGraphicFramePr>
          <p:nvPr/>
        </p:nvGraphicFramePr>
        <p:xfrm>
          <a:off x="1905000" y="1905000"/>
          <a:ext cx="4522788" cy="4953000"/>
        </p:xfrm>
        <a:graphic>
          <a:graphicData uri="http://schemas.openxmlformats.org/presentationml/2006/ole">
            <mc:AlternateContent xmlns:mc="http://schemas.openxmlformats.org/markup-compatibility/2006">
              <mc:Choice xmlns:v="urn:schemas-microsoft-com:vml" Requires="v">
                <p:oleObj name="Bitmap Image" r:id="rId3" imgW="4009524" imgH="4390476" progId="Paint.Picture">
                  <p:embed/>
                </p:oleObj>
              </mc:Choice>
              <mc:Fallback>
                <p:oleObj name="Bitmap Image" r:id="rId3" imgW="4009524" imgH="4390476" progId="Paint.Picture">
                  <p:embed/>
                  <p:pic>
                    <p:nvPicPr>
                      <p:cNvPr id="34825" name="Object 9">
                        <a:extLst>
                          <a:ext uri="{FF2B5EF4-FFF2-40B4-BE49-F238E27FC236}">
                            <a16:creationId xmlns:a16="http://schemas.microsoft.com/office/drawing/2014/main" id="{C16BD1AF-55D5-7C4A-F837-BF46F42BED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905000"/>
                        <a:ext cx="4522788"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6" name="Object 10">
            <a:extLst>
              <a:ext uri="{FF2B5EF4-FFF2-40B4-BE49-F238E27FC236}">
                <a16:creationId xmlns:a16="http://schemas.microsoft.com/office/drawing/2014/main" id="{57206EFB-F078-FE23-3A94-960DA643BEE6}"/>
              </a:ext>
            </a:extLst>
          </p:cNvPr>
          <p:cNvGraphicFramePr>
            <a:graphicFrameLocks noChangeAspect="1"/>
          </p:cNvGraphicFramePr>
          <p:nvPr/>
        </p:nvGraphicFramePr>
        <p:xfrm>
          <a:off x="6305550" y="1905001"/>
          <a:ext cx="4362450" cy="4886325"/>
        </p:xfrm>
        <a:graphic>
          <a:graphicData uri="http://schemas.openxmlformats.org/presentationml/2006/ole">
            <mc:AlternateContent xmlns:mc="http://schemas.openxmlformats.org/markup-compatibility/2006">
              <mc:Choice xmlns:v="urn:schemas-microsoft-com:vml" Requires="v">
                <p:oleObj name="Bitmap Image" r:id="rId5" imgW="3885714" imgH="4352381" progId="Paint.Picture">
                  <p:embed/>
                </p:oleObj>
              </mc:Choice>
              <mc:Fallback>
                <p:oleObj name="Bitmap Image" r:id="rId5" imgW="3885714" imgH="4352381" progId="Paint.Picture">
                  <p:embed/>
                  <p:pic>
                    <p:nvPicPr>
                      <p:cNvPr id="34826" name="Object 10">
                        <a:extLst>
                          <a:ext uri="{FF2B5EF4-FFF2-40B4-BE49-F238E27FC236}">
                            <a16:creationId xmlns:a16="http://schemas.microsoft.com/office/drawing/2014/main" id="{57206EFB-F078-FE23-3A94-960DA643BE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5550" y="1905001"/>
                        <a:ext cx="4362450" cy="488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7" name="Text Box 11">
            <a:extLst>
              <a:ext uri="{FF2B5EF4-FFF2-40B4-BE49-F238E27FC236}">
                <a16:creationId xmlns:a16="http://schemas.microsoft.com/office/drawing/2014/main" id="{67DA20B2-8B59-EA55-433E-BC50C0AD748A}"/>
              </a:ext>
            </a:extLst>
          </p:cNvPr>
          <p:cNvSpPr txBox="1">
            <a:spLocks noChangeArrowheads="1"/>
          </p:cNvSpPr>
          <p:nvPr/>
        </p:nvSpPr>
        <p:spPr bwMode="auto">
          <a:xfrm>
            <a:off x="3352800" y="1524000"/>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solidFill>
                  <a:srgbClr val="000066"/>
                </a:solidFill>
              </a:rPr>
              <a:t>Static</a:t>
            </a:r>
          </a:p>
        </p:txBody>
      </p:sp>
      <p:sp>
        <p:nvSpPr>
          <p:cNvPr id="34828" name="Text Box 12">
            <a:extLst>
              <a:ext uri="{FF2B5EF4-FFF2-40B4-BE49-F238E27FC236}">
                <a16:creationId xmlns:a16="http://schemas.microsoft.com/office/drawing/2014/main" id="{D3C12774-541C-4833-7B1F-32EE135CED70}"/>
              </a:ext>
            </a:extLst>
          </p:cNvPr>
          <p:cNvSpPr txBox="1">
            <a:spLocks noChangeArrowheads="1"/>
          </p:cNvSpPr>
          <p:nvPr/>
        </p:nvSpPr>
        <p:spPr bwMode="auto">
          <a:xfrm>
            <a:off x="7696200" y="1524000"/>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solidFill>
                  <a:srgbClr val="000066"/>
                </a:solidFill>
              </a:rPr>
              <a:t>DHCP</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4395EBA0-CAF9-9653-742F-8155EB8B74C4}"/>
              </a:ext>
            </a:extLst>
          </p:cNvPr>
          <p:cNvSpPr>
            <a:spLocks noGrp="1" noChangeArrowheads="1"/>
          </p:cNvSpPr>
          <p:nvPr>
            <p:ph type="title"/>
          </p:nvPr>
        </p:nvSpPr>
        <p:spPr>
          <a:noFill/>
          <a:ln/>
          <a:extLs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ARP</a:t>
            </a:r>
            <a:endParaRPr lang="en-GB" altLang="en-US" sz="4000" b="1">
              <a:solidFill>
                <a:srgbClr val="E4005C"/>
              </a:solidFill>
            </a:endParaRPr>
          </a:p>
        </p:txBody>
      </p:sp>
      <p:sp>
        <p:nvSpPr>
          <p:cNvPr id="36867" name="Rectangle 3">
            <a:extLst>
              <a:ext uri="{FF2B5EF4-FFF2-40B4-BE49-F238E27FC236}">
                <a16:creationId xmlns:a16="http://schemas.microsoft.com/office/drawing/2014/main" id="{CC117A51-0B81-A53D-7364-FA0459F5E888}"/>
              </a:ext>
            </a:extLst>
          </p:cNvPr>
          <p:cNvSpPr>
            <a:spLocks noGrp="1" noChangeArrowheads="1"/>
          </p:cNvSpPr>
          <p:nvPr>
            <p:ph sz="quarter" idx="13"/>
          </p:nvPr>
        </p:nvSpPr>
        <p:spPr/>
        <p:txBody>
          <a:bodyPr>
            <a:normAutofit fontScale="92500" lnSpcReduction="10000"/>
          </a:bodyPr>
          <a:lstStyle/>
          <a:p>
            <a:pPr marL="392113" indent="-293688" defTabSz="414338">
              <a:spcBef>
                <a:spcPct val="50000"/>
              </a:spcBef>
              <a:buBlip>
                <a:blip r:embed="rId3"/>
              </a:buBlip>
            </a:pPr>
            <a:r>
              <a:rPr lang="en-US" altLang="en-US" sz="2400" b="1">
                <a:solidFill>
                  <a:srgbClr val="000066"/>
                </a:solidFill>
              </a:rPr>
              <a:t>ARP (Address Resolution Protocol) is used in Ethernet Networks to find the MAC address of a node given its IP address.</a:t>
            </a:r>
          </a:p>
          <a:p>
            <a:pPr marL="392113" indent="-293688" defTabSz="414338">
              <a:spcBef>
                <a:spcPct val="50000"/>
              </a:spcBef>
              <a:buBlip>
                <a:blip r:embed="rId3"/>
              </a:buBlip>
            </a:pPr>
            <a:r>
              <a:rPr lang="en-US" altLang="en-US" sz="2400" b="1">
                <a:solidFill>
                  <a:srgbClr val="000066"/>
                </a:solidFill>
              </a:rPr>
              <a:t>Source node (say 192.168.2.32) sends broadcast message (ARP Request) on its subnet asking ``Who is 192.168.2.33’’.</a:t>
            </a:r>
          </a:p>
          <a:p>
            <a:pPr marL="392113" indent="-293688" defTabSz="414338">
              <a:spcBef>
                <a:spcPct val="50000"/>
              </a:spcBef>
              <a:buBlip>
                <a:blip r:embed="rId3"/>
              </a:buBlip>
            </a:pPr>
            <a:r>
              <a:rPr lang="en-US" altLang="en-US" sz="2400" b="1">
                <a:solidFill>
                  <a:srgbClr val="000066"/>
                </a:solidFill>
              </a:rPr>
              <a:t>All computers on subnet receive this request</a:t>
            </a:r>
          </a:p>
          <a:p>
            <a:pPr marL="392113" indent="-293688" defTabSz="414338">
              <a:spcBef>
                <a:spcPct val="50000"/>
              </a:spcBef>
              <a:buBlip>
                <a:blip r:embed="rId3"/>
              </a:buBlip>
            </a:pPr>
            <a:r>
              <a:rPr lang="en-US" altLang="en-US" sz="2400" b="1">
                <a:solidFill>
                  <a:srgbClr val="000066"/>
                </a:solidFill>
              </a:rPr>
              <a:t>Destination responds (ARP Reply) since it has 192.168.2.33</a:t>
            </a:r>
          </a:p>
          <a:p>
            <a:pPr marL="782638" lvl="1" indent="-260350" defTabSz="414338">
              <a:spcBef>
                <a:spcPct val="50000"/>
              </a:spcBef>
              <a:buBlip>
                <a:blip r:embed="rId3"/>
              </a:buBlip>
            </a:pPr>
            <a:r>
              <a:rPr lang="en-US" altLang="en-US" b="1">
                <a:solidFill>
                  <a:srgbClr val="000066"/>
                </a:solidFill>
              </a:rPr>
              <a:t>Provides its MAC address in response</a:t>
            </a:r>
            <a:endParaRPr lang="en-US" altLang="en-US" sz="2000" b="1">
              <a:solidFill>
                <a:srgbClr val="000066"/>
              </a:solidFill>
            </a:endParaRPr>
          </a:p>
        </p:txBody>
      </p:sp>
      <p:sp>
        <p:nvSpPr>
          <p:cNvPr id="36869" name="AutoShape 5">
            <a:extLst>
              <a:ext uri="{FF2B5EF4-FFF2-40B4-BE49-F238E27FC236}">
                <a16:creationId xmlns:a16="http://schemas.microsoft.com/office/drawing/2014/main" id="{A310B28C-138D-F8C5-E82F-BD895A144400}"/>
              </a:ext>
            </a:extLst>
          </p:cNvPr>
          <p:cNvSpPr>
            <a:spLocks noChangeArrowheads="1"/>
          </p:cNvSpPr>
          <p:nvPr/>
        </p:nvSpPr>
        <p:spPr bwMode="auto">
          <a:xfrm>
            <a:off x="2035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36870" name="AutoShape 6">
            <a:extLst>
              <a:ext uri="{FF2B5EF4-FFF2-40B4-BE49-F238E27FC236}">
                <a16:creationId xmlns:a16="http://schemas.microsoft.com/office/drawing/2014/main" id="{13F0CD58-D5CA-5251-B955-C8917A5F086D}"/>
              </a:ext>
            </a:extLst>
          </p:cNvPr>
          <p:cNvSpPr>
            <a:spLocks noChangeArrowheads="1"/>
          </p:cNvSpPr>
          <p:nvPr/>
        </p:nvSpPr>
        <p:spPr bwMode="auto">
          <a:xfrm>
            <a:off x="2159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36871" name="AutoShape 7">
            <a:extLst>
              <a:ext uri="{FF2B5EF4-FFF2-40B4-BE49-F238E27FC236}">
                <a16:creationId xmlns:a16="http://schemas.microsoft.com/office/drawing/2014/main" id="{89398278-0F6C-FFC3-FCFC-96C6F6171FCD}"/>
              </a:ext>
            </a:extLst>
          </p:cNvPr>
          <p:cNvSpPr>
            <a:spLocks noChangeArrowheads="1"/>
          </p:cNvSpPr>
          <p:nvPr/>
        </p:nvSpPr>
        <p:spPr bwMode="auto">
          <a:xfrm>
            <a:off x="2493964" y="1552576"/>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1FD75B2-0B77-14B3-1E1E-0289DA716A2E}"/>
              </a:ext>
            </a:extLst>
          </p:cNvPr>
          <p:cNvSpPr>
            <a:spLocks noGrp="1" noChangeArrowheads="1"/>
          </p:cNvSpPr>
          <p:nvPr>
            <p:ph type="title"/>
          </p:nvPr>
        </p:nvSpPr>
        <p:spPr>
          <a:noFill/>
          <a:ln/>
          <a:extLs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Private vs Public IP Addresses</a:t>
            </a:r>
            <a:endParaRPr lang="en-GB" altLang="en-US" sz="4000" b="1">
              <a:solidFill>
                <a:srgbClr val="E4005C"/>
              </a:solidFill>
            </a:endParaRPr>
          </a:p>
        </p:txBody>
      </p:sp>
      <p:sp>
        <p:nvSpPr>
          <p:cNvPr id="6147" name="Rectangle 3">
            <a:extLst>
              <a:ext uri="{FF2B5EF4-FFF2-40B4-BE49-F238E27FC236}">
                <a16:creationId xmlns:a16="http://schemas.microsoft.com/office/drawing/2014/main" id="{0F9B444A-C273-A46F-F0ED-6758E2127080}"/>
              </a:ext>
            </a:extLst>
          </p:cNvPr>
          <p:cNvSpPr>
            <a:spLocks noGrp="1" noChangeArrowheads="1"/>
          </p:cNvSpPr>
          <p:nvPr>
            <p:ph sz="quarter" idx="13"/>
          </p:nvPr>
        </p:nvSpPr>
        <p:spPr/>
        <p:txBody>
          <a:bodyPr>
            <a:normAutofit fontScale="92500" lnSpcReduction="20000"/>
          </a:bodyPr>
          <a:lstStyle/>
          <a:p>
            <a:pPr marL="392113" indent="-293688" algn="just" defTabSz="414338">
              <a:lnSpc>
                <a:spcPct val="90000"/>
              </a:lnSpc>
              <a:spcBef>
                <a:spcPct val="50000"/>
              </a:spcBef>
              <a:buBlip>
                <a:blip r:embed="rId3"/>
              </a:buBlip>
            </a:pPr>
            <a:r>
              <a:rPr lang="en-US" altLang="en-US" sz="2400" b="1">
                <a:solidFill>
                  <a:srgbClr val="000066"/>
                </a:solidFill>
              </a:rPr>
              <a:t>Whatever connects directly into Internet must have public (globally unique) IP address</a:t>
            </a:r>
          </a:p>
          <a:p>
            <a:pPr marL="392113" indent="-293688" algn="just" defTabSz="414338">
              <a:lnSpc>
                <a:spcPct val="90000"/>
              </a:lnSpc>
              <a:spcBef>
                <a:spcPct val="50000"/>
              </a:spcBef>
              <a:buBlip>
                <a:blip r:embed="rId3"/>
              </a:buBlip>
            </a:pPr>
            <a:r>
              <a:rPr lang="en-US" altLang="en-US" sz="2400" b="1">
                <a:solidFill>
                  <a:srgbClr val="000066"/>
                </a:solidFill>
              </a:rPr>
              <a:t>There is a shortage of public IPv4 address</a:t>
            </a:r>
          </a:p>
          <a:p>
            <a:pPr marL="392113" indent="-293688" algn="just" defTabSz="414338">
              <a:lnSpc>
                <a:spcPct val="90000"/>
              </a:lnSpc>
              <a:spcBef>
                <a:spcPct val="50000"/>
              </a:spcBef>
              <a:buBlip>
                <a:blip r:embed="rId3"/>
              </a:buBlip>
            </a:pPr>
            <a:r>
              <a:rPr lang="en-US" altLang="en-US" sz="2400" b="1">
                <a:solidFill>
                  <a:srgbClr val="000066"/>
                </a:solidFill>
              </a:rPr>
              <a:t>So Private IP addresses can be used within a private network</a:t>
            </a:r>
          </a:p>
          <a:p>
            <a:pPr marL="392113" indent="-293688" algn="just" defTabSz="414338">
              <a:lnSpc>
                <a:spcPct val="90000"/>
              </a:lnSpc>
              <a:spcBef>
                <a:spcPct val="50000"/>
              </a:spcBef>
              <a:buBlip>
                <a:blip r:embed="rId3"/>
              </a:buBlip>
            </a:pPr>
            <a:r>
              <a:rPr lang="en-US" altLang="en-US" sz="2400" b="1">
                <a:solidFill>
                  <a:srgbClr val="000066"/>
                </a:solidFill>
              </a:rPr>
              <a:t>Three address ranges are reserved for private usage</a:t>
            </a:r>
          </a:p>
          <a:p>
            <a:pPr marL="782638" lvl="1" indent="-260350" algn="just" defTabSz="414338">
              <a:lnSpc>
                <a:spcPct val="90000"/>
              </a:lnSpc>
              <a:buBlip>
                <a:blip r:embed="rId3"/>
              </a:buBlip>
            </a:pPr>
            <a:r>
              <a:rPr lang="en-US" altLang="en-US" sz="2400" b="1">
                <a:solidFill>
                  <a:srgbClr val="000066"/>
                </a:solidFill>
              </a:rPr>
              <a:t>10.0.0.0/8</a:t>
            </a:r>
          </a:p>
          <a:p>
            <a:pPr marL="782638" lvl="1" indent="-260350" algn="just" defTabSz="414338">
              <a:lnSpc>
                <a:spcPct val="90000"/>
              </a:lnSpc>
              <a:buBlip>
                <a:blip r:embed="rId3"/>
              </a:buBlip>
            </a:pPr>
            <a:r>
              <a:rPr lang="en-US" altLang="en-US" sz="2400" b="1">
                <a:solidFill>
                  <a:srgbClr val="000066"/>
                </a:solidFill>
              </a:rPr>
              <a:t>172.16.0.0/16 to 172.31.0.0/16</a:t>
            </a:r>
          </a:p>
          <a:p>
            <a:pPr marL="782638" lvl="1" indent="-260350" algn="just" defTabSz="414338">
              <a:lnSpc>
                <a:spcPct val="90000"/>
              </a:lnSpc>
              <a:buBlip>
                <a:blip r:embed="rId3"/>
              </a:buBlip>
            </a:pPr>
            <a:r>
              <a:rPr lang="en-US" altLang="en-US" sz="2400" b="1">
                <a:solidFill>
                  <a:srgbClr val="000066"/>
                </a:solidFill>
              </a:rPr>
              <a:t>192.168.0.0/24 to 192.168.255.0/24</a:t>
            </a:r>
          </a:p>
          <a:p>
            <a:pPr marL="392113" indent="-293688" algn="just" defTabSz="414338">
              <a:lnSpc>
                <a:spcPct val="90000"/>
              </a:lnSpc>
              <a:spcBef>
                <a:spcPct val="50000"/>
              </a:spcBef>
              <a:buClr>
                <a:srgbClr val="CC0000"/>
              </a:buClr>
              <a:buBlip>
                <a:blip r:embed="rId3"/>
              </a:buBlip>
            </a:pPr>
            <a:r>
              <a:rPr lang="en-US" altLang="en-US" sz="2400" b="1">
                <a:solidFill>
                  <a:srgbClr val="000066"/>
                </a:solidFill>
              </a:rPr>
              <a:t>A private IP is mapped to a Public IP, when the machine has to access the Internet</a:t>
            </a:r>
          </a:p>
        </p:txBody>
      </p:sp>
      <p:sp>
        <p:nvSpPr>
          <p:cNvPr id="6149" name="AutoShape 5">
            <a:extLst>
              <a:ext uri="{FF2B5EF4-FFF2-40B4-BE49-F238E27FC236}">
                <a16:creationId xmlns:a16="http://schemas.microsoft.com/office/drawing/2014/main" id="{04C7A148-561D-4130-24B3-E02576183972}"/>
              </a:ext>
            </a:extLst>
          </p:cNvPr>
          <p:cNvSpPr>
            <a:spLocks noChangeArrowheads="1"/>
          </p:cNvSpPr>
          <p:nvPr/>
        </p:nvSpPr>
        <p:spPr bwMode="auto">
          <a:xfrm>
            <a:off x="2035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6150" name="AutoShape 6">
            <a:extLst>
              <a:ext uri="{FF2B5EF4-FFF2-40B4-BE49-F238E27FC236}">
                <a16:creationId xmlns:a16="http://schemas.microsoft.com/office/drawing/2014/main" id="{A6BE974D-AE5A-63C3-1B29-18DE9387F3F0}"/>
              </a:ext>
            </a:extLst>
          </p:cNvPr>
          <p:cNvSpPr>
            <a:spLocks noChangeArrowheads="1"/>
          </p:cNvSpPr>
          <p:nvPr/>
        </p:nvSpPr>
        <p:spPr bwMode="auto">
          <a:xfrm>
            <a:off x="2159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6151" name="AutoShape 7">
            <a:extLst>
              <a:ext uri="{FF2B5EF4-FFF2-40B4-BE49-F238E27FC236}">
                <a16:creationId xmlns:a16="http://schemas.microsoft.com/office/drawing/2014/main" id="{C8F62B8A-B767-6A5D-8211-19F0C4716B5D}"/>
              </a:ext>
            </a:extLst>
          </p:cNvPr>
          <p:cNvSpPr>
            <a:spLocks noChangeArrowheads="1"/>
          </p:cNvSpPr>
          <p:nvPr/>
        </p:nvSpPr>
        <p:spPr bwMode="auto">
          <a:xfrm>
            <a:off x="2493964" y="1552576"/>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6153" name="AutoShape 9">
            <a:extLst>
              <a:ext uri="{FF2B5EF4-FFF2-40B4-BE49-F238E27FC236}">
                <a16:creationId xmlns:a16="http://schemas.microsoft.com/office/drawing/2014/main" id="{2A7CBAF4-A869-A5CB-FFF0-2AA82622BD8B}"/>
              </a:ext>
            </a:extLst>
          </p:cNvPr>
          <p:cNvSpPr>
            <a:spLocks noChangeArrowheads="1"/>
          </p:cNvSpPr>
          <p:nvPr/>
        </p:nvSpPr>
        <p:spPr bwMode="auto">
          <a:xfrm>
            <a:off x="1524001" y="4989514"/>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FC03D37-0565-0F61-CF77-6640985ECB61}"/>
              </a:ext>
            </a:extLst>
          </p:cNvPr>
          <p:cNvSpPr>
            <a:spLocks noGrp="1" noChangeArrowheads="1"/>
          </p:cNvSpPr>
          <p:nvPr>
            <p:ph type="title"/>
          </p:nvPr>
        </p:nvSpPr>
        <p:spPr>
          <a:noFill/>
          <a:ln/>
          <a:extLs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IPv6</a:t>
            </a:r>
            <a:endParaRPr lang="en-GB" altLang="en-US" sz="4000" b="1">
              <a:solidFill>
                <a:srgbClr val="E4005C"/>
              </a:solidFill>
            </a:endParaRPr>
          </a:p>
        </p:txBody>
      </p:sp>
      <p:sp>
        <p:nvSpPr>
          <p:cNvPr id="38915" name="Rectangle 3">
            <a:extLst>
              <a:ext uri="{FF2B5EF4-FFF2-40B4-BE49-F238E27FC236}">
                <a16:creationId xmlns:a16="http://schemas.microsoft.com/office/drawing/2014/main" id="{72A91AA9-5E58-182D-1B14-2855A595F0A7}"/>
              </a:ext>
            </a:extLst>
          </p:cNvPr>
          <p:cNvSpPr>
            <a:spLocks noGrp="1" noChangeArrowheads="1"/>
          </p:cNvSpPr>
          <p:nvPr>
            <p:ph sz="quarter" idx="13"/>
          </p:nvPr>
        </p:nvSpPr>
        <p:spPr/>
        <p:txBody>
          <a:bodyPr>
            <a:normAutofit fontScale="70000" lnSpcReduction="20000"/>
          </a:bodyPr>
          <a:lstStyle/>
          <a:p>
            <a:pPr marL="392113" indent="-293688" algn="just" defTabSz="414338">
              <a:buClr>
                <a:srgbClr val="CC0000"/>
              </a:buClr>
              <a:buBlip>
                <a:blip r:embed="rId3"/>
              </a:buBlip>
            </a:pPr>
            <a:r>
              <a:rPr lang="en-US" altLang="en-US" sz="2400" b="1">
                <a:solidFill>
                  <a:srgbClr val="000066"/>
                </a:solidFill>
              </a:rPr>
              <a:t>Internet Protocol Version 4 is the most popular protocol in use today, although there are some questions about its capability to serve the Internet community much longer. </a:t>
            </a:r>
          </a:p>
          <a:p>
            <a:pPr marL="392113" indent="-293688" algn="just" defTabSz="414338">
              <a:buClr>
                <a:srgbClr val="CC0000"/>
              </a:buClr>
              <a:buBlip>
                <a:blip r:embed="rId3"/>
              </a:buBlip>
            </a:pPr>
            <a:r>
              <a:rPr lang="en-US" altLang="en-US" sz="2400" b="1">
                <a:solidFill>
                  <a:srgbClr val="000066"/>
                </a:solidFill>
              </a:rPr>
              <a:t>IPv4 was finished in the 1970s and has started to show its age. </a:t>
            </a:r>
          </a:p>
          <a:p>
            <a:pPr marL="392113" indent="-293688" algn="just" defTabSz="414338">
              <a:buClr>
                <a:srgbClr val="CC0000"/>
              </a:buClr>
              <a:buBlip>
                <a:blip r:embed="rId3"/>
              </a:buBlip>
            </a:pPr>
            <a:r>
              <a:rPr lang="en-US" altLang="en-US" sz="2400" b="1">
                <a:solidFill>
                  <a:srgbClr val="000066"/>
                </a:solidFill>
              </a:rPr>
              <a:t>The main issue surrounding IPv4 is addressing—or, the lack of addressing—because many experts believe that we are nearly out of the four billion addresses available in IPv4. </a:t>
            </a:r>
          </a:p>
          <a:p>
            <a:pPr marL="392113" indent="-293688" algn="just" defTabSz="414338">
              <a:buClr>
                <a:srgbClr val="CC0000"/>
              </a:buClr>
              <a:buBlip>
                <a:blip r:embed="rId3"/>
              </a:buBlip>
            </a:pPr>
            <a:r>
              <a:rPr lang="en-US" altLang="en-US" sz="2400" b="1">
                <a:solidFill>
                  <a:srgbClr val="000066"/>
                </a:solidFill>
              </a:rPr>
              <a:t>Although this seems like a very large number of addresses, multiple large blocks are given to government agencies and large organizations. </a:t>
            </a:r>
          </a:p>
          <a:p>
            <a:pPr marL="392113" indent="-293688" algn="just" defTabSz="414338">
              <a:buClr>
                <a:srgbClr val="CC0000"/>
              </a:buClr>
              <a:buBlip>
                <a:blip r:embed="rId3"/>
              </a:buBlip>
            </a:pPr>
            <a:r>
              <a:rPr lang="en-US" altLang="en-US" sz="2400" b="1">
                <a:solidFill>
                  <a:srgbClr val="000066"/>
                </a:solidFill>
              </a:rPr>
              <a:t>IPv6 could be the solution to many problems posed by IPv4</a:t>
            </a:r>
          </a:p>
        </p:txBody>
      </p:sp>
      <p:sp>
        <p:nvSpPr>
          <p:cNvPr id="38917" name="AutoShape 5">
            <a:extLst>
              <a:ext uri="{FF2B5EF4-FFF2-40B4-BE49-F238E27FC236}">
                <a16:creationId xmlns:a16="http://schemas.microsoft.com/office/drawing/2014/main" id="{7AF44C2E-CB22-AD8C-373F-4C1FB3596DA7}"/>
              </a:ext>
            </a:extLst>
          </p:cNvPr>
          <p:cNvSpPr>
            <a:spLocks noChangeArrowheads="1"/>
          </p:cNvSpPr>
          <p:nvPr/>
        </p:nvSpPr>
        <p:spPr bwMode="auto">
          <a:xfrm>
            <a:off x="2035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38918" name="AutoShape 6">
            <a:extLst>
              <a:ext uri="{FF2B5EF4-FFF2-40B4-BE49-F238E27FC236}">
                <a16:creationId xmlns:a16="http://schemas.microsoft.com/office/drawing/2014/main" id="{C1DEE9FF-88FA-9F93-8FF5-A108ACE528CF}"/>
              </a:ext>
            </a:extLst>
          </p:cNvPr>
          <p:cNvSpPr>
            <a:spLocks noChangeArrowheads="1"/>
          </p:cNvSpPr>
          <p:nvPr/>
        </p:nvSpPr>
        <p:spPr bwMode="auto">
          <a:xfrm>
            <a:off x="2159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38919" name="AutoShape 7">
            <a:extLst>
              <a:ext uri="{FF2B5EF4-FFF2-40B4-BE49-F238E27FC236}">
                <a16:creationId xmlns:a16="http://schemas.microsoft.com/office/drawing/2014/main" id="{72B8E7E5-320A-0ED6-E9E4-3663FD8516BF}"/>
              </a:ext>
            </a:extLst>
          </p:cNvPr>
          <p:cNvSpPr>
            <a:spLocks noChangeArrowheads="1"/>
          </p:cNvSpPr>
          <p:nvPr/>
        </p:nvSpPr>
        <p:spPr bwMode="auto">
          <a:xfrm>
            <a:off x="2493964" y="1552576"/>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8E96E64-2D67-BF95-7558-952865395681}"/>
              </a:ext>
            </a:extLst>
          </p:cNvPr>
          <p:cNvSpPr>
            <a:spLocks noGrp="1" noChangeArrowheads="1"/>
          </p:cNvSpPr>
          <p:nvPr>
            <p:ph type="title"/>
          </p:nvPr>
        </p:nvSpPr>
        <p:spPr>
          <a:noFill/>
          <a:ln/>
          <a:extLst>
            <a:ext uri="{91240B29-F687-4F45-9708-019B960494DF}">
              <a14:hiddenLine xmlns:a14="http://schemas.microsoft.com/office/drawing/2010/main" w="9525">
                <a:solidFill>
                  <a:srgbClr val="000000"/>
                </a:solidFill>
                <a:miter lim="800000"/>
                <a:headEnd/>
                <a:tailEnd/>
              </a14:hiddenLine>
            </a:ext>
          </a:extLst>
        </p:spPr>
        <p:txBody>
          <a:bodyPr vert="horz" lIns="0" tIns="0" rIns="0" bIns="0" rtlCol="0" anchor="ctr">
            <a:normAutofit/>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IPv6</a:t>
            </a:r>
            <a:endParaRPr lang="en-GB" altLang="en-US" sz="4000" b="1">
              <a:solidFill>
                <a:srgbClr val="E4005C"/>
              </a:solidFill>
            </a:endParaRPr>
          </a:p>
        </p:txBody>
      </p:sp>
      <p:sp>
        <p:nvSpPr>
          <p:cNvPr id="40963" name="Rectangle 3">
            <a:extLst>
              <a:ext uri="{FF2B5EF4-FFF2-40B4-BE49-F238E27FC236}">
                <a16:creationId xmlns:a16="http://schemas.microsoft.com/office/drawing/2014/main" id="{FD84CBDD-536C-29A7-350F-E0DDF518A2AE}"/>
              </a:ext>
            </a:extLst>
          </p:cNvPr>
          <p:cNvSpPr>
            <a:spLocks noGrp="1" noChangeArrowheads="1"/>
          </p:cNvSpPr>
          <p:nvPr>
            <p:ph sz="quarter" idx="13"/>
          </p:nvPr>
        </p:nvSpPr>
        <p:spPr/>
        <p:txBody>
          <a:bodyPr/>
          <a:lstStyle/>
          <a:p>
            <a:pPr marL="392113" indent="-293688" algn="just" defTabSz="414338">
              <a:spcBef>
                <a:spcPct val="50000"/>
              </a:spcBef>
              <a:buClr>
                <a:srgbClr val="CC0000"/>
              </a:buClr>
              <a:buBlip>
                <a:blip r:embed="rId3"/>
              </a:buBlip>
            </a:pPr>
            <a:r>
              <a:rPr lang="en-US" altLang="en-US" sz="2400" b="1">
                <a:solidFill>
                  <a:srgbClr val="000066"/>
                </a:solidFill>
              </a:rPr>
              <a:t>IPv6 uses 128 bit address instead of 32 bit address.</a:t>
            </a:r>
          </a:p>
          <a:p>
            <a:pPr marL="392113" indent="-293688" algn="just" defTabSz="414338">
              <a:spcBef>
                <a:spcPct val="50000"/>
              </a:spcBef>
              <a:buClr>
                <a:srgbClr val="CC0000"/>
              </a:buClr>
              <a:buBlip>
                <a:blip r:embed="rId3"/>
              </a:buBlip>
            </a:pPr>
            <a:r>
              <a:rPr lang="en-US" altLang="en-US" sz="2400" b="1">
                <a:solidFill>
                  <a:srgbClr val="000066"/>
                </a:solidFill>
              </a:rPr>
              <a:t>The IPv6 addresses are being distributed and are supposed to be used based on geographical location.</a:t>
            </a:r>
          </a:p>
        </p:txBody>
      </p:sp>
      <p:sp>
        <p:nvSpPr>
          <p:cNvPr id="40967" name="AutoShape 7">
            <a:extLst>
              <a:ext uri="{FF2B5EF4-FFF2-40B4-BE49-F238E27FC236}">
                <a16:creationId xmlns:a16="http://schemas.microsoft.com/office/drawing/2014/main" id="{576401C9-F667-A744-C967-514681672326}"/>
              </a:ext>
            </a:extLst>
          </p:cNvPr>
          <p:cNvSpPr>
            <a:spLocks noChangeArrowheads="1"/>
          </p:cNvSpPr>
          <p:nvPr/>
        </p:nvSpPr>
        <p:spPr bwMode="auto">
          <a:xfrm>
            <a:off x="2493964" y="1537828"/>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Tree>
  </p:cSld>
  <p:clrMapOvr>
    <a:masterClrMapping/>
  </p:clrMapOvr>
  <p:transition spd="med"/>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TM04033925[[fn=Droplet]]</Template>
  <TotalTime>56</TotalTime>
  <Words>1690</Words>
  <Application>Microsoft Office PowerPoint</Application>
  <PresentationFormat>Widescreen</PresentationFormat>
  <Paragraphs>151</Paragraphs>
  <Slides>32</Slides>
  <Notes>15</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37" baseType="lpstr">
      <vt:lpstr>Aptos</vt:lpstr>
      <vt:lpstr>Arial</vt:lpstr>
      <vt:lpstr>Tw Cen MT</vt:lpstr>
      <vt:lpstr>Droplet</vt:lpstr>
      <vt:lpstr>Bitmap Image</vt:lpstr>
      <vt:lpstr>OSI MODEL </vt:lpstr>
      <vt:lpstr>Layer Architecture</vt:lpstr>
      <vt:lpstr>Open Systems Interconnection (OSI) Model</vt:lpstr>
      <vt:lpstr>OSI Reference Model</vt:lpstr>
      <vt:lpstr>OSI Reference Model: 7 Layers</vt:lpstr>
      <vt:lpstr>Physical Layer</vt:lpstr>
      <vt:lpstr>Data Link Layer</vt:lpstr>
      <vt:lpstr>Network Layer</vt:lpstr>
      <vt:lpstr>Ethernet Data-Link Protocols</vt:lpstr>
      <vt:lpstr>Ethernet Data-Link Protocols</vt:lpstr>
      <vt:lpstr>PowerPoint Presentation</vt:lpstr>
      <vt:lpstr>Ethernet addresses</vt:lpstr>
      <vt:lpstr>PowerPoint Presentation</vt:lpstr>
      <vt:lpstr>PowerPoint Presentation</vt:lpstr>
      <vt:lpstr>PowerPoint Presentation</vt:lpstr>
      <vt:lpstr>Broadcast address</vt:lpstr>
      <vt:lpstr>Internet Protocol Addressing Basics</vt:lpstr>
      <vt:lpstr>PowerPoint Presentation</vt:lpstr>
      <vt:lpstr>PowerPoint Presentation</vt:lpstr>
      <vt:lpstr>IP as a Routed Protocol</vt:lpstr>
      <vt:lpstr>Packet Propagation </vt:lpstr>
      <vt:lpstr>IP Address</vt:lpstr>
      <vt:lpstr>IP Address</vt:lpstr>
      <vt:lpstr>IP Address</vt:lpstr>
      <vt:lpstr>IP Address</vt:lpstr>
      <vt:lpstr>Subnet Mask</vt:lpstr>
      <vt:lpstr>IP Address, Subnet Mask and Gateway</vt:lpstr>
      <vt:lpstr>IP Configuration of an Interface</vt:lpstr>
      <vt:lpstr>ARP</vt:lpstr>
      <vt:lpstr>Private vs Public IP Addresses</vt:lpstr>
      <vt:lpstr>IPv6</vt:lpstr>
      <vt:lpstr>IPv6</vt:lpstr>
    </vt:vector>
  </TitlesOfParts>
  <Company>SACC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19</cp:revision>
  <dcterms:created xsi:type="dcterms:W3CDTF">2025-05-05T09:33:45Z</dcterms:created>
  <dcterms:modified xsi:type="dcterms:W3CDTF">2025-05-05T10:57:09Z</dcterms:modified>
</cp:coreProperties>
</file>