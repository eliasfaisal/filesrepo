
<file path=[Content_Types].xml><?xml version="1.0" encoding="utf-8"?>
<Types xmlns="http://schemas.openxmlformats.org/package/2006/content-types">
  <Default ContentType="application/xml" Extension="xml"/>
  <Default ContentType="image/jpeg" Extension="jpe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33.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1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33.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6858000" cx="9144000"/>
  <p:notesSz cx="6858000" cy="9199550"/>
  <p:defaultTextStyle>
    <a:defPPr lvl="0">
      <a:defRPr lang="en-CA"/>
    </a:defPPr>
    <a:lvl1pPr lvl="0" rtl="0" algn="l" fontAlgn="base">
      <a:spcBef>
        <a:spcPct val="0"/>
      </a:spcBef>
      <a:spcAft>
        <a:spcPct val="0"/>
      </a:spcAft>
      <a:defRPr kern="1200" sz="2400">
        <a:solidFill>
          <a:schemeClr val="tx1"/>
        </a:solidFill>
        <a:latin typeface="Tahoma" pitchFamily="34" charset="0"/>
        <a:ea typeface="+mn-ea"/>
        <a:cs typeface="+mn-cs"/>
      </a:defRPr>
    </a:lvl1pPr>
    <a:lvl2pPr lvl="1" marL="457200" rtl="0" algn="l" fontAlgn="base">
      <a:spcBef>
        <a:spcPct val="0"/>
      </a:spcBef>
      <a:spcAft>
        <a:spcPct val="0"/>
      </a:spcAft>
      <a:defRPr kern="1200" sz="2400">
        <a:solidFill>
          <a:schemeClr val="tx1"/>
        </a:solidFill>
        <a:latin typeface="Tahoma" pitchFamily="34" charset="0"/>
        <a:ea typeface="+mn-ea"/>
        <a:cs typeface="+mn-cs"/>
      </a:defRPr>
    </a:lvl2pPr>
    <a:lvl3pPr lvl="2" marL="914400" rtl="0" algn="l" fontAlgn="base">
      <a:spcBef>
        <a:spcPct val="0"/>
      </a:spcBef>
      <a:spcAft>
        <a:spcPct val="0"/>
      </a:spcAft>
      <a:defRPr kern="1200" sz="2400">
        <a:solidFill>
          <a:schemeClr val="tx1"/>
        </a:solidFill>
        <a:latin typeface="Tahoma" pitchFamily="34" charset="0"/>
        <a:ea typeface="+mn-ea"/>
        <a:cs typeface="+mn-cs"/>
      </a:defRPr>
    </a:lvl3pPr>
    <a:lvl4pPr lvl="3" marL="1371600" rtl="0" algn="l" fontAlgn="base">
      <a:spcBef>
        <a:spcPct val="0"/>
      </a:spcBef>
      <a:spcAft>
        <a:spcPct val="0"/>
      </a:spcAft>
      <a:defRPr kern="1200" sz="2400">
        <a:solidFill>
          <a:schemeClr val="tx1"/>
        </a:solidFill>
        <a:latin typeface="Tahoma" pitchFamily="34" charset="0"/>
        <a:ea typeface="+mn-ea"/>
        <a:cs typeface="+mn-cs"/>
      </a:defRPr>
    </a:lvl4pPr>
    <a:lvl5pPr lvl="4" marL="1828800" rtl="0" algn="l" fontAlgn="base">
      <a:spcBef>
        <a:spcPct val="0"/>
      </a:spcBef>
      <a:spcAft>
        <a:spcPct val="0"/>
      </a:spcAft>
      <a:defRPr kern="1200" sz="2400">
        <a:solidFill>
          <a:schemeClr val="tx1"/>
        </a:solidFill>
        <a:latin typeface="Tahoma" pitchFamily="34" charset="0"/>
        <a:ea typeface="+mn-ea"/>
        <a:cs typeface="+mn-cs"/>
      </a:defRPr>
    </a:lvl5pPr>
    <a:lvl6pPr defTabSz="914400" eaLnBrk="1" hangingPunct="1" latinLnBrk="0" lvl="5" marL="2286000" rtl="1" algn="r">
      <a:defRPr kern="1200" sz="2400">
        <a:solidFill>
          <a:schemeClr val="tx1"/>
        </a:solidFill>
        <a:latin typeface="Tahoma" pitchFamily="34" charset="0"/>
        <a:ea typeface="+mn-ea"/>
        <a:cs typeface="+mn-cs"/>
      </a:defRPr>
    </a:lvl6pPr>
    <a:lvl7pPr defTabSz="914400" eaLnBrk="1" hangingPunct="1" latinLnBrk="0" lvl="6" marL="2743200" rtl="1" algn="r">
      <a:defRPr kern="1200" sz="2400">
        <a:solidFill>
          <a:schemeClr val="tx1"/>
        </a:solidFill>
        <a:latin typeface="Tahoma" pitchFamily="34" charset="0"/>
        <a:ea typeface="+mn-ea"/>
        <a:cs typeface="+mn-cs"/>
      </a:defRPr>
    </a:lvl7pPr>
    <a:lvl8pPr defTabSz="914400" eaLnBrk="1" hangingPunct="1" latinLnBrk="0" lvl="7" marL="3200400" rtl="1" algn="r">
      <a:defRPr kern="1200" sz="2400">
        <a:solidFill>
          <a:schemeClr val="tx1"/>
        </a:solidFill>
        <a:latin typeface="Tahoma" pitchFamily="34" charset="0"/>
        <a:ea typeface="+mn-ea"/>
        <a:cs typeface="+mn-cs"/>
      </a:defRPr>
    </a:lvl8pPr>
    <a:lvl9pPr defTabSz="914400" eaLnBrk="1" hangingPunct="1" latinLnBrk="0" lvl="8" marL="3657600" rtl="1" algn="r">
      <a:defRPr kern="1200" sz="2400">
        <a:solidFill>
          <a:schemeClr val="tx1"/>
        </a:solidFill>
        <a:latin typeface="Tahoma" pitchFamily="34" charset="0"/>
        <a:ea typeface="+mn-ea"/>
        <a:cs typeface="+mn-cs"/>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897">
          <p15:clr>
            <a:srgbClr val="A4A3A4"/>
          </p15:clr>
        </p15:guide>
        <p15:guide id="2" pos="2160">
          <p15:clr>
            <a:srgbClr val="A4A3A4"/>
          </p15:clr>
        </p15:guide>
      </p15:notes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97"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CA"/>
          </a:p>
        </p:txBody>
      </p:sp>
      <p:sp>
        <p:nvSpPr>
          <p:cNvPr id="6147" name="Rectangle 3"/>
          <p:cNvSpPr>
            <a:spLocks noGrp="1" noChangeArrowheads="1"/>
          </p:cNvSpPr>
          <p:nvPr>
            <p:ph type="dt" idx="1"/>
          </p:nvPr>
        </p:nvSpPr>
        <p:spPr bwMode="auto">
          <a:xfrm>
            <a:off x="3886200"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CA"/>
          </a:p>
        </p:txBody>
      </p:sp>
      <p:sp>
        <p:nvSpPr>
          <p:cNvPr id="46084" name="Rectangle 4"/>
          <p:cNvSpPr>
            <a:spLocks noGrp="1" noRot="1" noChangeAspect="1" noChangeArrowheads="1" noTextEdit="1"/>
          </p:cNvSpPr>
          <p:nvPr>
            <p:ph type="sldImg" idx="2"/>
          </p:nvPr>
        </p:nvSpPr>
        <p:spPr bwMode="auto">
          <a:xfrm>
            <a:off x="1130300" y="690563"/>
            <a:ext cx="4598988" cy="3449637"/>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14400" y="4370388"/>
            <a:ext cx="5029200" cy="41386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CA" noProof="0" smtClean="0"/>
              <a:t>Click to edit Master text styles</a:t>
            </a:r>
          </a:p>
          <a:p>
            <a:pPr lvl="1"/>
            <a:r>
              <a:rPr lang="en-CA" noProof="0" smtClean="0"/>
              <a:t>Second level</a:t>
            </a:r>
          </a:p>
          <a:p>
            <a:pPr lvl="2"/>
            <a:r>
              <a:rPr lang="en-CA" noProof="0" smtClean="0"/>
              <a:t>Third level</a:t>
            </a:r>
          </a:p>
          <a:p>
            <a:pPr lvl="3"/>
            <a:r>
              <a:rPr lang="en-CA" noProof="0" smtClean="0"/>
              <a:t>Fourth level</a:t>
            </a:r>
          </a:p>
          <a:p>
            <a:pPr lvl="4"/>
            <a:r>
              <a:rPr lang="en-CA" noProof="0" smtClean="0"/>
              <a:t>Fifth level</a:t>
            </a:r>
          </a:p>
        </p:txBody>
      </p:sp>
      <p:sp>
        <p:nvSpPr>
          <p:cNvPr id="6150" name="Rectangle 6"/>
          <p:cNvSpPr>
            <a:spLocks noGrp="1" noChangeArrowheads="1"/>
          </p:cNvSpPr>
          <p:nvPr>
            <p:ph type="ftr" sz="quarter" idx="4"/>
          </p:nvPr>
        </p:nvSpPr>
        <p:spPr bwMode="auto">
          <a:xfrm>
            <a:off x="0" y="8739188"/>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CA"/>
          </a:p>
        </p:txBody>
      </p:sp>
      <p:sp>
        <p:nvSpPr>
          <p:cNvPr id="6151" name="Rectangle 7"/>
          <p:cNvSpPr>
            <a:spLocks noGrp="1" noChangeArrowheads="1"/>
          </p:cNvSpPr>
          <p:nvPr>
            <p:ph type="sldNum" sz="quarter" idx="5"/>
          </p:nvPr>
        </p:nvSpPr>
        <p:spPr bwMode="auto">
          <a:xfrm>
            <a:off x="3886200" y="8739188"/>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5EB0603-1BED-48DE-B008-A51E596447EC}" type="slidenum">
              <a:rPr lang="en-CA"/>
              <a:pPr>
                <a:defRPr/>
              </a:pPr>
              <a:t>‹#›</a:t>
            </a:fld>
            <a:endParaRPr lang="en-CA"/>
          </a:p>
        </p:txBody>
      </p:sp>
    </p:spTree>
    <p:extLst>
      <p:ext uri="{BB962C8B-B14F-4D97-AF65-F5344CB8AC3E}">
        <p14:creationId xmlns:p14="http://schemas.microsoft.com/office/powerpoint/2010/main" val="32124603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6D0BAD3C-2055-47DA-B241-53731B89A224}" type="slidenum">
              <a:rPr lang="en-CA" smtClean="0"/>
              <a:pPr/>
              <a:t>1</a:t>
            </a:fld>
            <a:endParaRPr lang="en-CA" smtClean="0"/>
          </a:p>
        </p:txBody>
      </p:sp>
      <p:sp>
        <p:nvSpPr>
          <p:cNvPr id="47107" name="Rectangle 2"/>
          <p:cNvSpPr>
            <a:spLocks noGrp="1" noRot="1" noChangeAspect="1" noChangeArrowheads="1" noTextEdit="1"/>
          </p:cNvSpPr>
          <p:nvPr>
            <p:ph type="sldImg"/>
          </p:nvPr>
        </p:nvSpPr>
        <p:spPr>
          <a:xfrm>
            <a:off x="1130300" y="690563"/>
            <a:ext cx="4598988" cy="3449637"/>
          </a:xfrm>
          <a:ln/>
        </p:spPr>
      </p:sp>
      <p:sp>
        <p:nvSpPr>
          <p:cNvPr id="4710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9A29C718-C0A4-46BD-8420-35B7374D9F49}" type="slidenum">
              <a:rPr lang="en-CA" smtClean="0"/>
              <a:pPr/>
              <a:t>2</a:t>
            </a:fld>
            <a:endParaRPr lang="en-CA" smtClean="0"/>
          </a:p>
        </p:txBody>
      </p:sp>
      <p:sp>
        <p:nvSpPr>
          <p:cNvPr id="50179" name="Rectangle 2"/>
          <p:cNvSpPr>
            <a:spLocks noGrp="1" noRot="1" noChangeAspect="1" noChangeArrowheads="1" noTextEdit="1"/>
          </p:cNvSpPr>
          <p:nvPr>
            <p:ph type="sldImg"/>
          </p:nvPr>
        </p:nvSpPr>
        <p:spPr>
          <a:xfrm>
            <a:off x="1130300" y="690563"/>
            <a:ext cx="4598988" cy="3449637"/>
          </a:xfrm>
          <a:ln/>
        </p:spPr>
      </p:sp>
      <p:sp>
        <p:nvSpPr>
          <p:cNvPr id="5018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72ED7C1-164F-470B-B460-EFAB971CB973}" type="slidenum">
              <a:rPr kumimoji="0" lang="en-CA" sz="12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CA" sz="1200" b="0" i="0" u="none" strike="noStrike" kern="1200" cap="none" spc="0" normalizeH="0" baseline="0" noProof="0" smtClean="0">
              <a:ln>
                <a:noFill/>
              </a:ln>
              <a:solidFill>
                <a:srgbClr val="000000"/>
              </a:solidFill>
              <a:effectLst/>
              <a:uLnTx/>
              <a:uFillTx/>
              <a:latin typeface="Tahoma" pitchFamily="34" charset="0"/>
              <a:ea typeface="+mn-ea"/>
              <a:cs typeface="+mn-cs"/>
            </a:endParaRPr>
          </a:p>
        </p:txBody>
      </p:sp>
      <p:sp>
        <p:nvSpPr>
          <p:cNvPr id="51203" name="Rectangle 2"/>
          <p:cNvSpPr>
            <a:spLocks noGrp="1" noRot="1" noChangeAspect="1" noChangeArrowheads="1" noTextEdit="1"/>
          </p:cNvSpPr>
          <p:nvPr>
            <p:ph type="sldImg"/>
          </p:nvPr>
        </p:nvSpPr>
        <p:spPr>
          <a:xfrm>
            <a:off x="1130300" y="690563"/>
            <a:ext cx="4598988" cy="3449637"/>
          </a:xfrm>
          <a:ln/>
        </p:spPr>
      </p:sp>
      <p:sp>
        <p:nvSpPr>
          <p:cNvPr id="5120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291074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72ED7C1-164F-470B-B460-EFAB971CB973}" type="slidenum">
              <a:rPr kumimoji="0" lang="en-CA" sz="12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CA" sz="1200" b="0" i="0" u="none" strike="noStrike" kern="1200" cap="none" spc="0" normalizeH="0" baseline="0" noProof="0" smtClean="0">
              <a:ln>
                <a:noFill/>
              </a:ln>
              <a:solidFill>
                <a:srgbClr val="000000"/>
              </a:solidFill>
              <a:effectLst/>
              <a:uLnTx/>
              <a:uFillTx/>
              <a:latin typeface="Tahoma" pitchFamily="34" charset="0"/>
              <a:ea typeface="+mn-ea"/>
              <a:cs typeface="+mn-cs"/>
            </a:endParaRPr>
          </a:p>
        </p:txBody>
      </p:sp>
      <p:sp>
        <p:nvSpPr>
          <p:cNvPr id="51203" name="Rectangle 2"/>
          <p:cNvSpPr>
            <a:spLocks noGrp="1" noRot="1" noChangeAspect="1" noChangeArrowheads="1" noTextEdit="1"/>
          </p:cNvSpPr>
          <p:nvPr>
            <p:ph type="sldImg"/>
          </p:nvPr>
        </p:nvSpPr>
        <p:spPr>
          <a:xfrm>
            <a:off x="1130300" y="690563"/>
            <a:ext cx="4598988" cy="3449637"/>
          </a:xfrm>
          <a:ln/>
        </p:spPr>
      </p:sp>
      <p:sp>
        <p:nvSpPr>
          <p:cNvPr id="5120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455109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72ED7C1-164F-470B-B460-EFAB971CB973}" type="slidenum">
              <a:rPr kumimoji="0" lang="en-CA" sz="12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CA" sz="1200" b="0" i="0" u="none" strike="noStrike" kern="1200" cap="none" spc="0" normalizeH="0" baseline="0" noProof="0" smtClean="0">
              <a:ln>
                <a:noFill/>
              </a:ln>
              <a:solidFill>
                <a:srgbClr val="000000"/>
              </a:solidFill>
              <a:effectLst/>
              <a:uLnTx/>
              <a:uFillTx/>
              <a:latin typeface="Tahoma" pitchFamily="34" charset="0"/>
              <a:ea typeface="+mn-ea"/>
              <a:cs typeface="+mn-cs"/>
            </a:endParaRPr>
          </a:p>
        </p:txBody>
      </p:sp>
      <p:sp>
        <p:nvSpPr>
          <p:cNvPr id="51203" name="Rectangle 2"/>
          <p:cNvSpPr>
            <a:spLocks noGrp="1" noRot="1" noChangeAspect="1" noChangeArrowheads="1" noTextEdit="1"/>
          </p:cNvSpPr>
          <p:nvPr>
            <p:ph type="sldImg"/>
          </p:nvPr>
        </p:nvSpPr>
        <p:spPr>
          <a:xfrm>
            <a:off x="1130300" y="690563"/>
            <a:ext cx="4598988" cy="3449637"/>
          </a:xfrm>
          <a:ln/>
        </p:spPr>
      </p:sp>
      <p:sp>
        <p:nvSpPr>
          <p:cNvPr id="5120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453442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72ED7C1-164F-470B-B460-EFAB971CB973}" type="slidenum">
              <a:rPr kumimoji="0" lang="en-CA" sz="12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CA" sz="1200" b="0" i="0" u="none" strike="noStrike" kern="1200" cap="none" spc="0" normalizeH="0" baseline="0" noProof="0" smtClean="0">
              <a:ln>
                <a:noFill/>
              </a:ln>
              <a:solidFill>
                <a:srgbClr val="000000"/>
              </a:solidFill>
              <a:effectLst/>
              <a:uLnTx/>
              <a:uFillTx/>
              <a:latin typeface="Tahoma" pitchFamily="34" charset="0"/>
              <a:ea typeface="+mn-ea"/>
              <a:cs typeface="+mn-cs"/>
            </a:endParaRPr>
          </a:p>
        </p:txBody>
      </p:sp>
      <p:sp>
        <p:nvSpPr>
          <p:cNvPr id="51203" name="Rectangle 2"/>
          <p:cNvSpPr>
            <a:spLocks noGrp="1" noRot="1" noChangeAspect="1" noChangeArrowheads="1" noTextEdit="1"/>
          </p:cNvSpPr>
          <p:nvPr>
            <p:ph type="sldImg"/>
          </p:nvPr>
        </p:nvSpPr>
        <p:spPr>
          <a:xfrm>
            <a:off x="1130300" y="690563"/>
            <a:ext cx="4598988" cy="3449637"/>
          </a:xfrm>
          <a:ln/>
        </p:spPr>
      </p:sp>
      <p:sp>
        <p:nvSpPr>
          <p:cNvPr id="5120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505071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72ED7C1-164F-470B-B460-EFAB971CB973}" type="slidenum">
              <a:rPr kumimoji="0" lang="en-CA" sz="12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CA" sz="1200" b="0" i="0" u="none" strike="noStrike" kern="1200" cap="none" spc="0" normalizeH="0" baseline="0" noProof="0" smtClean="0">
              <a:ln>
                <a:noFill/>
              </a:ln>
              <a:solidFill>
                <a:srgbClr val="000000"/>
              </a:solidFill>
              <a:effectLst/>
              <a:uLnTx/>
              <a:uFillTx/>
              <a:latin typeface="Tahoma" pitchFamily="34" charset="0"/>
              <a:ea typeface="+mn-ea"/>
              <a:cs typeface="+mn-cs"/>
            </a:endParaRPr>
          </a:p>
        </p:txBody>
      </p:sp>
      <p:sp>
        <p:nvSpPr>
          <p:cNvPr id="51203" name="Rectangle 2"/>
          <p:cNvSpPr>
            <a:spLocks noGrp="1" noRot="1" noChangeAspect="1" noChangeArrowheads="1" noTextEdit="1"/>
          </p:cNvSpPr>
          <p:nvPr>
            <p:ph type="sldImg"/>
          </p:nvPr>
        </p:nvSpPr>
        <p:spPr>
          <a:xfrm>
            <a:off x="1130300" y="690563"/>
            <a:ext cx="4598988" cy="3449637"/>
          </a:xfrm>
          <a:ln/>
        </p:spPr>
      </p:sp>
      <p:sp>
        <p:nvSpPr>
          <p:cNvPr id="5120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9200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72ED7C1-164F-470B-B460-EFAB971CB973}" type="slidenum">
              <a:rPr kumimoji="0" lang="en-CA" sz="12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CA" sz="1200" b="0" i="0" u="none" strike="noStrike" kern="1200" cap="none" spc="0" normalizeH="0" baseline="0" noProof="0" smtClean="0">
              <a:ln>
                <a:noFill/>
              </a:ln>
              <a:solidFill>
                <a:srgbClr val="000000"/>
              </a:solidFill>
              <a:effectLst/>
              <a:uLnTx/>
              <a:uFillTx/>
              <a:latin typeface="Tahoma" pitchFamily="34" charset="0"/>
              <a:ea typeface="+mn-ea"/>
              <a:cs typeface="+mn-cs"/>
            </a:endParaRPr>
          </a:p>
        </p:txBody>
      </p:sp>
      <p:sp>
        <p:nvSpPr>
          <p:cNvPr id="51203" name="Rectangle 2"/>
          <p:cNvSpPr>
            <a:spLocks noGrp="1" noRot="1" noChangeAspect="1" noChangeArrowheads="1" noTextEdit="1"/>
          </p:cNvSpPr>
          <p:nvPr>
            <p:ph type="sldImg"/>
          </p:nvPr>
        </p:nvSpPr>
        <p:spPr>
          <a:xfrm>
            <a:off x="1130300" y="690563"/>
            <a:ext cx="4598988" cy="3449637"/>
          </a:xfrm>
          <a:ln/>
        </p:spPr>
      </p:sp>
      <p:sp>
        <p:nvSpPr>
          <p:cNvPr id="5120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4083286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51C39C7F-5C13-4A36-814C-A34A392A5221}" type="slidenum">
              <a:rPr lang="en-CA" smtClean="0"/>
              <a:pPr/>
              <a:t>9</a:t>
            </a:fld>
            <a:endParaRPr lang="en-CA" smtClean="0"/>
          </a:p>
        </p:txBody>
      </p:sp>
      <p:sp>
        <p:nvSpPr>
          <p:cNvPr id="53251" name="Rectangle 2"/>
          <p:cNvSpPr>
            <a:spLocks noGrp="1" noRot="1" noChangeAspect="1" noChangeArrowheads="1" noTextEdit="1"/>
          </p:cNvSpPr>
          <p:nvPr>
            <p:ph type="sldImg"/>
          </p:nvPr>
        </p:nvSpPr>
        <p:spPr>
          <a:xfrm>
            <a:off x="1130300" y="690563"/>
            <a:ext cx="4598988" cy="3449637"/>
          </a:xfrm>
          <a:ln/>
        </p:spPr>
      </p:sp>
      <p:sp>
        <p:nvSpPr>
          <p:cNvPr id="5325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78BB678C-FB06-4E0D-8ADB-F2BBF535B576}" type="slidenum">
              <a:rPr lang="en-CA" smtClean="0"/>
              <a:pPr/>
              <a:t>10</a:t>
            </a:fld>
            <a:endParaRPr lang="en-CA" smtClean="0"/>
          </a:p>
        </p:txBody>
      </p:sp>
      <p:sp>
        <p:nvSpPr>
          <p:cNvPr id="54275" name="Rectangle 2"/>
          <p:cNvSpPr>
            <a:spLocks noGrp="1" noRot="1" noChangeAspect="1" noChangeArrowheads="1" noTextEdit="1"/>
          </p:cNvSpPr>
          <p:nvPr>
            <p:ph type="sldImg"/>
          </p:nvPr>
        </p:nvSpPr>
        <p:spPr>
          <a:xfrm>
            <a:off x="1130300" y="690563"/>
            <a:ext cx="4598988" cy="3449637"/>
          </a:xfrm>
          <a:ln/>
        </p:spPr>
      </p:sp>
      <p:sp>
        <p:nvSpPr>
          <p:cNvPr id="54276"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98C188B3-E213-4DD6-90DD-2C64365EACF0}" type="slidenum">
              <a:rPr lang="en-CA" smtClean="0"/>
              <a:pPr/>
              <a:t>11</a:t>
            </a:fld>
            <a:endParaRPr lang="en-CA" smtClean="0"/>
          </a:p>
        </p:txBody>
      </p:sp>
      <p:sp>
        <p:nvSpPr>
          <p:cNvPr id="55299" name="Rectangle 2"/>
          <p:cNvSpPr>
            <a:spLocks noGrp="1" noRot="1" noChangeAspect="1" noChangeArrowheads="1" noTextEdit="1"/>
          </p:cNvSpPr>
          <p:nvPr>
            <p:ph type="sldImg"/>
          </p:nvPr>
        </p:nvSpPr>
        <p:spPr>
          <a:xfrm>
            <a:off x="1130300" y="690563"/>
            <a:ext cx="4598988" cy="3449637"/>
          </a:xfrm>
          <a:ln/>
        </p:spPr>
      </p:sp>
      <p:sp>
        <p:nvSpPr>
          <p:cNvPr id="55300" name="Rectangle 3"/>
          <p:cNvSpPr>
            <a:spLocks noGrp="1" noChangeArrowheads="1"/>
          </p:cNvSpPr>
          <p:nvPr>
            <p:ph type="body" idx="1"/>
          </p:nvPr>
        </p:nvSpPr>
        <p:spPr>
          <a:noFill/>
          <a:ln/>
        </p:spPr>
        <p:txBody>
          <a:bodyPr/>
          <a:lstStyle/>
          <a:p>
            <a:pPr lvl="1"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F281B606-3ECB-446A-8083-0C96D2837725}" type="slidenum">
              <a:rPr lang="en-CA" smtClean="0"/>
              <a:pPr/>
              <a:t>12</a:t>
            </a:fld>
            <a:endParaRPr lang="en-CA" smtClean="0"/>
          </a:p>
        </p:txBody>
      </p:sp>
      <p:sp>
        <p:nvSpPr>
          <p:cNvPr id="56323" name="Rectangle 2"/>
          <p:cNvSpPr>
            <a:spLocks noGrp="1" noRot="1" noChangeAspect="1" noChangeArrowheads="1" noTextEdit="1"/>
          </p:cNvSpPr>
          <p:nvPr>
            <p:ph type="sldImg"/>
          </p:nvPr>
        </p:nvSpPr>
        <p:spPr>
          <a:xfrm>
            <a:off x="1130300" y="690563"/>
            <a:ext cx="4598988" cy="3449637"/>
          </a:xfrm>
          <a:ln/>
        </p:spPr>
      </p:sp>
      <p:sp>
        <p:nvSpPr>
          <p:cNvPr id="5632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81A5FB20-A7AB-4A62-8C55-148D1D428D19}" type="slidenum">
              <a:rPr lang="en-CA" smtClean="0"/>
              <a:pPr/>
              <a:t>13</a:t>
            </a:fld>
            <a:endParaRPr lang="en-CA" smtClean="0"/>
          </a:p>
        </p:txBody>
      </p:sp>
      <p:sp>
        <p:nvSpPr>
          <p:cNvPr id="57347" name="Rectangle 2"/>
          <p:cNvSpPr>
            <a:spLocks noGrp="1" noRot="1" noChangeAspect="1" noChangeArrowheads="1" noTextEdit="1"/>
          </p:cNvSpPr>
          <p:nvPr>
            <p:ph type="sldImg"/>
          </p:nvPr>
        </p:nvSpPr>
        <p:spPr>
          <a:xfrm>
            <a:off x="1130300" y="690563"/>
            <a:ext cx="4598988" cy="3449637"/>
          </a:xfrm>
          <a:ln/>
        </p:spPr>
      </p:sp>
      <p:sp>
        <p:nvSpPr>
          <p:cNvPr id="5734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6A2BC8E6-4D1E-472D-B89C-B90DBCDFB811}" type="slidenum">
              <a:rPr lang="en-CA" smtClean="0"/>
              <a:pPr/>
              <a:t>14</a:t>
            </a:fld>
            <a:endParaRPr lang="en-CA"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6856832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6EFDC4EC-A0A5-4E79-8B00-4FBA79DBFCE9}" type="slidenum">
              <a:rPr lang="en-CA" smtClean="0"/>
              <a:pPr/>
              <a:t>15</a:t>
            </a:fld>
            <a:endParaRPr lang="en-CA"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4700536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6EFDC4EC-A0A5-4E79-8B00-4FBA79DBFCE9}" type="slidenum">
              <a:rPr lang="en-CA" smtClean="0"/>
              <a:pPr/>
              <a:t>16</a:t>
            </a:fld>
            <a:endParaRPr lang="en-CA"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4485588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D449B61B-B842-44BD-BB2F-0F890C8A67C8}" type="slidenum">
              <a:rPr lang="en-CA" smtClean="0"/>
              <a:pPr/>
              <a:t>17</a:t>
            </a:fld>
            <a:endParaRPr lang="en-CA" smtClean="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526798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7BD34F92-0EE9-46C6-B849-F69BDCC11A0B}" type="slidenum">
              <a:rPr lang="en-CA" smtClean="0"/>
              <a:pPr/>
              <a:t>18</a:t>
            </a:fld>
            <a:endParaRPr lang="en-CA" smtClean="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9247958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259CC212-245B-42DD-AF29-A94DAC0A3DC5}" type="slidenum">
              <a:rPr lang="en-CA" smtClean="0"/>
              <a:pPr/>
              <a:t>19</a:t>
            </a:fld>
            <a:endParaRPr lang="en-CA"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7137450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6C961C2C-EAA9-4639-8B35-191D3225A1BB}" type="slidenum">
              <a:rPr lang="en-CA" smtClean="0"/>
              <a:pPr/>
              <a:t>20</a:t>
            </a:fld>
            <a:endParaRPr lang="en-CA"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1884842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5191220F-6575-4663-A113-589768BDB24A}" type="slidenum">
              <a:rPr lang="en-CA" smtClean="0"/>
              <a:pPr/>
              <a:t>21</a:t>
            </a:fld>
            <a:endParaRPr lang="en-CA" smtClean="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3939618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92C5F48C-D05E-47AA-94D1-388E9884F54E}" type="slidenum">
              <a:rPr lang="en-CA" smtClean="0"/>
              <a:pPr/>
              <a:t>22</a:t>
            </a:fld>
            <a:endParaRPr lang="en-CA" smtClean="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144258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CEC74E1B-FBEE-4AE0-91C0-CD8EEE72E134}" type="slidenum">
              <a:rPr lang="en-CA" smtClean="0"/>
              <a:pPr/>
              <a:t>23</a:t>
            </a:fld>
            <a:endParaRPr lang="en-CA" smtClean="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3129984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FBC55762-A7DE-4FC1-9A88-8498DFC17E7E}" type="slidenum">
              <a:rPr lang="en-CA" smtClean="0"/>
              <a:pPr/>
              <a:t>24</a:t>
            </a:fld>
            <a:endParaRPr lang="en-CA" smtClean="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9376976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1EFFF0CE-FE3B-4FC0-A42D-FE22B4E59403}" type="slidenum">
              <a:rPr lang="en-CA" smtClean="0"/>
              <a:pPr/>
              <a:t>25</a:t>
            </a:fld>
            <a:endParaRPr lang="en-CA"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5337593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2202778E-973D-43F1-A3E6-2D89B1A10771}" type="slidenum">
              <a:rPr lang="en-CA" smtClean="0"/>
              <a:pPr/>
              <a:t>26</a:t>
            </a:fld>
            <a:endParaRPr lang="en-CA" smtClean="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2824965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4CB67754-D8DC-4641-9A6C-BDCA4D89071E}" type="slidenum">
              <a:rPr lang="en-CA" smtClean="0"/>
              <a:pPr/>
              <a:t>27</a:t>
            </a:fld>
            <a:endParaRPr lang="en-CA"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6136055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CD0FB3F5-5B3A-489B-A53E-09F9E8E15936}" type="slidenum">
              <a:rPr lang="en-CA" smtClean="0"/>
              <a:pPr/>
              <a:t>28</a:t>
            </a:fld>
            <a:endParaRPr lang="en-CA"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2116348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2231CA6D-8F59-4132-B8F9-1F9C8927CD45}" type="slidenum">
              <a:rPr lang="en-CA" smtClean="0"/>
              <a:pPr/>
              <a:t>29</a:t>
            </a:fld>
            <a:endParaRPr lang="en-CA"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42481064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22AB0734-B913-4A9E-A508-063833E42EE3}" type="slidenum">
              <a:rPr lang="en-CA" smtClean="0"/>
              <a:pPr/>
              <a:t>30</a:t>
            </a:fld>
            <a:endParaRPr lang="en-CA" smtClean="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5680629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E2196204-936F-4926-9E4C-A4F6F03EC1B8}" type="slidenum">
              <a:rPr lang="en-CA" smtClean="0"/>
              <a:pPr/>
              <a:t>31</a:t>
            </a:fld>
            <a:endParaRPr lang="en-CA"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3829385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31526C1B-A246-469E-B9D6-3071C4B03778}" type="slidenum">
              <a:rPr lang="en-CA" smtClean="0"/>
              <a:pPr/>
              <a:t>32</a:t>
            </a:fld>
            <a:endParaRPr lang="en-CA"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2085540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F3E2AE5F-9CF9-4AC3-A6F9-BC17CD8F7F0C}" type="slidenum">
              <a:rPr lang="en-CA" smtClean="0"/>
              <a:pPr/>
              <a:t>33</a:t>
            </a:fld>
            <a:endParaRPr lang="en-CA" smtClean="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0642335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C6A1DE88-1BE4-407A-B7AD-968BA641A089}" type="slidenum">
              <a:rPr lang="en-CA" smtClean="0"/>
              <a:pPr/>
              <a:t>34</a:t>
            </a:fld>
            <a:endParaRPr lang="en-CA"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4916473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B02180EA-CE9E-4BE7-AEF7-B3EC8C190AB9}" type="slidenum">
              <a:rPr lang="en-CA" smtClean="0"/>
              <a:pPr/>
              <a:t>35</a:t>
            </a:fld>
            <a:endParaRPr lang="en-CA"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5773426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DAC17A53-F8EF-486A-816E-C7F6A80A6537}" type="slidenum">
              <a:rPr lang="en-CA" smtClean="0"/>
              <a:pPr/>
              <a:t>36</a:t>
            </a:fld>
            <a:endParaRPr lang="en-CA"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7741242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785DB92B-A9CF-49D8-86ED-44AC12275E98}" type="slidenum">
              <a:rPr lang="en-CA" smtClean="0"/>
              <a:pPr/>
              <a:t>37</a:t>
            </a:fld>
            <a:endParaRPr lang="en-CA"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33536095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4111948C-D25C-464A-B34B-17F4A762ED93}" type="slidenum">
              <a:rPr lang="en-CA" smtClean="0"/>
              <a:pPr/>
              <a:t>38</a:t>
            </a:fld>
            <a:endParaRPr lang="en-CA"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2182153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2" y="2438401"/>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ar-EG"/>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ar-EG"/>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ar-EG"/>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ar-EG"/>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ar-EG"/>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ar-EG"/>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ar-EG"/>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en-CA"/>
              <a:t>Click to edit Master title style</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CA"/>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CA"/>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CA"/>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6DB1723B-BF17-4E89-BB3C-355B7294C03E}" type="slidenum">
              <a:rPr lang="en-CA"/>
              <a:pPr>
                <a:defRPr/>
              </a:pPr>
              <a:t>‹#›</a:t>
            </a:fld>
            <a:endParaRPr lang="en-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EG"/>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4" name="Rectangle 11"/>
          <p:cNvSpPr>
            <a:spLocks noGrp="1" noChangeArrowheads="1"/>
          </p:cNvSpPr>
          <p:nvPr>
            <p:ph type="dt" sz="half" idx="10"/>
          </p:nvPr>
        </p:nvSpPr>
        <p:spPr>
          <a:ln/>
        </p:spPr>
        <p:txBody>
          <a:bodyPr/>
          <a:lstStyle>
            <a:lvl1pPr>
              <a:defRPr/>
            </a:lvl1pPr>
          </a:lstStyle>
          <a:p>
            <a:pPr>
              <a:defRPr/>
            </a:pPr>
            <a:endParaRPr lang="en-CA"/>
          </a:p>
        </p:txBody>
      </p:sp>
      <p:sp>
        <p:nvSpPr>
          <p:cNvPr id="5" name="Rectangle 12"/>
          <p:cNvSpPr>
            <a:spLocks noGrp="1" noChangeArrowheads="1"/>
          </p:cNvSpPr>
          <p:nvPr>
            <p:ph type="ftr" sz="quarter" idx="11"/>
          </p:nvPr>
        </p:nvSpPr>
        <p:spPr>
          <a:ln/>
        </p:spPr>
        <p:txBody>
          <a:bodyPr/>
          <a:lstStyle>
            <a:lvl1pPr>
              <a:defRPr/>
            </a:lvl1pPr>
          </a:lstStyle>
          <a:p>
            <a:pPr>
              <a:defRPr/>
            </a:pPr>
            <a:endParaRPr lang="en-CA"/>
          </a:p>
        </p:txBody>
      </p:sp>
      <p:sp>
        <p:nvSpPr>
          <p:cNvPr id="6" name="Rectangle 13"/>
          <p:cNvSpPr>
            <a:spLocks noGrp="1" noChangeArrowheads="1"/>
          </p:cNvSpPr>
          <p:nvPr>
            <p:ph type="sldNum" sz="quarter" idx="12"/>
          </p:nvPr>
        </p:nvSpPr>
        <p:spPr>
          <a:ln/>
        </p:spPr>
        <p:txBody>
          <a:bodyPr/>
          <a:lstStyle>
            <a:lvl1pPr>
              <a:defRPr/>
            </a:lvl1pPr>
          </a:lstStyle>
          <a:p>
            <a:pPr>
              <a:defRPr/>
            </a:pPr>
            <a:fld id="{19292E07-3A40-4E18-BEEB-ECF052FD1923}" type="slidenum">
              <a:rPr lang="en-CA"/>
              <a:pPr>
                <a:defRPr/>
              </a:pPr>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r">
              <a:defRPr sz="4000" b="1" cap="all"/>
            </a:lvl1pPr>
          </a:lstStyle>
          <a:p>
            <a:r>
              <a:rPr lang="en-US" smtClean="0"/>
              <a:t>Click to edit Master title style</a:t>
            </a:r>
            <a:endParaRPr lang="ar-EG"/>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endParaRPr lang="en-CA"/>
          </a:p>
        </p:txBody>
      </p:sp>
      <p:sp>
        <p:nvSpPr>
          <p:cNvPr id="5" name="Rectangle 12"/>
          <p:cNvSpPr>
            <a:spLocks noGrp="1" noChangeArrowheads="1"/>
          </p:cNvSpPr>
          <p:nvPr>
            <p:ph type="ftr" sz="quarter" idx="11"/>
          </p:nvPr>
        </p:nvSpPr>
        <p:spPr>
          <a:ln/>
        </p:spPr>
        <p:txBody>
          <a:bodyPr/>
          <a:lstStyle>
            <a:lvl1pPr>
              <a:defRPr/>
            </a:lvl1pPr>
          </a:lstStyle>
          <a:p>
            <a:pPr>
              <a:defRPr/>
            </a:pPr>
            <a:endParaRPr lang="en-CA"/>
          </a:p>
        </p:txBody>
      </p:sp>
      <p:sp>
        <p:nvSpPr>
          <p:cNvPr id="6" name="Rectangle 13"/>
          <p:cNvSpPr>
            <a:spLocks noGrp="1" noChangeArrowheads="1"/>
          </p:cNvSpPr>
          <p:nvPr>
            <p:ph type="sldNum" sz="quarter" idx="12"/>
          </p:nvPr>
        </p:nvSpPr>
        <p:spPr>
          <a:ln/>
        </p:spPr>
        <p:txBody>
          <a:bodyPr/>
          <a:lstStyle>
            <a:lvl1pPr>
              <a:defRPr/>
            </a:lvl1pPr>
          </a:lstStyle>
          <a:p>
            <a:pPr>
              <a:defRPr/>
            </a:pPr>
            <a:fld id="{6C27B378-9FB3-462C-9980-E4D2B8113DB4}" type="slidenum">
              <a:rPr lang="en-CA"/>
              <a:pPr>
                <a:defRPr/>
              </a:pPr>
              <a:t>‹#›</a:t>
            </a:fld>
            <a:endParaRPr lang="en-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EG"/>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5" name="Rectangle 11"/>
          <p:cNvSpPr>
            <a:spLocks noGrp="1" noChangeArrowheads="1"/>
          </p:cNvSpPr>
          <p:nvPr>
            <p:ph type="dt" sz="half" idx="10"/>
          </p:nvPr>
        </p:nvSpPr>
        <p:spPr>
          <a:ln/>
        </p:spPr>
        <p:txBody>
          <a:bodyPr/>
          <a:lstStyle>
            <a:lvl1pPr>
              <a:defRPr/>
            </a:lvl1pPr>
          </a:lstStyle>
          <a:p>
            <a:pPr>
              <a:defRPr/>
            </a:pPr>
            <a:endParaRPr lang="en-CA"/>
          </a:p>
        </p:txBody>
      </p:sp>
      <p:sp>
        <p:nvSpPr>
          <p:cNvPr id="6" name="Rectangle 12"/>
          <p:cNvSpPr>
            <a:spLocks noGrp="1" noChangeArrowheads="1"/>
          </p:cNvSpPr>
          <p:nvPr>
            <p:ph type="ftr" sz="quarter" idx="11"/>
          </p:nvPr>
        </p:nvSpPr>
        <p:spPr>
          <a:ln/>
        </p:spPr>
        <p:txBody>
          <a:bodyPr/>
          <a:lstStyle>
            <a:lvl1pPr>
              <a:defRPr/>
            </a:lvl1pPr>
          </a:lstStyle>
          <a:p>
            <a:pPr>
              <a:defRPr/>
            </a:pPr>
            <a:endParaRPr lang="en-CA"/>
          </a:p>
        </p:txBody>
      </p:sp>
      <p:sp>
        <p:nvSpPr>
          <p:cNvPr id="7" name="Rectangle 13"/>
          <p:cNvSpPr>
            <a:spLocks noGrp="1" noChangeArrowheads="1"/>
          </p:cNvSpPr>
          <p:nvPr>
            <p:ph type="sldNum" sz="quarter" idx="12"/>
          </p:nvPr>
        </p:nvSpPr>
        <p:spPr>
          <a:ln/>
        </p:spPr>
        <p:txBody>
          <a:bodyPr/>
          <a:lstStyle>
            <a:lvl1pPr>
              <a:defRPr/>
            </a:lvl1pPr>
          </a:lstStyle>
          <a:p>
            <a:pPr>
              <a:defRPr/>
            </a:pPr>
            <a:fld id="{350A2B18-26C2-4FB3-A652-2922F47A8F14}" type="slidenum">
              <a:rPr lang="en-CA"/>
              <a:pPr>
                <a:defRPr/>
              </a:pPr>
              <a:t>‹#›</a:t>
            </a:fld>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ar-EG"/>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7" name="Rectangle 11"/>
          <p:cNvSpPr>
            <a:spLocks noGrp="1" noChangeArrowheads="1"/>
          </p:cNvSpPr>
          <p:nvPr>
            <p:ph type="dt" sz="half" idx="10"/>
          </p:nvPr>
        </p:nvSpPr>
        <p:spPr>
          <a:ln/>
        </p:spPr>
        <p:txBody>
          <a:bodyPr/>
          <a:lstStyle>
            <a:lvl1pPr>
              <a:defRPr/>
            </a:lvl1pPr>
          </a:lstStyle>
          <a:p>
            <a:pPr>
              <a:defRPr/>
            </a:pPr>
            <a:endParaRPr lang="en-CA"/>
          </a:p>
        </p:txBody>
      </p:sp>
      <p:sp>
        <p:nvSpPr>
          <p:cNvPr id="8" name="Rectangle 12"/>
          <p:cNvSpPr>
            <a:spLocks noGrp="1" noChangeArrowheads="1"/>
          </p:cNvSpPr>
          <p:nvPr>
            <p:ph type="ftr" sz="quarter" idx="11"/>
          </p:nvPr>
        </p:nvSpPr>
        <p:spPr>
          <a:ln/>
        </p:spPr>
        <p:txBody>
          <a:bodyPr/>
          <a:lstStyle>
            <a:lvl1pPr>
              <a:defRPr/>
            </a:lvl1pPr>
          </a:lstStyle>
          <a:p>
            <a:pPr>
              <a:defRPr/>
            </a:pPr>
            <a:endParaRPr lang="en-CA"/>
          </a:p>
        </p:txBody>
      </p:sp>
      <p:sp>
        <p:nvSpPr>
          <p:cNvPr id="9" name="Rectangle 13"/>
          <p:cNvSpPr>
            <a:spLocks noGrp="1" noChangeArrowheads="1"/>
          </p:cNvSpPr>
          <p:nvPr>
            <p:ph type="sldNum" sz="quarter" idx="12"/>
          </p:nvPr>
        </p:nvSpPr>
        <p:spPr>
          <a:ln/>
        </p:spPr>
        <p:txBody>
          <a:bodyPr/>
          <a:lstStyle>
            <a:lvl1pPr>
              <a:defRPr/>
            </a:lvl1pPr>
          </a:lstStyle>
          <a:p>
            <a:pPr>
              <a:defRPr/>
            </a:pPr>
            <a:fld id="{0CABCBF5-CA7E-4536-A9A4-A2342F3B3DBE}" type="slidenum">
              <a:rPr lang="en-CA"/>
              <a:pPr>
                <a:defRPr/>
              </a:pPr>
              <a:t>‹#›</a:t>
            </a:fld>
            <a:endParaRPr lang="en-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EG"/>
          </a:p>
        </p:txBody>
      </p:sp>
      <p:sp>
        <p:nvSpPr>
          <p:cNvPr id="3" name="Rectangle 11"/>
          <p:cNvSpPr>
            <a:spLocks noGrp="1" noChangeArrowheads="1"/>
          </p:cNvSpPr>
          <p:nvPr>
            <p:ph type="dt" sz="half" idx="10"/>
          </p:nvPr>
        </p:nvSpPr>
        <p:spPr>
          <a:ln/>
        </p:spPr>
        <p:txBody>
          <a:bodyPr/>
          <a:lstStyle>
            <a:lvl1pPr>
              <a:defRPr/>
            </a:lvl1pPr>
          </a:lstStyle>
          <a:p>
            <a:pPr>
              <a:defRPr/>
            </a:pPr>
            <a:endParaRPr lang="en-CA"/>
          </a:p>
        </p:txBody>
      </p:sp>
      <p:sp>
        <p:nvSpPr>
          <p:cNvPr id="4" name="Rectangle 12"/>
          <p:cNvSpPr>
            <a:spLocks noGrp="1" noChangeArrowheads="1"/>
          </p:cNvSpPr>
          <p:nvPr>
            <p:ph type="ftr" sz="quarter" idx="11"/>
          </p:nvPr>
        </p:nvSpPr>
        <p:spPr>
          <a:ln/>
        </p:spPr>
        <p:txBody>
          <a:bodyPr/>
          <a:lstStyle>
            <a:lvl1pPr>
              <a:defRPr/>
            </a:lvl1pPr>
          </a:lstStyle>
          <a:p>
            <a:pPr>
              <a:defRPr/>
            </a:pPr>
            <a:endParaRPr lang="en-CA"/>
          </a:p>
        </p:txBody>
      </p:sp>
      <p:sp>
        <p:nvSpPr>
          <p:cNvPr id="5" name="Rectangle 13"/>
          <p:cNvSpPr>
            <a:spLocks noGrp="1" noChangeArrowheads="1"/>
          </p:cNvSpPr>
          <p:nvPr>
            <p:ph type="sldNum" sz="quarter" idx="12"/>
          </p:nvPr>
        </p:nvSpPr>
        <p:spPr>
          <a:ln/>
        </p:spPr>
        <p:txBody>
          <a:bodyPr/>
          <a:lstStyle>
            <a:lvl1pPr>
              <a:defRPr/>
            </a:lvl1pPr>
          </a:lstStyle>
          <a:p>
            <a:pPr>
              <a:defRPr/>
            </a:pPr>
            <a:fld id="{E91832DD-43CA-496D-A447-1B61B43BB84A}" type="slidenum">
              <a:rPr lang="en-CA"/>
              <a:pPr>
                <a:defRPr/>
              </a:pPr>
              <a:t>‹#›</a:t>
            </a:fld>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CA"/>
          </a:p>
        </p:txBody>
      </p:sp>
      <p:sp>
        <p:nvSpPr>
          <p:cNvPr id="3" name="Rectangle 12"/>
          <p:cNvSpPr>
            <a:spLocks noGrp="1" noChangeArrowheads="1"/>
          </p:cNvSpPr>
          <p:nvPr>
            <p:ph type="ftr" sz="quarter" idx="11"/>
          </p:nvPr>
        </p:nvSpPr>
        <p:spPr>
          <a:ln/>
        </p:spPr>
        <p:txBody>
          <a:bodyPr/>
          <a:lstStyle>
            <a:lvl1pPr>
              <a:defRPr/>
            </a:lvl1pPr>
          </a:lstStyle>
          <a:p>
            <a:pPr>
              <a:defRPr/>
            </a:pPr>
            <a:endParaRPr lang="en-CA"/>
          </a:p>
        </p:txBody>
      </p:sp>
      <p:sp>
        <p:nvSpPr>
          <p:cNvPr id="4" name="Rectangle 13"/>
          <p:cNvSpPr>
            <a:spLocks noGrp="1" noChangeArrowheads="1"/>
          </p:cNvSpPr>
          <p:nvPr>
            <p:ph type="sldNum" sz="quarter" idx="12"/>
          </p:nvPr>
        </p:nvSpPr>
        <p:spPr>
          <a:ln/>
        </p:spPr>
        <p:txBody>
          <a:bodyPr/>
          <a:lstStyle>
            <a:lvl1pPr>
              <a:defRPr/>
            </a:lvl1pPr>
          </a:lstStyle>
          <a:p>
            <a:pPr>
              <a:defRPr/>
            </a:pPr>
            <a:fld id="{82EA9F2D-3AA0-4B8A-B1A1-588731752114}" type="slidenum">
              <a:rPr lang="en-CA"/>
              <a:pPr>
                <a:defRPr/>
              </a:pPr>
              <a:t>‹#›</a:t>
            </a:fld>
            <a:endParaRPr lang="en-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r">
              <a:defRPr sz="2000" b="1"/>
            </a:lvl1pPr>
          </a:lstStyle>
          <a:p>
            <a:r>
              <a:rPr lang="en-US" smtClean="0"/>
              <a:t>Click to edit Master title style</a:t>
            </a:r>
            <a:endParaRPr lang="ar-EG"/>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CA"/>
          </a:p>
        </p:txBody>
      </p:sp>
      <p:sp>
        <p:nvSpPr>
          <p:cNvPr id="6" name="Rectangle 12"/>
          <p:cNvSpPr>
            <a:spLocks noGrp="1" noChangeArrowheads="1"/>
          </p:cNvSpPr>
          <p:nvPr>
            <p:ph type="ftr" sz="quarter" idx="11"/>
          </p:nvPr>
        </p:nvSpPr>
        <p:spPr>
          <a:ln/>
        </p:spPr>
        <p:txBody>
          <a:bodyPr/>
          <a:lstStyle>
            <a:lvl1pPr>
              <a:defRPr/>
            </a:lvl1pPr>
          </a:lstStyle>
          <a:p>
            <a:pPr>
              <a:defRPr/>
            </a:pPr>
            <a:endParaRPr lang="en-CA"/>
          </a:p>
        </p:txBody>
      </p:sp>
      <p:sp>
        <p:nvSpPr>
          <p:cNvPr id="7" name="Rectangle 13"/>
          <p:cNvSpPr>
            <a:spLocks noGrp="1" noChangeArrowheads="1"/>
          </p:cNvSpPr>
          <p:nvPr>
            <p:ph type="sldNum" sz="quarter" idx="12"/>
          </p:nvPr>
        </p:nvSpPr>
        <p:spPr>
          <a:ln/>
        </p:spPr>
        <p:txBody>
          <a:bodyPr/>
          <a:lstStyle>
            <a:lvl1pPr>
              <a:defRPr/>
            </a:lvl1pPr>
          </a:lstStyle>
          <a:p>
            <a:pPr>
              <a:defRPr/>
            </a:pPr>
            <a:fld id="{E9092AD8-A57C-4846-B8C3-1CD3E846E179}" type="slidenum">
              <a:rPr lang="en-CA"/>
              <a:pPr>
                <a:defRPr/>
              </a:pPr>
              <a:t>‹#›</a:t>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r">
              <a:defRPr sz="2000" b="1"/>
            </a:lvl1pPr>
          </a:lstStyle>
          <a:p>
            <a:r>
              <a:rPr lang="en-US" smtClean="0"/>
              <a:t>Click to edit Master title style</a:t>
            </a:r>
            <a:endParaRPr lang="ar-EG"/>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EG" noProof="0" smtClean="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CA"/>
          </a:p>
        </p:txBody>
      </p:sp>
      <p:sp>
        <p:nvSpPr>
          <p:cNvPr id="6" name="Rectangle 12"/>
          <p:cNvSpPr>
            <a:spLocks noGrp="1" noChangeArrowheads="1"/>
          </p:cNvSpPr>
          <p:nvPr>
            <p:ph type="ftr" sz="quarter" idx="11"/>
          </p:nvPr>
        </p:nvSpPr>
        <p:spPr>
          <a:ln/>
        </p:spPr>
        <p:txBody>
          <a:bodyPr/>
          <a:lstStyle>
            <a:lvl1pPr>
              <a:defRPr/>
            </a:lvl1pPr>
          </a:lstStyle>
          <a:p>
            <a:pPr>
              <a:defRPr/>
            </a:pPr>
            <a:endParaRPr lang="en-CA"/>
          </a:p>
        </p:txBody>
      </p:sp>
      <p:sp>
        <p:nvSpPr>
          <p:cNvPr id="7" name="Rectangle 13"/>
          <p:cNvSpPr>
            <a:spLocks noGrp="1" noChangeArrowheads="1"/>
          </p:cNvSpPr>
          <p:nvPr>
            <p:ph type="sldNum" sz="quarter" idx="12"/>
          </p:nvPr>
        </p:nvSpPr>
        <p:spPr>
          <a:ln/>
        </p:spPr>
        <p:txBody>
          <a:bodyPr/>
          <a:lstStyle>
            <a:lvl1pPr>
              <a:defRPr/>
            </a:lvl1pPr>
          </a:lstStyle>
          <a:p>
            <a:pPr>
              <a:defRPr/>
            </a:pPr>
            <a:fld id="{E1425AC0-8D32-45B4-A66E-5846596E8492}" type="slidenum">
              <a:rPr lang="en-CA"/>
              <a:pPr>
                <a:defRPr/>
              </a:pPr>
              <a:t>‹#›</a:t>
            </a:fld>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EG"/>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4" name="Rectangle 11"/>
          <p:cNvSpPr>
            <a:spLocks noGrp="1" noChangeArrowheads="1"/>
          </p:cNvSpPr>
          <p:nvPr>
            <p:ph type="dt" sz="half" idx="10"/>
          </p:nvPr>
        </p:nvSpPr>
        <p:spPr>
          <a:ln/>
        </p:spPr>
        <p:txBody>
          <a:bodyPr/>
          <a:lstStyle>
            <a:lvl1pPr>
              <a:defRPr/>
            </a:lvl1pPr>
          </a:lstStyle>
          <a:p>
            <a:pPr>
              <a:defRPr/>
            </a:pPr>
            <a:endParaRPr lang="en-CA"/>
          </a:p>
        </p:txBody>
      </p:sp>
      <p:sp>
        <p:nvSpPr>
          <p:cNvPr id="5" name="Rectangle 12"/>
          <p:cNvSpPr>
            <a:spLocks noGrp="1" noChangeArrowheads="1"/>
          </p:cNvSpPr>
          <p:nvPr>
            <p:ph type="ftr" sz="quarter" idx="11"/>
          </p:nvPr>
        </p:nvSpPr>
        <p:spPr>
          <a:ln/>
        </p:spPr>
        <p:txBody>
          <a:bodyPr/>
          <a:lstStyle>
            <a:lvl1pPr>
              <a:defRPr/>
            </a:lvl1pPr>
          </a:lstStyle>
          <a:p>
            <a:pPr>
              <a:defRPr/>
            </a:pPr>
            <a:endParaRPr lang="en-CA"/>
          </a:p>
        </p:txBody>
      </p:sp>
      <p:sp>
        <p:nvSpPr>
          <p:cNvPr id="6" name="Rectangle 13"/>
          <p:cNvSpPr>
            <a:spLocks noGrp="1" noChangeArrowheads="1"/>
          </p:cNvSpPr>
          <p:nvPr>
            <p:ph type="sldNum" sz="quarter" idx="12"/>
          </p:nvPr>
        </p:nvSpPr>
        <p:spPr>
          <a:ln/>
        </p:spPr>
        <p:txBody>
          <a:bodyPr/>
          <a:lstStyle>
            <a:lvl1pPr>
              <a:defRPr/>
            </a:lvl1pPr>
          </a:lstStyle>
          <a:p>
            <a:pPr>
              <a:defRPr/>
            </a:pPr>
            <a:fld id="{339695EB-08B9-4902-B42C-3F96670DB193}" type="slidenum">
              <a:rPr lang="en-CA"/>
              <a:pPr>
                <a:defRPr/>
              </a:pPr>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617539"/>
            <a:ext cx="1951039" cy="5514975"/>
          </a:xfrm>
        </p:spPr>
        <p:txBody>
          <a:bodyPr vert="eaVert"/>
          <a:lstStyle/>
          <a:p>
            <a:r>
              <a:rPr lang="en-US" smtClean="0"/>
              <a:t>Click to edit Master title style</a:t>
            </a:r>
            <a:endParaRPr lang="ar-EG"/>
          </a:p>
        </p:txBody>
      </p:sp>
      <p:sp>
        <p:nvSpPr>
          <p:cNvPr id="3" name="Vertical Text Placeholder 2"/>
          <p:cNvSpPr>
            <a:spLocks noGrp="1"/>
          </p:cNvSpPr>
          <p:nvPr>
            <p:ph type="body" orient="vert" idx="1"/>
          </p:nvPr>
        </p:nvSpPr>
        <p:spPr>
          <a:xfrm>
            <a:off x="1150939" y="617539"/>
            <a:ext cx="5700712" cy="55149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4" name="Rectangle 11"/>
          <p:cNvSpPr>
            <a:spLocks noGrp="1" noChangeArrowheads="1"/>
          </p:cNvSpPr>
          <p:nvPr>
            <p:ph type="dt" sz="half" idx="10"/>
          </p:nvPr>
        </p:nvSpPr>
        <p:spPr>
          <a:ln/>
        </p:spPr>
        <p:txBody>
          <a:bodyPr/>
          <a:lstStyle>
            <a:lvl1pPr>
              <a:defRPr/>
            </a:lvl1pPr>
          </a:lstStyle>
          <a:p>
            <a:pPr>
              <a:defRPr/>
            </a:pPr>
            <a:endParaRPr lang="en-CA"/>
          </a:p>
        </p:txBody>
      </p:sp>
      <p:sp>
        <p:nvSpPr>
          <p:cNvPr id="5" name="Rectangle 12"/>
          <p:cNvSpPr>
            <a:spLocks noGrp="1" noChangeArrowheads="1"/>
          </p:cNvSpPr>
          <p:nvPr>
            <p:ph type="ftr" sz="quarter" idx="11"/>
          </p:nvPr>
        </p:nvSpPr>
        <p:spPr>
          <a:ln/>
        </p:spPr>
        <p:txBody>
          <a:bodyPr/>
          <a:lstStyle>
            <a:lvl1pPr>
              <a:defRPr/>
            </a:lvl1pPr>
          </a:lstStyle>
          <a:p>
            <a:pPr>
              <a:defRPr/>
            </a:pPr>
            <a:endParaRPr lang="en-CA"/>
          </a:p>
        </p:txBody>
      </p:sp>
      <p:sp>
        <p:nvSpPr>
          <p:cNvPr id="6" name="Rectangle 13"/>
          <p:cNvSpPr>
            <a:spLocks noGrp="1" noChangeArrowheads="1"/>
          </p:cNvSpPr>
          <p:nvPr>
            <p:ph type="sldNum" sz="quarter" idx="12"/>
          </p:nvPr>
        </p:nvSpPr>
        <p:spPr>
          <a:ln/>
        </p:spPr>
        <p:txBody>
          <a:bodyPr/>
          <a:lstStyle>
            <a:lvl1pPr>
              <a:defRPr/>
            </a:lvl1pPr>
          </a:lstStyle>
          <a:p>
            <a:pPr>
              <a:defRPr/>
            </a:pPr>
            <a:fld id="{8873C4AC-40A5-43BD-8038-2F19F421A913}" type="slidenum">
              <a:rPr lang="en-CA"/>
              <a:pPr>
                <a:defRPr/>
              </a:pPr>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417514" y="1098551"/>
            <a:ext cx="438151" cy="474663"/>
          </a:xfrm>
          <a:prstGeom prst="rect">
            <a:avLst/>
          </a:prstGeom>
          <a:solidFill>
            <a:schemeClr val="accent2"/>
          </a:solidFill>
          <a:ln w="9525">
            <a:noFill/>
            <a:miter lim="800000"/>
            <a:headEnd/>
            <a:tailEnd/>
          </a:ln>
          <a:effectLst/>
        </p:spPr>
        <p:txBody>
          <a:bodyPr wrap="none" anchor="ctr"/>
          <a:lstStyle/>
          <a:p>
            <a:pPr algn="ctr">
              <a:defRPr/>
            </a:pPr>
            <a:endParaRPr kumimoji="1" lang="en-US"/>
          </a:p>
        </p:txBody>
      </p:sp>
      <p:sp>
        <p:nvSpPr>
          <p:cNvPr id="3075" name="Rectangle 3"/>
          <p:cNvSpPr>
            <a:spLocks noChangeArrowheads="1"/>
          </p:cNvSpPr>
          <p:nvPr/>
        </p:nvSpPr>
        <p:spPr bwMode="ltGray">
          <a:xfrm>
            <a:off x="800100" y="10985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kumimoji="1" lang="en-US"/>
          </a:p>
        </p:txBody>
      </p:sp>
      <p:sp>
        <p:nvSpPr>
          <p:cNvPr id="3076" name="Rectangle 4"/>
          <p:cNvSpPr>
            <a:spLocks noChangeArrowheads="1"/>
          </p:cNvSpPr>
          <p:nvPr/>
        </p:nvSpPr>
        <p:spPr bwMode="ltGray">
          <a:xfrm>
            <a:off x="541339" y="1520825"/>
            <a:ext cx="422275" cy="474663"/>
          </a:xfrm>
          <a:prstGeom prst="rect">
            <a:avLst/>
          </a:prstGeom>
          <a:solidFill>
            <a:schemeClr val="folHlink"/>
          </a:solidFill>
          <a:ln w="9525">
            <a:noFill/>
            <a:miter lim="800000"/>
            <a:headEnd/>
            <a:tailEnd/>
          </a:ln>
          <a:effectLst/>
        </p:spPr>
        <p:txBody>
          <a:bodyPr wrap="none" anchor="ctr"/>
          <a:lstStyle/>
          <a:p>
            <a:pPr algn="ctr">
              <a:defRPr/>
            </a:pPr>
            <a:endParaRPr kumimoji="1" lang="en-US"/>
          </a:p>
        </p:txBody>
      </p:sp>
      <p:sp>
        <p:nvSpPr>
          <p:cNvPr id="3077" name="Rectangle 5"/>
          <p:cNvSpPr>
            <a:spLocks noChangeArrowheads="1"/>
          </p:cNvSpPr>
          <p:nvPr/>
        </p:nvSpPr>
        <p:spPr bwMode="ltGray">
          <a:xfrm>
            <a:off x="911226" y="15208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kumimoji="1" lang="en-US"/>
          </a:p>
        </p:txBody>
      </p:sp>
      <p:sp>
        <p:nvSpPr>
          <p:cNvPr id="3078" name="Rectangle 6"/>
          <p:cNvSpPr>
            <a:spLocks noChangeArrowheads="1"/>
          </p:cNvSpPr>
          <p:nvPr/>
        </p:nvSpPr>
        <p:spPr bwMode="ltGray">
          <a:xfrm>
            <a:off x="127001" y="14478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kumimoji="1" lang="en-US"/>
          </a:p>
        </p:txBody>
      </p:sp>
      <p:sp>
        <p:nvSpPr>
          <p:cNvPr id="3079" name="Rectangle 7"/>
          <p:cNvSpPr>
            <a:spLocks noChangeArrowheads="1"/>
          </p:cNvSpPr>
          <p:nvPr/>
        </p:nvSpPr>
        <p:spPr bwMode="gray">
          <a:xfrm>
            <a:off x="762001" y="990601"/>
            <a:ext cx="31751" cy="1052513"/>
          </a:xfrm>
          <a:prstGeom prst="rect">
            <a:avLst/>
          </a:prstGeom>
          <a:solidFill>
            <a:schemeClr val="bg2"/>
          </a:solidFill>
          <a:ln w="9525">
            <a:noFill/>
            <a:miter lim="800000"/>
            <a:headEnd/>
            <a:tailEnd/>
          </a:ln>
          <a:effectLst/>
        </p:spPr>
        <p:txBody>
          <a:bodyPr wrap="none" anchor="ctr"/>
          <a:lstStyle/>
          <a:p>
            <a:pPr algn="ctr">
              <a:defRPr/>
            </a:pPr>
            <a:endParaRPr kumimoji="1" lang="en-US"/>
          </a:p>
        </p:txBody>
      </p:sp>
      <p:sp>
        <p:nvSpPr>
          <p:cNvPr id="3080" name="Rectangle 8"/>
          <p:cNvSpPr>
            <a:spLocks noChangeArrowheads="1"/>
          </p:cNvSpPr>
          <p:nvPr/>
        </p:nvSpPr>
        <p:spPr bwMode="gray">
          <a:xfrm>
            <a:off x="442914" y="1781175"/>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kumimoji="1" lang="en-US"/>
          </a:p>
        </p:txBody>
      </p:sp>
      <p:sp>
        <p:nvSpPr>
          <p:cNvPr id="1033" name="Rectangle 9"/>
          <p:cNvSpPr>
            <a:spLocks noGrp="1" noChangeArrowheads="1"/>
          </p:cNvSpPr>
          <p:nvPr>
            <p:ph type="title"/>
          </p:nvPr>
        </p:nvSpPr>
        <p:spPr bwMode="auto">
          <a:xfrm>
            <a:off x="1150939" y="617538"/>
            <a:ext cx="7793037"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CA" smtClean="0"/>
              <a:t>Click to edit Master title style</a:t>
            </a:r>
          </a:p>
        </p:txBody>
      </p:sp>
      <p:sp>
        <p:nvSpPr>
          <p:cNvPr id="1034" name="Rectangle 10"/>
          <p:cNvSpPr>
            <a:spLocks noGrp="1" noChangeArrowheads="1"/>
          </p:cNvSpPr>
          <p:nvPr>
            <p:ph type="body" idx="1"/>
          </p:nvPr>
        </p:nvSpPr>
        <p:spPr bwMode="auto">
          <a:xfrm>
            <a:off x="1182688" y="2017713"/>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p>
        </p:txBody>
      </p:sp>
      <p:sp>
        <p:nvSpPr>
          <p:cNvPr id="3083" name="Rectangle 11"/>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vl1pPr>
          </a:lstStyle>
          <a:p>
            <a:pPr>
              <a:defRPr/>
            </a:pPr>
            <a:endParaRPr lang="en-CA"/>
          </a:p>
        </p:txBody>
      </p:sp>
      <p:sp>
        <p:nvSpPr>
          <p:cNvPr id="3084" name="Rectangle 12"/>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vl1pPr>
          </a:lstStyle>
          <a:p>
            <a:pPr>
              <a:defRPr/>
            </a:pPr>
            <a:endParaRPr lang="en-CA"/>
          </a:p>
        </p:txBody>
      </p:sp>
      <p:sp>
        <p:nvSpPr>
          <p:cNvPr id="3085" name="Rectangle 13"/>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pPr>
              <a:defRPr/>
            </a:pPr>
            <a:fld id="{C7611869-0A35-441C-96A6-5D796580B057}" type="slidenum">
              <a:rPr lang="en-CA"/>
              <a:pPr>
                <a:defRPr/>
              </a:pPr>
              <a:t>‹#›</a:t>
            </a:fld>
            <a:endParaRPr lang="en-CA"/>
          </a:p>
        </p:txBody>
      </p:sp>
    </p:spTree>
  </p:cSld>
  <p:clrMap bg1="lt1" tx1="dk1" bg2="lt2" tx2="dk2" accent1="accent1" accent2="accent2" accent3="accent3" accent4="accent4" accent5="accent5" accent6="accent6" hlink="hlink" folHlink="folHlink"/>
  <p:sldLayoutIdLst>
    <p:sldLayoutId id="2147484032"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ar-EG"/>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hozeifa.ada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08000" y="533400"/>
            <a:ext cx="8255000" cy="2438400"/>
          </a:xfrm>
        </p:spPr>
        <p:txBody>
          <a:bodyPr/>
          <a:lstStyle/>
          <a:p>
            <a:pPr algn="ctr" eaLnBrk="1" hangingPunct="1"/>
            <a:r>
              <a:rPr lang="en-US" dirty="0" smtClean="0"/>
              <a:t>Design and Analysis of Algorithms</a:t>
            </a:r>
            <a:br>
              <a:rPr lang="en-US" dirty="0" smtClean="0"/>
            </a:br>
            <a:endParaRPr lang="en-CA" dirty="0" smtClean="0"/>
          </a:p>
        </p:txBody>
      </p:sp>
      <p:sp>
        <p:nvSpPr>
          <p:cNvPr id="3075" name="Rectangle 3"/>
          <p:cNvSpPr>
            <a:spLocks noGrp="1" noChangeArrowheads="1"/>
          </p:cNvSpPr>
          <p:nvPr>
            <p:ph type="subTitle" idx="1"/>
          </p:nvPr>
        </p:nvSpPr>
        <p:spPr>
          <a:xfrm>
            <a:off x="381000" y="3581400"/>
            <a:ext cx="8077200" cy="2971800"/>
          </a:xfrm>
        </p:spPr>
        <p:txBody>
          <a:bodyPr/>
          <a:lstStyle/>
          <a:p>
            <a:pPr algn="l" eaLnBrk="1" hangingPunct="1"/>
            <a:r>
              <a:rPr lang="en-US" sz="2800" b="1" u="sng" dirty="0" smtClean="0"/>
              <a:t>Instructor:</a:t>
            </a:r>
            <a:r>
              <a:rPr lang="en-US" sz="2800" u="sng" dirty="0" smtClean="0"/>
              <a:t> </a:t>
            </a:r>
          </a:p>
          <a:p>
            <a:pPr algn="l" eaLnBrk="1" hangingPunct="1">
              <a:spcBef>
                <a:spcPts val="1200"/>
              </a:spcBef>
            </a:pPr>
            <a:r>
              <a:rPr lang="en-US" sz="2200" dirty="0" smtClean="0"/>
              <a:t>Dr. </a:t>
            </a:r>
            <a:r>
              <a:rPr lang="en-US" sz="2200" dirty="0" err="1" smtClean="0"/>
              <a:t>Hozeifa</a:t>
            </a:r>
            <a:r>
              <a:rPr lang="en-US" sz="2200" dirty="0" smtClean="0"/>
              <a:t> Adam</a:t>
            </a:r>
          </a:p>
          <a:p>
            <a:pPr algn="l" eaLnBrk="1" hangingPunct="1">
              <a:spcBef>
                <a:spcPts val="1200"/>
              </a:spcBef>
            </a:pPr>
            <a:r>
              <a:rPr lang="en-US" sz="2200" dirty="0" smtClean="0"/>
              <a:t>Department of Computer Science</a:t>
            </a:r>
          </a:p>
          <a:p>
            <a:pPr algn="l" eaLnBrk="1" hangingPunct="1">
              <a:spcBef>
                <a:spcPts val="1200"/>
              </a:spcBef>
            </a:pPr>
            <a:r>
              <a:rPr lang="en-US" sz="2200" dirty="0" smtClean="0"/>
              <a:t>College of Computer Science and Information Technology</a:t>
            </a:r>
          </a:p>
          <a:p>
            <a:pPr algn="l" eaLnBrk="1" hangingPunct="1">
              <a:spcBef>
                <a:spcPts val="1200"/>
              </a:spcBef>
            </a:pPr>
            <a:r>
              <a:rPr lang="en-US" sz="2200" dirty="0" err="1" smtClean="0"/>
              <a:t>Karary</a:t>
            </a:r>
            <a:r>
              <a:rPr lang="en-US" sz="2200" dirty="0" smtClean="0"/>
              <a:t> University</a:t>
            </a:r>
          </a:p>
          <a:p>
            <a:pPr algn="l" eaLnBrk="1" hangingPunct="1">
              <a:spcBef>
                <a:spcPts val="1200"/>
              </a:spcBef>
            </a:pPr>
            <a:r>
              <a:rPr lang="en-US" sz="2200" dirty="0" smtClean="0"/>
              <a:t>E-mail: </a:t>
            </a:r>
            <a:r>
              <a:rPr lang="en-US" sz="2200" dirty="0">
                <a:hlinkClick r:id="rId3"/>
              </a:rPr>
              <a:t>hozeifa.adam</a:t>
            </a:r>
            <a:r>
              <a:rPr lang="en-US" sz="2200" dirty="0">
                <a:solidFill>
                  <a:srgbClr val="FF0000"/>
                </a:solidFill>
                <a:hlinkClick r:id="rId3"/>
              </a:rPr>
              <a:t>@</a:t>
            </a:r>
            <a:r>
              <a:rPr lang="en-US" sz="2200" dirty="0">
                <a:solidFill>
                  <a:srgbClr val="FF0000"/>
                </a:solidFill>
              </a:rPr>
              <a:t>gmail.com</a:t>
            </a:r>
            <a:endParaRPr lang="en-US" sz="2200" dirty="0" smtClean="0"/>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repeatCount="indefinite" decel="50000" fill="hold" nodeType="withEffect">
                                  <p:stCondLst>
                                    <p:cond delay="2000"/>
                                  </p:stCondLst>
                                  <p:childTnLst>
                                    <p:set>
                                      <p:cBhvr>
                                        <p:cTn id="6" dur="1" fill="hold">
                                          <p:stCondLst>
                                            <p:cond delay="0"/>
                                          </p:stCondLst>
                                        </p:cTn>
                                        <p:tgtEl>
                                          <p:spTgt spid="3075">
                                            <p:txEl>
                                              <p:pRg st="0" end="0"/>
                                            </p:txEl>
                                          </p:spTgt>
                                        </p:tgtEl>
                                        <p:attrNameLst>
                                          <p:attrName>style.visibility</p:attrName>
                                        </p:attrNameLst>
                                      </p:cBhvr>
                                      <p:to>
                                        <p:strVal val="visible"/>
                                      </p:to>
                                    </p:set>
                                    <p:anim calcmode="lin" valueType="num">
                                      <p:cBhvr additive="base">
                                        <p:cTn id="7" dur="5000" fill="hold"/>
                                        <p:tgtEl>
                                          <p:spTgt spid="3075">
                                            <p:txEl>
                                              <p:pRg st="0" end="0"/>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307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repeatCount="indefinite" decel="50000" fill="hold" nodeType="withEffect">
                                  <p:stCondLst>
                                    <p:cond delay="2000"/>
                                  </p:stCondLst>
                                  <p:childTnLst>
                                    <p:set>
                                      <p:cBhvr>
                                        <p:cTn id="10" dur="1" fill="hold">
                                          <p:stCondLst>
                                            <p:cond delay="0"/>
                                          </p:stCondLst>
                                        </p:cTn>
                                        <p:tgtEl>
                                          <p:spTgt spid="3075">
                                            <p:txEl>
                                              <p:pRg st="1" end="1"/>
                                            </p:txEl>
                                          </p:spTgt>
                                        </p:tgtEl>
                                        <p:attrNameLst>
                                          <p:attrName>style.visibility</p:attrName>
                                        </p:attrNameLst>
                                      </p:cBhvr>
                                      <p:to>
                                        <p:strVal val="visible"/>
                                      </p:to>
                                    </p:set>
                                    <p:anim calcmode="lin" valueType="num">
                                      <p:cBhvr additive="base">
                                        <p:cTn id="11" dur="5000" fill="hold"/>
                                        <p:tgtEl>
                                          <p:spTgt spid="3075">
                                            <p:txEl>
                                              <p:pRg st="1" end="1"/>
                                            </p:txEl>
                                          </p:spTgt>
                                        </p:tgtEl>
                                        <p:attrNameLst>
                                          <p:attrName>ppt_x</p:attrName>
                                        </p:attrNameLst>
                                      </p:cBhvr>
                                      <p:tavLst>
                                        <p:tav tm="0">
                                          <p:val>
                                            <p:strVal val="#ppt_x"/>
                                          </p:val>
                                        </p:tav>
                                        <p:tav tm="100000">
                                          <p:val>
                                            <p:strVal val="#ppt_x"/>
                                          </p:val>
                                        </p:tav>
                                      </p:tavLst>
                                    </p:anim>
                                    <p:anim calcmode="lin" valueType="num">
                                      <p:cBhvr additive="base">
                                        <p:cTn id="12" dur="5000" fill="hold"/>
                                        <p:tgtEl>
                                          <p:spTgt spid="307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repeatCount="indefinite" decel="50000" fill="hold" nodeType="withEffect">
                                  <p:stCondLst>
                                    <p:cond delay="2000"/>
                                  </p:stCondLst>
                                  <p:childTnLst>
                                    <p:set>
                                      <p:cBhvr>
                                        <p:cTn id="14" dur="1" fill="hold">
                                          <p:stCondLst>
                                            <p:cond delay="0"/>
                                          </p:stCondLst>
                                        </p:cTn>
                                        <p:tgtEl>
                                          <p:spTgt spid="3075">
                                            <p:txEl>
                                              <p:pRg st="2" end="2"/>
                                            </p:txEl>
                                          </p:spTgt>
                                        </p:tgtEl>
                                        <p:attrNameLst>
                                          <p:attrName>style.visibility</p:attrName>
                                        </p:attrNameLst>
                                      </p:cBhvr>
                                      <p:to>
                                        <p:strVal val="visible"/>
                                      </p:to>
                                    </p:set>
                                    <p:anim calcmode="lin" valueType="num">
                                      <p:cBhvr additive="base">
                                        <p:cTn id="15" dur="5000" fill="hold"/>
                                        <p:tgtEl>
                                          <p:spTgt spid="3075">
                                            <p:txEl>
                                              <p:pRg st="2" end="2"/>
                                            </p:txEl>
                                          </p:spTgt>
                                        </p:tgtEl>
                                        <p:attrNameLst>
                                          <p:attrName>ppt_x</p:attrName>
                                        </p:attrNameLst>
                                      </p:cBhvr>
                                      <p:tavLst>
                                        <p:tav tm="0">
                                          <p:val>
                                            <p:strVal val="#ppt_x"/>
                                          </p:val>
                                        </p:tav>
                                        <p:tav tm="100000">
                                          <p:val>
                                            <p:strVal val="#ppt_x"/>
                                          </p:val>
                                        </p:tav>
                                      </p:tavLst>
                                    </p:anim>
                                    <p:anim calcmode="lin" valueType="num">
                                      <p:cBhvr additive="base">
                                        <p:cTn id="16" dur="5000" fill="hold"/>
                                        <p:tgtEl>
                                          <p:spTgt spid="307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repeatCount="indefinite" decel="50000" fill="hold" nodeType="withEffect">
                                  <p:stCondLst>
                                    <p:cond delay="2000"/>
                                  </p:stCondLst>
                                  <p:childTnLst>
                                    <p:set>
                                      <p:cBhvr>
                                        <p:cTn id="18" dur="1" fill="hold">
                                          <p:stCondLst>
                                            <p:cond delay="0"/>
                                          </p:stCondLst>
                                        </p:cTn>
                                        <p:tgtEl>
                                          <p:spTgt spid="3075">
                                            <p:txEl>
                                              <p:pRg st="3" end="3"/>
                                            </p:txEl>
                                          </p:spTgt>
                                        </p:tgtEl>
                                        <p:attrNameLst>
                                          <p:attrName>style.visibility</p:attrName>
                                        </p:attrNameLst>
                                      </p:cBhvr>
                                      <p:to>
                                        <p:strVal val="visible"/>
                                      </p:to>
                                    </p:set>
                                    <p:anim calcmode="lin" valueType="num">
                                      <p:cBhvr additive="base">
                                        <p:cTn id="19" dur="5000" fill="hold"/>
                                        <p:tgtEl>
                                          <p:spTgt spid="3075">
                                            <p:txEl>
                                              <p:pRg st="3" end="3"/>
                                            </p:txEl>
                                          </p:spTgt>
                                        </p:tgtEl>
                                        <p:attrNameLst>
                                          <p:attrName>ppt_x</p:attrName>
                                        </p:attrNameLst>
                                      </p:cBhvr>
                                      <p:tavLst>
                                        <p:tav tm="0">
                                          <p:val>
                                            <p:strVal val="#ppt_x"/>
                                          </p:val>
                                        </p:tav>
                                        <p:tav tm="100000">
                                          <p:val>
                                            <p:strVal val="#ppt_x"/>
                                          </p:val>
                                        </p:tav>
                                      </p:tavLst>
                                    </p:anim>
                                    <p:anim calcmode="lin" valueType="num">
                                      <p:cBhvr additive="base">
                                        <p:cTn id="20" dur="5000" fill="hold"/>
                                        <p:tgtEl>
                                          <p:spTgt spid="307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repeatCount="indefinite" decel="50000" fill="hold" nodeType="withEffect">
                                  <p:stCondLst>
                                    <p:cond delay="2000"/>
                                  </p:stCondLst>
                                  <p:childTnLst>
                                    <p:set>
                                      <p:cBhvr>
                                        <p:cTn id="22" dur="1" fill="hold">
                                          <p:stCondLst>
                                            <p:cond delay="0"/>
                                          </p:stCondLst>
                                        </p:cTn>
                                        <p:tgtEl>
                                          <p:spTgt spid="3075">
                                            <p:txEl>
                                              <p:pRg st="4" end="4"/>
                                            </p:txEl>
                                          </p:spTgt>
                                        </p:tgtEl>
                                        <p:attrNameLst>
                                          <p:attrName>style.visibility</p:attrName>
                                        </p:attrNameLst>
                                      </p:cBhvr>
                                      <p:to>
                                        <p:strVal val="visible"/>
                                      </p:to>
                                    </p:set>
                                    <p:anim calcmode="lin" valueType="num">
                                      <p:cBhvr additive="base">
                                        <p:cTn id="23" dur="5000" fill="hold"/>
                                        <p:tgtEl>
                                          <p:spTgt spid="3075">
                                            <p:txEl>
                                              <p:pRg st="4" end="4"/>
                                            </p:txEl>
                                          </p:spTgt>
                                        </p:tgtEl>
                                        <p:attrNameLst>
                                          <p:attrName>ppt_x</p:attrName>
                                        </p:attrNameLst>
                                      </p:cBhvr>
                                      <p:tavLst>
                                        <p:tav tm="0">
                                          <p:val>
                                            <p:strVal val="#ppt_x"/>
                                          </p:val>
                                        </p:tav>
                                        <p:tav tm="100000">
                                          <p:val>
                                            <p:strVal val="#ppt_x"/>
                                          </p:val>
                                        </p:tav>
                                      </p:tavLst>
                                    </p:anim>
                                    <p:anim calcmode="lin" valueType="num">
                                      <p:cBhvr additive="base">
                                        <p:cTn id="24" dur="5000" fill="hold"/>
                                        <p:tgtEl>
                                          <p:spTgt spid="3075">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repeatCount="indefinite" decel="50000" fill="hold" nodeType="withEffect">
                                  <p:stCondLst>
                                    <p:cond delay="2000"/>
                                  </p:stCondLst>
                                  <p:childTnLst>
                                    <p:set>
                                      <p:cBhvr>
                                        <p:cTn id="26" dur="1" fill="hold">
                                          <p:stCondLst>
                                            <p:cond delay="0"/>
                                          </p:stCondLst>
                                        </p:cTn>
                                        <p:tgtEl>
                                          <p:spTgt spid="3075">
                                            <p:txEl>
                                              <p:pRg st="5" end="5"/>
                                            </p:txEl>
                                          </p:spTgt>
                                        </p:tgtEl>
                                        <p:attrNameLst>
                                          <p:attrName>style.visibility</p:attrName>
                                        </p:attrNameLst>
                                      </p:cBhvr>
                                      <p:to>
                                        <p:strVal val="visible"/>
                                      </p:to>
                                    </p:set>
                                    <p:anim calcmode="lin" valueType="num">
                                      <p:cBhvr additive="base">
                                        <p:cTn id="27" dur="5000" fill="hold"/>
                                        <p:tgtEl>
                                          <p:spTgt spid="3075">
                                            <p:txEl>
                                              <p:pRg st="5" end="5"/>
                                            </p:txEl>
                                          </p:spTgt>
                                        </p:tgtEl>
                                        <p:attrNameLst>
                                          <p:attrName>ppt_x</p:attrName>
                                        </p:attrNameLst>
                                      </p:cBhvr>
                                      <p:tavLst>
                                        <p:tav tm="0">
                                          <p:val>
                                            <p:strVal val="#ppt_x"/>
                                          </p:val>
                                        </p:tav>
                                        <p:tav tm="100000">
                                          <p:val>
                                            <p:strVal val="#ppt_x"/>
                                          </p:val>
                                        </p:tav>
                                      </p:tavLst>
                                    </p:anim>
                                    <p:anim calcmode="lin" valueType="num">
                                      <p:cBhvr additive="base">
                                        <p:cTn id="28" dur="5000" fill="hold"/>
                                        <p:tgtEl>
                                          <p:spTgt spid="307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990600" y="533400"/>
            <a:ext cx="7772400" cy="1905000"/>
          </a:xfrm>
        </p:spPr>
        <p:txBody>
          <a:bodyPr anchor="ctr"/>
          <a:lstStyle/>
          <a:p>
            <a:pPr algn="ctr" eaLnBrk="1" hangingPunct="1"/>
            <a:r>
              <a:rPr lang="en-US" b="1" dirty="0" smtClean="0"/>
              <a:t>Design and Analysis of Algorithms</a:t>
            </a:r>
            <a:r>
              <a:rPr lang="en-US" dirty="0" smtClean="0"/>
              <a:t/>
            </a:r>
            <a:br>
              <a:rPr lang="en-US" dirty="0" smtClean="0"/>
            </a:br>
            <a:endParaRPr lang="en-CA" dirty="0" smtClean="0"/>
          </a:p>
        </p:txBody>
      </p:sp>
      <p:sp>
        <p:nvSpPr>
          <p:cNvPr id="6147" name="Rectangle 3"/>
          <p:cNvSpPr>
            <a:spLocks noGrp="1" noChangeArrowheads="1"/>
          </p:cNvSpPr>
          <p:nvPr>
            <p:ph type="subTitle" idx="1"/>
          </p:nvPr>
        </p:nvSpPr>
        <p:spPr>
          <a:xfrm>
            <a:off x="609600" y="2743200"/>
            <a:ext cx="7848600" cy="2438400"/>
          </a:xfrm>
        </p:spPr>
        <p:txBody>
          <a:bodyPr anchor="ctr"/>
          <a:lstStyle/>
          <a:p>
            <a:pPr eaLnBrk="1" hangingPunct="1"/>
            <a:r>
              <a:rPr lang="en-US" sz="4400" dirty="0">
                <a:solidFill>
                  <a:srgbClr val="009900"/>
                </a:solidFill>
              </a:rPr>
              <a:t>Section </a:t>
            </a:r>
            <a:r>
              <a:rPr lang="en-US" sz="4400" dirty="0" smtClean="0">
                <a:solidFill>
                  <a:srgbClr val="009900"/>
                </a:solidFill>
              </a:rPr>
              <a:t>1: </a:t>
            </a:r>
            <a:endParaRPr lang="en-US" sz="4400" dirty="0">
              <a:solidFill>
                <a:srgbClr val="009900"/>
              </a:solidFill>
            </a:endParaRPr>
          </a:p>
          <a:p>
            <a:pPr eaLnBrk="1" hangingPunct="1"/>
            <a:r>
              <a:rPr lang="en-US" sz="4400" dirty="0" smtClean="0">
                <a:solidFill>
                  <a:srgbClr val="009900"/>
                </a:solidFill>
              </a:rPr>
              <a:t>Introduction to </a:t>
            </a:r>
            <a:r>
              <a:rPr lang="en-US" sz="4400" dirty="0">
                <a:solidFill>
                  <a:srgbClr val="009900"/>
                </a:solidFill>
              </a:rPr>
              <a:t>Algorithms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5000" fill="hold"/>
                                        <p:tgtEl>
                                          <p:spTgt spid="6147">
                                            <p:txEl>
                                              <p:pRg st="0" end="0"/>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6147">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0"/>
                            </p:stCondLst>
                            <p:childTnLst>
                              <p:par>
                                <p:cTn id="10" presetID="2" presetClass="entr" presetSubtype="4" fill="hold" nodeType="after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 calcmode="lin" valueType="num">
                                      <p:cBhvr additive="base">
                                        <p:cTn id="12" dur="5000" fill="hold"/>
                                        <p:tgtEl>
                                          <p:spTgt spid="6147">
                                            <p:txEl>
                                              <p:pRg st="1" end="1"/>
                                            </p:txEl>
                                          </p:spTgt>
                                        </p:tgtEl>
                                        <p:attrNameLst>
                                          <p:attrName>ppt_x</p:attrName>
                                        </p:attrNameLst>
                                      </p:cBhvr>
                                      <p:tavLst>
                                        <p:tav tm="0">
                                          <p:val>
                                            <p:strVal val="#ppt_x"/>
                                          </p:val>
                                        </p:tav>
                                        <p:tav tm="100000">
                                          <p:val>
                                            <p:strVal val="#ppt_x"/>
                                          </p:val>
                                        </p:tav>
                                      </p:tavLst>
                                    </p:anim>
                                    <p:anim calcmode="lin" valueType="num">
                                      <p:cBhvr additive="base">
                                        <p:cTn id="13" dur="5000" fill="hold"/>
                                        <p:tgtEl>
                                          <p:spTgt spid="614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Rectangle 3"/>
          <p:cNvSpPr>
            <a:spLocks noGrp="1" noChangeArrowheads="1"/>
          </p:cNvSpPr>
          <p:nvPr>
            <p:ph type="body" idx="1"/>
          </p:nvPr>
        </p:nvSpPr>
        <p:spPr>
          <a:xfrm>
            <a:off x="228600" y="1104900"/>
            <a:ext cx="8763000" cy="5524500"/>
          </a:xfrm>
        </p:spPr>
        <p:txBody>
          <a:bodyPr/>
          <a:lstStyle/>
          <a:p>
            <a:pPr marL="234950" lvl="1" indent="-234950" algn="just" eaLnBrk="1" hangingPunct="1">
              <a:spcBef>
                <a:spcPts val="600"/>
              </a:spcBef>
              <a:spcAft>
                <a:spcPts val="1200"/>
              </a:spcAft>
              <a:buClrTx/>
              <a:buSzPct val="100000"/>
              <a:buFont typeface="Tahoma" panose="020B0604030504040204" pitchFamily="34" charset="0"/>
              <a:buChar char="•"/>
            </a:pPr>
            <a:r>
              <a:rPr lang="en-US" sz="2000" dirty="0">
                <a:latin typeface="Times New Roman" panose="02020603050405020304" pitchFamily="18" charset="0"/>
                <a:cs typeface="Times New Roman" panose="02020603050405020304" pitchFamily="18" charset="0"/>
              </a:rPr>
              <a:t>An </a:t>
            </a:r>
            <a:r>
              <a:rPr lang="en-US" sz="2000" dirty="0" smtClean="0">
                <a:latin typeface="Times New Roman" panose="02020603050405020304" pitchFamily="18" charset="0"/>
                <a:cs typeface="Times New Roman" panose="02020603050405020304" pitchFamily="18" charset="0"/>
              </a:rPr>
              <a:t>algorithm, named for the ninth-century </a:t>
            </a:r>
            <a:r>
              <a:rPr lang="en-US" sz="2000" dirty="0">
                <a:latin typeface="Times New Roman" panose="02020603050405020304" pitchFamily="18" charset="0"/>
                <a:cs typeface="Times New Roman" panose="02020603050405020304" pitchFamily="18" charset="0"/>
              </a:rPr>
              <a:t>Persian mathematician </a:t>
            </a:r>
            <a:r>
              <a:rPr lang="en-US" sz="2000" dirty="0" smtClean="0">
                <a:latin typeface="Times New Roman" panose="02020603050405020304" pitchFamily="18" charset="0"/>
                <a:cs typeface="Times New Roman" panose="02020603050405020304" pitchFamily="18" charset="0"/>
              </a:rPr>
              <a:t>Al-</a:t>
            </a:r>
            <a:r>
              <a:rPr lang="en-US" sz="2000" dirty="0" err="1" smtClean="0">
                <a:latin typeface="Times New Roman" panose="02020603050405020304" pitchFamily="18" charset="0"/>
                <a:cs typeface="Times New Roman" panose="02020603050405020304" pitchFamily="18" charset="0"/>
              </a:rPr>
              <a:t>Khawarizmi</a:t>
            </a:r>
            <a:r>
              <a:rPr lang="en-US" sz="2000" dirty="0" smtClean="0">
                <a:latin typeface="Times New Roman" panose="02020603050405020304" pitchFamily="18" charset="0"/>
                <a:cs typeface="Times New Roman" panose="02020603050405020304" pitchFamily="18" charset="0"/>
              </a:rPr>
              <a:t>.</a:t>
            </a:r>
          </a:p>
          <a:p>
            <a:pPr marL="0" lvl="1" indent="0" algn="just" rtl="1" eaLnBrk="1" hangingPunct="1">
              <a:spcBef>
                <a:spcPts val="600"/>
              </a:spcBef>
              <a:spcAft>
                <a:spcPts val="1200"/>
              </a:spcAft>
              <a:buClrTx/>
              <a:buSzPct val="125000"/>
              <a:buNone/>
            </a:pPr>
            <a:r>
              <a:rPr lang="ar-SA" sz="2000" dirty="0" smtClean="0">
                <a:latin typeface="Times New Roman" panose="02020603050405020304" pitchFamily="18" charset="0"/>
                <a:cs typeface="Times New Roman" panose="02020603050405020304" pitchFamily="18" charset="0"/>
              </a:rPr>
              <a:t>ترجع التسمية (</a:t>
            </a:r>
            <a:r>
              <a:rPr lang="en-US" sz="2000" dirty="0" smtClean="0">
                <a:latin typeface="Times New Roman" panose="02020603050405020304" pitchFamily="18" charset="0"/>
                <a:cs typeface="Times New Roman" panose="02020603050405020304" pitchFamily="18" charset="0"/>
              </a:rPr>
              <a:t>Algorithm</a:t>
            </a:r>
            <a:r>
              <a:rPr lang="ar-SA" sz="2000" dirty="0" smtClean="0">
                <a:latin typeface="Times New Roman" panose="02020603050405020304" pitchFamily="18" charset="0"/>
                <a:cs typeface="Times New Roman" panose="02020603050405020304" pitchFamily="18" charset="0"/>
              </a:rPr>
              <a:t>) </a:t>
            </a:r>
            <a:r>
              <a:rPr lang="ar-SA" sz="2000" dirty="0">
                <a:latin typeface="Times New Roman" panose="02020603050405020304" pitchFamily="18" charset="0"/>
                <a:cs typeface="Times New Roman" panose="02020603050405020304" pitchFamily="18" charset="0"/>
              </a:rPr>
              <a:t>الى </a:t>
            </a:r>
            <a:r>
              <a:rPr lang="ar-SA" sz="2000" b="1" dirty="0">
                <a:latin typeface="Times New Roman" panose="02020603050405020304" pitchFamily="18" charset="0"/>
                <a:cs typeface="Times New Roman" panose="02020603050405020304" pitchFamily="18" charset="0"/>
              </a:rPr>
              <a:t>أبو عَبد الله مُحَمَّد بن مُوسىً </a:t>
            </a:r>
            <a:r>
              <a:rPr lang="ar-SA" sz="2000" b="1" dirty="0" smtClean="0">
                <a:latin typeface="Times New Roman" panose="02020603050405020304" pitchFamily="18" charset="0"/>
                <a:cs typeface="Times New Roman" panose="02020603050405020304" pitchFamily="18" charset="0"/>
              </a:rPr>
              <a:t>الخَوارِزمي</a:t>
            </a:r>
            <a:r>
              <a:rPr lang="ar-SA"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(Al-</a:t>
            </a:r>
            <a:r>
              <a:rPr lang="en-US" sz="2000" dirty="0" err="1">
                <a:latin typeface="Times New Roman" panose="02020603050405020304" pitchFamily="18" charset="0"/>
                <a:cs typeface="Times New Roman" panose="02020603050405020304" pitchFamily="18" charset="0"/>
              </a:rPr>
              <a:t>Khawarizmi</a:t>
            </a:r>
            <a:r>
              <a:rPr lang="en-US" sz="2000" dirty="0" smtClean="0">
                <a:latin typeface="Times New Roman" panose="02020603050405020304" pitchFamily="18" charset="0"/>
                <a:cs typeface="Times New Roman" panose="02020603050405020304" pitchFamily="18" charset="0"/>
              </a:rPr>
              <a:t>)</a:t>
            </a:r>
            <a:r>
              <a:rPr lang="ar-SA" sz="2000" dirty="0">
                <a:latin typeface="Times New Roman" panose="02020603050405020304" pitchFamily="18" charset="0"/>
                <a:cs typeface="Times New Roman" panose="02020603050405020304" pitchFamily="18" charset="0"/>
              </a:rPr>
              <a:t> </a:t>
            </a:r>
            <a:r>
              <a:rPr lang="ar-SA" sz="2000" dirty="0" smtClean="0">
                <a:latin typeface="Times New Roman" panose="02020603050405020304" pitchFamily="18" charset="0"/>
                <a:cs typeface="Times New Roman" panose="02020603050405020304" pitchFamily="18" charset="0"/>
              </a:rPr>
              <a:t>عالم الرياضيات والفلك والجغرافيا المسلم  الذي عاش في </a:t>
            </a:r>
            <a:r>
              <a:rPr lang="ar-SA" sz="2000" dirty="0">
                <a:latin typeface="Times New Roman" panose="02020603050405020304" pitchFamily="18" charset="0"/>
                <a:cs typeface="Times New Roman" panose="02020603050405020304" pitchFamily="18" charset="0"/>
              </a:rPr>
              <a:t>الفترة </a:t>
            </a:r>
            <a:r>
              <a:rPr lang="ar-SA" sz="2000" dirty="0" smtClean="0">
                <a:latin typeface="Times New Roman" panose="02020603050405020304" pitchFamily="18" charset="0"/>
                <a:cs typeface="Times New Roman" panose="02020603050405020304" pitchFamily="18" charset="0"/>
              </a:rPr>
              <a:t>(164هـ </a:t>
            </a:r>
            <a:r>
              <a:rPr lang="ar-SA" sz="2000" dirty="0">
                <a:latin typeface="Times New Roman" panose="02020603050405020304" pitchFamily="18" charset="0"/>
                <a:cs typeface="Times New Roman" panose="02020603050405020304" pitchFamily="18" charset="0"/>
              </a:rPr>
              <a:t>781م-</a:t>
            </a:r>
            <a:r>
              <a:rPr lang="ar-SA" sz="2000" dirty="0" smtClean="0">
                <a:latin typeface="Times New Roman" panose="02020603050405020304" pitchFamily="18" charset="0"/>
                <a:cs typeface="Times New Roman" panose="02020603050405020304" pitchFamily="18" charset="0"/>
              </a:rPr>
              <a:t>-------232 هـ </a:t>
            </a:r>
            <a:r>
              <a:rPr lang="ar-SA" sz="2000" dirty="0">
                <a:latin typeface="Times New Roman" panose="02020603050405020304" pitchFamily="18" charset="0"/>
                <a:cs typeface="Times New Roman" panose="02020603050405020304" pitchFamily="18" charset="0"/>
              </a:rPr>
              <a:t>847م)</a:t>
            </a:r>
            <a:endParaRPr lang="en-US" sz="2000" dirty="0" smtClean="0">
              <a:latin typeface="Times New Roman" panose="02020603050405020304" pitchFamily="18" charset="0"/>
              <a:cs typeface="Times New Roman" panose="02020603050405020304" pitchFamily="18" charset="0"/>
            </a:endParaRPr>
          </a:p>
          <a:p>
            <a:pPr marL="234950" lvl="1" indent="-234950" algn="just" eaLnBrk="1" hangingPunct="1">
              <a:spcBef>
                <a:spcPts val="1200"/>
              </a:spcBef>
              <a:buClrTx/>
              <a:buSzPct val="100000"/>
              <a:buFont typeface="Tahoma" panose="020B0604030504040204" pitchFamily="34" charset="0"/>
              <a:buChar char="•"/>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Concise Oxford Dictionary defines an algorithm as a "process or rules for (</a:t>
            </a:r>
            <a:r>
              <a:rPr lang="en-US" sz="2000" dirty="0" smtClean="0">
                <a:latin typeface="Times New Roman" panose="02020603050405020304" pitchFamily="18" charset="0"/>
                <a:cs typeface="Times New Roman" panose="02020603050405020304" pitchFamily="18" charset="0"/>
              </a:rPr>
              <a:t>esp. machine</a:t>
            </a:r>
            <a:r>
              <a:rPr lang="en-US" sz="2000" dirty="0">
                <a:latin typeface="Times New Roman" panose="02020603050405020304" pitchFamily="18" charset="0"/>
                <a:cs typeface="Times New Roman" panose="02020603050405020304" pitchFamily="18" charset="0"/>
              </a:rPr>
              <a:t>) calculation". </a:t>
            </a:r>
          </a:p>
          <a:p>
            <a:pPr marL="234950" lvl="1" indent="-234950" algn="just" eaLnBrk="1" hangingPunct="1">
              <a:spcBef>
                <a:spcPts val="1200"/>
              </a:spcBef>
              <a:buClrTx/>
              <a:buSzPct val="100000"/>
              <a:buFont typeface="Tahoma" panose="020B0604030504040204" pitchFamily="34" charset="0"/>
              <a:buChar char="•"/>
            </a:pPr>
            <a:r>
              <a:rPr lang="en-US" sz="2000" dirty="0" smtClean="0">
                <a:latin typeface="Times New Roman" panose="02020603050405020304" pitchFamily="18" charset="0"/>
                <a:cs typeface="Times New Roman" panose="02020603050405020304" pitchFamily="18" charset="0"/>
              </a:rPr>
              <a:t>When </a:t>
            </a:r>
            <a:r>
              <a:rPr lang="en-US" sz="2000" dirty="0">
                <a:latin typeface="Times New Roman" panose="02020603050405020304" pitchFamily="18" charset="0"/>
                <a:cs typeface="Times New Roman" panose="02020603050405020304" pitchFamily="18" charset="0"/>
              </a:rPr>
              <a:t>we talk about algorithms, </a:t>
            </a:r>
            <a:r>
              <a:rPr lang="en-US" sz="2000" dirty="0" smtClean="0">
                <a:latin typeface="Times New Roman" panose="02020603050405020304" pitchFamily="18" charset="0"/>
                <a:cs typeface="Times New Roman" panose="02020603050405020304" pitchFamily="18" charset="0"/>
              </a:rPr>
              <a:t>we shall </a:t>
            </a:r>
            <a:r>
              <a:rPr lang="en-US" sz="2000" dirty="0">
                <a:latin typeface="Times New Roman" panose="02020603050405020304" pitchFamily="18" charset="0"/>
                <a:cs typeface="Times New Roman" panose="02020603050405020304" pitchFamily="18" charset="0"/>
              </a:rPr>
              <a:t>mostly be thinking in terms of computers</a:t>
            </a:r>
            <a:r>
              <a:rPr lang="en-US" sz="2000" dirty="0" smtClean="0">
                <a:latin typeface="Times New Roman" panose="02020603050405020304" pitchFamily="18" charset="0"/>
                <a:cs typeface="Times New Roman" panose="02020603050405020304" pitchFamily="18" charset="0"/>
              </a:rPr>
              <a:t>.</a:t>
            </a:r>
          </a:p>
          <a:p>
            <a:pPr marL="234950" lvl="1" indent="-234950" algn="just" eaLnBrk="1" hangingPunct="1">
              <a:spcBef>
                <a:spcPts val="1200"/>
              </a:spcBef>
              <a:buClrTx/>
              <a:buSzPct val="100000"/>
              <a:buFont typeface="Tahoma" panose="020B0604030504040204" pitchFamily="34" charset="0"/>
              <a:buChar char="•"/>
            </a:pPr>
            <a:r>
              <a:rPr lang="en-US" sz="2000" dirty="0">
                <a:latin typeface="Times New Roman" panose="02020603050405020304" pitchFamily="18" charset="0"/>
                <a:cs typeface="Times New Roman" panose="02020603050405020304" pitchFamily="18" charset="0"/>
              </a:rPr>
              <a:t>Nonetheless, other systematic </a:t>
            </a:r>
            <a:r>
              <a:rPr lang="en-US" sz="2000" dirty="0" smtClean="0">
                <a:latin typeface="Times New Roman" panose="02020603050405020304" pitchFamily="18" charset="0"/>
                <a:cs typeface="Times New Roman" panose="02020603050405020304" pitchFamily="18" charset="0"/>
              </a:rPr>
              <a:t>methods for </a:t>
            </a:r>
            <a:r>
              <a:rPr lang="en-US" sz="2000" dirty="0">
                <a:latin typeface="Times New Roman" panose="02020603050405020304" pitchFamily="18" charset="0"/>
                <a:cs typeface="Times New Roman" panose="02020603050405020304" pitchFamily="18" charset="0"/>
              </a:rPr>
              <a:t>solving problems could be </a:t>
            </a:r>
            <a:r>
              <a:rPr lang="en-US" sz="2000" dirty="0" smtClean="0">
                <a:latin typeface="Times New Roman" panose="02020603050405020304" pitchFamily="18" charset="0"/>
                <a:cs typeface="Times New Roman" panose="02020603050405020304" pitchFamily="18" charset="0"/>
              </a:rPr>
              <a:t>included. For example:</a:t>
            </a:r>
          </a:p>
          <a:p>
            <a:pPr marL="742950" lvl="2" indent="-342900" algn="just" eaLnBrk="1" hangingPunct="1">
              <a:spcBef>
                <a:spcPts val="1200"/>
              </a:spcBef>
              <a:buClrTx/>
              <a:buSzPct val="125000"/>
              <a:buFont typeface="+mj-lt"/>
              <a:buAutoNum type="arabicParenR"/>
            </a:pPr>
            <a:r>
              <a:rPr lang="en-US" sz="1600" dirty="0" smtClean="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methods we learn at </a:t>
            </a:r>
            <a:r>
              <a:rPr lang="en-US" sz="1600" dirty="0" smtClean="0">
                <a:latin typeface="Times New Roman" panose="02020603050405020304" pitchFamily="18" charset="0"/>
                <a:cs typeface="Times New Roman" panose="02020603050405020304" pitchFamily="18" charset="0"/>
              </a:rPr>
              <a:t>school for </a:t>
            </a:r>
            <a:r>
              <a:rPr lang="en-US" sz="1600" dirty="0">
                <a:latin typeface="Times New Roman" panose="02020603050405020304" pitchFamily="18" charset="0"/>
                <a:cs typeface="Times New Roman" panose="02020603050405020304" pitchFamily="18" charset="0"/>
              </a:rPr>
              <a:t>multiplying and dividing integers are also algorithms</a:t>
            </a:r>
            <a:r>
              <a:rPr lang="en-US" sz="1600" dirty="0" smtClean="0">
                <a:latin typeface="Times New Roman" panose="02020603050405020304" pitchFamily="18" charset="0"/>
                <a:cs typeface="Times New Roman" panose="02020603050405020304" pitchFamily="18" charset="0"/>
              </a:rPr>
              <a:t>.</a:t>
            </a:r>
          </a:p>
          <a:p>
            <a:pPr marL="742950" lvl="2" indent="-342900" algn="just" eaLnBrk="1" hangingPunct="1">
              <a:spcBef>
                <a:spcPts val="1200"/>
              </a:spcBef>
              <a:buClrTx/>
              <a:buSzPct val="125000"/>
              <a:buFont typeface="+mj-lt"/>
              <a:buAutoNum type="arabicParenR"/>
            </a:pPr>
            <a:r>
              <a:rPr lang="en-US" sz="1600" dirty="0">
                <a:latin typeface="Times New Roman" panose="02020603050405020304" pitchFamily="18" charset="0"/>
                <a:cs typeface="Times New Roman" panose="02020603050405020304" pitchFamily="18" charset="0"/>
              </a:rPr>
              <a:t>It </a:t>
            </a:r>
            <a:r>
              <a:rPr lang="en-US" sz="1600" dirty="0" smtClean="0">
                <a:latin typeface="Times New Roman" panose="02020603050405020304" pitchFamily="18" charset="0"/>
                <a:cs typeface="Times New Roman" panose="02020603050405020304" pitchFamily="18" charset="0"/>
              </a:rPr>
              <a:t>is </a:t>
            </a:r>
            <a:r>
              <a:rPr lang="en-US" sz="1600" dirty="0">
                <a:latin typeface="Times New Roman" panose="02020603050405020304" pitchFamily="18" charset="0"/>
                <a:cs typeface="Times New Roman" panose="02020603050405020304" pitchFamily="18" charset="0"/>
              </a:rPr>
              <a:t>possible to consider </a:t>
            </a:r>
            <a:r>
              <a:rPr lang="en-US" sz="1600" dirty="0" smtClean="0">
                <a:latin typeface="Times New Roman" panose="02020603050405020304" pitchFamily="18" charset="0"/>
                <a:cs typeface="Times New Roman" panose="02020603050405020304" pitchFamily="18" charset="0"/>
              </a:rPr>
              <a:t>certain cooking </a:t>
            </a:r>
            <a:r>
              <a:rPr lang="en-US" sz="1600" dirty="0">
                <a:latin typeface="Times New Roman" panose="02020603050405020304" pitchFamily="18" charset="0"/>
                <a:cs typeface="Times New Roman" panose="02020603050405020304" pitchFamily="18" charset="0"/>
              </a:rPr>
              <a:t>recipes as </a:t>
            </a:r>
            <a:r>
              <a:rPr lang="en-US" sz="1600" dirty="0" smtClean="0">
                <a:latin typeface="Times New Roman" panose="02020603050405020304" pitchFamily="18" charset="0"/>
                <a:cs typeface="Times New Roman" panose="02020603050405020304" pitchFamily="18" charset="0"/>
              </a:rPr>
              <a:t>algorithms.</a:t>
            </a:r>
            <a:endParaRPr lang="en-CA" sz="1600" dirty="0" smtClean="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type="title"/>
          </p:nvPr>
        </p:nvSpPr>
        <p:spPr>
          <a:xfrm>
            <a:off x="406400" y="266700"/>
            <a:ext cx="8509000" cy="590550"/>
          </a:xfrm>
        </p:spPr>
        <p:txBody>
          <a:bodyPr/>
          <a:lstStyle/>
          <a:p>
            <a:pPr eaLnBrk="1" hangingPunct="1"/>
            <a:r>
              <a:rPr lang="en-US" sz="3600" b="1" dirty="0" smtClean="0"/>
              <a:t>1.1) What is an Algorithm?</a:t>
            </a:r>
            <a:endParaRPr lang="en-CA" sz="3600" b="1" dirty="0" smtClean="0"/>
          </a:p>
        </p:txBody>
      </p:sp>
    </p:spTree>
    <p:extLst>
      <p:ext uri="{BB962C8B-B14F-4D97-AF65-F5344CB8AC3E}">
        <p14:creationId xmlns:p14="http://schemas.microsoft.com/office/powerpoint/2010/main" val="3010494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fade">
                                      <p:cBhvr>
                                        <p:cTn id="7" dur="2000"/>
                                        <p:tgtEl>
                                          <p:spTgt spid="7172">
                                            <p:txEl>
                                              <p:pRg st="0" end="0"/>
                                            </p:txEl>
                                          </p:spTgt>
                                        </p:tgtEl>
                                      </p:cBhvr>
                                    </p:animEffect>
                                    <p:anim calcmode="lin" valueType="num">
                                      <p:cBhvr>
                                        <p:cTn id="8" dur="2000" fill="hold"/>
                                        <p:tgtEl>
                                          <p:spTgt spid="7172">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7172">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0"/>
                                  </p:stCondLst>
                                  <p:childTnLst>
                                    <p:set>
                                      <p:cBhvr>
                                        <p:cTn id="12" dur="1" fill="hold">
                                          <p:stCondLst>
                                            <p:cond delay="0"/>
                                          </p:stCondLst>
                                        </p:cTn>
                                        <p:tgtEl>
                                          <p:spTgt spid="7172">
                                            <p:txEl>
                                              <p:pRg st="1" end="1"/>
                                            </p:txEl>
                                          </p:spTgt>
                                        </p:tgtEl>
                                        <p:attrNameLst>
                                          <p:attrName>style.visibility</p:attrName>
                                        </p:attrNameLst>
                                      </p:cBhvr>
                                      <p:to>
                                        <p:strVal val="visible"/>
                                      </p:to>
                                    </p:set>
                                    <p:animEffect transition="in" filter="fade">
                                      <p:cBhvr>
                                        <p:cTn id="13" dur="2000"/>
                                        <p:tgtEl>
                                          <p:spTgt spid="7172">
                                            <p:txEl>
                                              <p:pRg st="1" end="1"/>
                                            </p:txEl>
                                          </p:spTgt>
                                        </p:tgtEl>
                                      </p:cBhvr>
                                    </p:animEffect>
                                    <p:anim calcmode="lin" valueType="num">
                                      <p:cBhvr>
                                        <p:cTn id="14" dur="2000" fill="hold"/>
                                        <p:tgtEl>
                                          <p:spTgt spid="7172">
                                            <p:txEl>
                                              <p:pRg st="1" end="1"/>
                                            </p:txEl>
                                          </p:spTgt>
                                        </p:tgtEl>
                                        <p:attrNameLst>
                                          <p:attrName>ppt_x</p:attrName>
                                        </p:attrNameLst>
                                      </p:cBhvr>
                                      <p:tavLst>
                                        <p:tav tm="0">
                                          <p:val>
                                            <p:strVal val="#ppt_x"/>
                                          </p:val>
                                        </p:tav>
                                        <p:tav tm="100000">
                                          <p:val>
                                            <p:strVal val="#ppt_x"/>
                                          </p:val>
                                        </p:tav>
                                      </p:tavLst>
                                    </p:anim>
                                    <p:anim calcmode="lin" valueType="num">
                                      <p:cBhvr>
                                        <p:cTn id="15" dur="2000" fill="hold"/>
                                        <p:tgtEl>
                                          <p:spTgt spid="7172">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4000"/>
                            </p:stCondLst>
                            <p:childTnLst>
                              <p:par>
                                <p:cTn id="17" presetID="42" presetClass="entr" presetSubtype="0" fill="hold" nodeType="afterEffect">
                                  <p:stCondLst>
                                    <p:cond delay="0"/>
                                  </p:stCondLst>
                                  <p:childTnLst>
                                    <p:set>
                                      <p:cBhvr>
                                        <p:cTn id="18" dur="1" fill="hold">
                                          <p:stCondLst>
                                            <p:cond delay="0"/>
                                          </p:stCondLst>
                                        </p:cTn>
                                        <p:tgtEl>
                                          <p:spTgt spid="7172">
                                            <p:txEl>
                                              <p:pRg st="2" end="2"/>
                                            </p:txEl>
                                          </p:spTgt>
                                        </p:tgtEl>
                                        <p:attrNameLst>
                                          <p:attrName>style.visibility</p:attrName>
                                        </p:attrNameLst>
                                      </p:cBhvr>
                                      <p:to>
                                        <p:strVal val="visible"/>
                                      </p:to>
                                    </p:set>
                                    <p:animEffect transition="in" filter="fade">
                                      <p:cBhvr>
                                        <p:cTn id="19" dur="2000"/>
                                        <p:tgtEl>
                                          <p:spTgt spid="7172">
                                            <p:txEl>
                                              <p:pRg st="2" end="2"/>
                                            </p:txEl>
                                          </p:spTgt>
                                        </p:tgtEl>
                                      </p:cBhvr>
                                    </p:animEffect>
                                    <p:anim calcmode="lin" valueType="num">
                                      <p:cBhvr>
                                        <p:cTn id="20" dur="2000" fill="hold"/>
                                        <p:tgtEl>
                                          <p:spTgt spid="7172">
                                            <p:txEl>
                                              <p:pRg st="2" end="2"/>
                                            </p:txEl>
                                          </p:spTgt>
                                        </p:tgtEl>
                                        <p:attrNameLst>
                                          <p:attrName>ppt_x</p:attrName>
                                        </p:attrNameLst>
                                      </p:cBhvr>
                                      <p:tavLst>
                                        <p:tav tm="0">
                                          <p:val>
                                            <p:strVal val="#ppt_x"/>
                                          </p:val>
                                        </p:tav>
                                        <p:tav tm="100000">
                                          <p:val>
                                            <p:strVal val="#ppt_x"/>
                                          </p:val>
                                        </p:tav>
                                      </p:tavLst>
                                    </p:anim>
                                    <p:anim calcmode="lin" valueType="num">
                                      <p:cBhvr>
                                        <p:cTn id="21" dur="2000" fill="hold"/>
                                        <p:tgtEl>
                                          <p:spTgt spid="7172">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6000"/>
                            </p:stCondLst>
                            <p:childTnLst>
                              <p:par>
                                <p:cTn id="23" presetID="42" presetClass="entr" presetSubtype="0" fill="hold" nodeType="afterEffect">
                                  <p:stCondLst>
                                    <p:cond delay="0"/>
                                  </p:stCondLst>
                                  <p:childTnLst>
                                    <p:set>
                                      <p:cBhvr>
                                        <p:cTn id="24" dur="1" fill="hold">
                                          <p:stCondLst>
                                            <p:cond delay="0"/>
                                          </p:stCondLst>
                                        </p:cTn>
                                        <p:tgtEl>
                                          <p:spTgt spid="7172">
                                            <p:txEl>
                                              <p:pRg st="3" end="3"/>
                                            </p:txEl>
                                          </p:spTgt>
                                        </p:tgtEl>
                                        <p:attrNameLst>
                                          <p:attrName>style.visibility</p:attrName>
                                        </p:attrNameLst>
                                      </p:cBhvr>
                                      <p:to>
                                        <p:strVal val="visible"/>
                                      </p:to>
                                    </p:set>
                                    <p:animEffect transition="in" filter="fade">
                                      <p:cBhvr>
                                        <p:cTn id="25" dur="2000"/>
                                        <p:tgtEl>
                                          <p:spTgt spid="7172">
                                            <p:txEl>
                                              <p:pRg st="3" end="3"/>
                                            </p:txEl>
                                          </p:spTgt>
                                        </p:tgtEl>
                                      </p:cBhvr>
                                    </p:animEffect>
                                    <p:anim calcmode="lin" valueType="num">
                                      <p:cBhvr>
                                        <p:cTn id="26" dur="2000" fill="hold"/>
                                        <p:tgtEl>
                                          <p:spTgt spid="7172">
                                            <p:txEl>
                                              <p:pRg st="3" end="3"/>
                                            </p:txEl>
                                          </p:spTgt>
                                        </p:tgtEl>
                                        <p:attrNameLst>
                                          <p:attrName>ppt_x</p:attrName>
                                        </p:attrNameLst>
                                      </p:cBhvr>
                                      <p:tavLst>
                                        <p:tav tm="0">
                                          <p:val>
                                            <p:strVal val="#ppt_x"/>
                                          </p:val>
                                        </p:tav>
                                        <p:tav tm="100000">
                                          <p:val>
                                            <p:strVal val="#ppt_x"/>
                                          </p:val>
                                        </p:tav>
                                      </p:tavLst>
                                    </p:anim>
                                    <p:anim calcmode="lin" valueType="num">
                                      <p:cBhvr>
                                        <p:cTn id="27" dur="2000" fill="hold"/>
                                        <p:tgtEl>
                                          <p:spTgt spid="7172">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8000"/>
                            </p:stCondLst>
                            <p:childTnLst>
                              <p:par>
                                <p:cTn id="29" presetID="42" presetClass="entr" presetSubtype="0" fill="hold" nodeType="afterEffect">
                                  <p:stCondLst>
                                    <p:cond delay="0"/>
                                  </p:stCondLst>
                                  <p:childTnLst>
                                    <p:set>
                                      <p:cBhvr>
                                        <p:cTn id="30" dur="1" fill="hold">
                                          <p:stCondLst>
                                            <p:cond delay="0"/>
                                          </p:stCondLst>
                                        </p:cTn>
                                        <p:tgtEl>
                                          <p:spTgt spid="7172">
                                            <p:txEl>
                                              <p:pRg st="4" end="4"/>
                                            </p:txEl>
                                          </p:spTgt>
                                        </p:tgtEl>
                                        <p:attrNameLst>
                                          <p:attrName>style.visibility</p:attrName>
                                        </p:attrNameLst>
                                      </p:cBhvr>
                                      <p:to>
                                        <p:strVal val="visible"/>
                                      </p:to>
                                    </p:set>
                                    <p:animEffect transition="in" filter="fade">
                                      <p:cBhvr>
                                        <p:cTn id="31" dur="2000"/>
                                        <p:tgtEl>
                                          <p:spTgt spid="7172">
                                            <p:txEl>
                                              <p:pRg st="4" end="4"/>
                                            </p:txEl>
                                          </p:spTgt>
                                        </p:tgtEl>
                                      </p:cBhvr>
                                    </p:animEffect>
                                    <p:anim calcmode="lin" valueType="num">
                                      <p:cBhvr>
                                        <p:cTn id="32" dur="2000" fill="hold"/>
                                        <p:tgtEl>
                                          <p:spTgt spid="7172">
                                            <p:txEl>
                                              <p:pRg st="4" end="4"/>
                                            </p:txEl>
                                          </p:spTgt>
                                        </p:tgtEl>
                                        <p:attrNameLst>
                                          <p:attrName>ppt_x</p:attrName>
                                        </p:attrNameLst>
                                      </p:cBhvr>
                                      <p:tavLst>
                                        <p:tav tm="0">
                                          <p:val>
                                            <p:strVal val="#ppt_x"/>
                                          </p:val>
                                        </p:tav>
                                        <p:tav tm="100000">
                                          <p:val>
                                            <p:strVal val="#ppt_x"/>
                                          </p:val>
                                        </p:tav>
                                      </p:tavLst>
                                    </p:anim>
                                    <p:anim calcmode="lin" valueType="num">
                                      <p:cBhvr>
                                        <p:cTn id="33" dur="2000" fill="hold"/>
                                        <p:tgtEl>
                                          <p:spTgt spid="7172">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10000"/>
                            </p:stCondLst>
                            <p:childTnLst>
                              <p:par>
                                <p:cTn id="35" presetID="42" presetClass="entr" presetSubtype="0" fill="hold" nodeType="afterEffect">
                                  <p:stCondLst>
                                    <p:cond delay="0"/>
                                  </p:stCondLst>
                                  <p:childTnLst>
                                    <p:set>
                                      <p:cBhvr>
                                        <p:cTn id="36" dur="1" fill="hold">
                                          <p:stCondLst>
                                            <p:cond delay="0"/>
                                          </p:stCondLst>
                                        </p:cTn>
                                        <p:tgtEl>
                                          <p:spTgt spid="7172">
                                            <p:txEl>
                                              <p:pRg st="5" end="5"/>
                                            </p:txEl>
                                          </p:spTgt>
                                        </p:tgtEl>
                                        <p:attrNameLst>
                                          <p:attrName>style.visibility</p:attrName>
                                        </p:attrNameLst>
                                      </p:cBhvr>
                                      <p:to>
                                        <p:strVal val="visible"/>
                                      </p:to>
                                    </p:set>
                                    <p:animEffect transition="in" filter="fade">
                                      <p:cBhvr>
                                        <p:cTn id="37" dur="2000"/>
                                        <p:tgtEl>
                                          <p:spTgt spid="7172">
                                            <p:txEl>
                                              <p:pRg st="5" end="5"/>
                                            </p:txEl>
                                          </p:spTgt>
                                        </p:tgtEl>
                                      </p:cBhvr>
                                    </p:animEffect>
                                    <p:anim calcmode="lin" valueType="num">
                                      <p:cBhvr>
                                        <p:cTn id="38" dur="2000" fill="hold"/>
                                        <p:tgtEl>
                                          <p:spTgt spid="7172">
                                            <p:txEl>
                                              <p:pRg st="5" end="5"/>
                                            </p:txEl>
                                          </p:spTgt>
                                        </p:tgtEl>
                                        <p:attrNameLst>
                                          <p:attrName>ppt_x</p:attrName>
                                        </p:attrNameLst>
                                      </p:cBhvr>
                                      <p:tavLst>
                                        <p:tav tm="0">
                                          <p:val>
                                            <p:strVal val="#ppt_x"/>
                                          </p:val>
                                        </p:tav>
                                        <p:tav tm="100000">
                                          <p:val>
                                            <p:strVal val="#ppt_x"/>
                                          </p:val>
                                        </p:tav>
                                      </p:tavLst>
                                    </p:anim>
                                    <p:anim calcmode="lin" valueType="num">
                                      <p:cBhvr>
                                        <p:cTn id="39" dur="2000" fill="hold"/>
                                        <p:tgtEl>
                                          <p:spTgt spid="7172">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12000"/>
                            </p:stCondLst>
                            <p:childTnLst>
                              <p:par>
                                <p:cTn id="41" presetID="42" presetClass="entr" presetSubtype="0" fill="hold" nodeType="afterEffect">
                                  <p:stCondLst>
                                    <p:cond delay="0"/>
                                  </p:stCondLst>
                                  <p:childTnLst>
                                    <p:set>
                                      <p:cBhvr>
                                        <p:cTn id="42" dur="1" fill="hold">
                                          <p:stCondLst>
                                            <p:cond delay="0"/>
                                          </p:stCondLst>
                                        </p:cTn>
                                        <p:tgtEl>
                                          <p:spTgt spid="7172">
                                            <p:txEl>
                                              <p:pRg st="6" end="6"/>
                                            </p:txEl>
                                          </p:spTgt>
                                        </p:tgtEl>
                                        <p:attrNameLst>
                                          <p:attrName>style.visibility</p:attrName>
                                        </p:attrNameLst>
                                      </p:cBhvr>
                                      <p:to>
                                        <p:strVal val="visible"/>
                                      </p:to>
                                    </p:set>
                                    <p:animEffect transition="in" filter="fade">
                                      <p:cBhvr>
                                        <p:cTn id="43" dur="2000"/>
                                        <p:tgtEl>
                                          <p:spTgt spid="7172">
                                            <p:txEl>
                                              <p:pRg st="6" end="6"/>
                                            </p:txEl>
                                          </p:spTgt>
                                        </p:tgtEl>
                                      </p:cBhvr>
                                    </p:animEffect>
                                    <p:anim calcmode="lin" valueType="num">
                                      <p:cBhvr>
                                        <p:cTn id="44" dur="2000" fill="hold"/>
                                        <p:tgtEl>
                                          <p:spTgt spid="7172">
                                            <p:txEl>
                                              <p:pRg st="6" end="6"/>
                                            </p:txEl>
                                          </p:spTgt>
                                        </p:tgtEl>
                                        <p:attrNameLst>
                                          <p:attrName>ppt_x</p:attrName>
                                        </p:attrNameLst>
                                      </p:cBhvr>
                                      <p:tavLst>
                                        <p:tav tm="0">
                                          <p:val>
                                            <p:strVal val="#ppt_x"/>
                                          </p:val>
                                        </p:tav>
                                        <p:tav tm="100000">
                                          <p:val>
                                            <p:strVal val="#ppt_x"/>
                                          </p:val>
                                        </p:tav>
                                      </p:tavLst>
                                    </p:anim>
                                    <p:anim calcmode="lin" valueType="num">
                                      <p:cBhvr>
                                        <p:cTn id="45" dur="2000" fill="hold"/>
                                        <p:tgtEl>
                                          <p:spTgt spid="717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093" name="Shape 89093"/>
        <p:cNvGrpSpPr/>
        <p:nvPr/>
      </p:nvGrpSpPr>
      <p:grpSpPr>
        <a:xfrm>
          <a:off x="0" y="0"/>
          <a:ext cx="0" cy="0"/>
          <a:chOff x="0" y="0"/>
          <a:chExt cx="0" cy="0"/>
        </a:xfrm>
      </p:grpSpPr>
      <p:sp>
        <p:nvSpPr>
          <p:cNvPr id="89094" name="Google Shape;89094;p1"/>
          <p:cNvSpPr txBox="1"/>
          <p:nvPr>
            <p:ph type="title"/>
          </p:nvPr>
        </p:nvSpPr>
        <p:spPr>
          <a:xfrm>
            <a:off x="406400" y="266700"/>
            <a:ext cx="8508900" cy="590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b="1" lang="en-US" sz="3600"/>
              <a:t>1.1) What is an Algorithm?</a:t>
            </a:r>
            <a:endParaRPr b="1" sz="3600"/>
          </a:p>
        </p:txBody>
      </p:sp>
      <p:sp>
        <p:nvSpPr>
          <p:cNvPr id="89095" name="Google Shape;89095;p1"/>
          <p:cNvSpPr txBox="1"/>
          <p:nvPr>
            <p:ph idx="1" type="body"/>
          </p:nvPr>
        </p:nvSpPr>
        <p:spPr>
          <a:xfrm>
            <a:off x="228600" y="1104900"/>
            <a:ext cx="8763000" cy="5600700"/>
          </a:xfrm>
          <a:prstGeom prst="rect">
            <a:avLst/>
          </a:prstGeom>
          <a:noFill/>
          <a:ln>
            <a:noFill/>
          </a:ln>
        </p:spPr>
        <p:txBody>
          <a:bodyPr anchorCtr="0" anchor="t" bIns="45700" lIns="91425" spcFirstLastPara="1" rIns="91425" wrap="square" tIns="45700">
            <a:noAutofit/>
          </a:bodyPr>
          <a:lstStyle/>
          <a:p>
            <a:pPr indent="-457200" lvl="1" marL="457200" rtl="0" algn="just">
              <a:spcBef>
                <a:spcPts val="0"/>
              </a:spcBef>
              <a:spcAft>
                <a:spcPts val="0"/>
              </a:spcAft>
              <a:buClr>
                <a:schemeClr val="dk1"/>
              </a:buClr>
              <a:buSzPts val="3000"/>
              <a:buFont typeface="Tahoma"/>
              <a:buChar char="•"/>
            </a:pPr>
            <a:r>
              <a:rPr lang="en-US" sz="2400">
                <a:latin typeface="Times New Roman"/>
                <a:ea typeface="Times New Roman"/>
                <a:cs typeface="Times New Roman"/>
                <a:sym typeface="Times New Roman"/>
              </a:rPr>
              <a:t>Algorithms are not answers but rather precisely defined procedures for getting answers.</a:t>
            </a:r>
            <a:endParaRPr sz="2400">
              <a:latin typeface="Times New Roman"/>
              <a:ea typeface="Times New Roman"/>
              <a:cs typeface="Times New Roman"/>
              <a:sym typeface="Times New Roman"/>
            </a:endParaRPr>
          </a:p>
          <a:p>
            <a:pPr indent="0" lvl="1" marL="0" rtl="1" algn="just">
              <a:spcBef>
                <a:spcPts val="1200"/>
              </a:spcBef>
              <a:spcAft>
                <a:spcPts val="0"/>
              </a:spcAft>
              <a:buClr>
                <a:schemeClr val="dk1"/>
              </a:buClr>
              <a:buSzPts val="2500"/>
              <a:buNone/>
            </a:pPr>
            <a:r>
              <a:rPr lang="en-US" sz="2000">
                <a:latin typeface="Times New Roman"/>
                <a:ea typeface="Times New Roman"/>
                <a:cs typeface="Times New Roman"/>
                <a:sym typeface="Times New Roman"/>
              </a:rPr>
              <a:t>الخوارزمية هي ليست حلاً أو نتيجة، وإنما هي تلك الإجراءات (Procedures) التي تقود الى ذلك الحل.</a:t>
            </a:r>
            <a:endParaRPr sz="2000">
              <a:latin typeface="Times New Roman"/>
              <a:ea typeface="Times New Roman"/>
              <a:cs typeface="Times New Roman"/>
              <a:sym typeface="Times New Roman"/>
            </a:endParaRPr>
          </a:p>
          <a:p>
            <a:pPr indent="-401637" lvl="1" marL="401637" rtl="0" algn="just">
              <a:spcBef>
                <a:spcPts val="1800"/>
              </a:spcBef>
              <a:spcAft>
                <a:spcPts val="0"/>
              </a:spcAft>
              <a:buClr>
                <a:schemeClr val="dk1"/>
              </a:buClr>
              <a:buSzPts val="3000"/>
              <a:buFont typeface="Tahoma"/>
              <a:buChar char="•"/>
            </a:pPr>
            <a:r>
              <a:rPr b="1" lang="en-US" sz="2400">
                <a:latin typeface="Times New Roman"/>
                <a:ea typeface="Times New Roman"/>
                <a:cs typeface="Times New Roman"/>
                <a:sym typeface="Times New Roman"/>
              </a:rPr>
              <a:t>Terminological Definition of Algorithm:</a:t>
            </a:r>
            <a:endParaRPr/>
          </a:p>
          <a:p>
            <a:pPr indent="0" lvl="1" marL="457200" rtl="0" algn="just">
              <a:spcBef>
                <a:spcPts val="600"/>
              </a:spcBef>
              <a:spcAft>
                <a:spcPts val="0"/>
              </a:spcAft>
              <a:buClr>
                <a:srgbClr val="000000"/>
              </a:buClr>
              <a:buSzPts val="2500"/>
              <a:buNone/>
            </a:pPr>
            <a:r>
              <a:rPr lang="en-US" sz="2000">
                <a:solidFill>
                  <a:srgbClr val="000000"/>
                </a:solidFill>
                <a:latin typeface="Times New Roman"/>
                <a:ea typeface="Times New Roman"/>
                <a:cs typeface="Times New Roman"/>
                <a:sym typeface="Times New Roman"/>
              </a:rPr>
              <a:t>The term </a:t>
            </a:r>
            <a:r>
              <a:rPr lang="en-US" sz="2000">
                <a:latin typeface="Times New Roman"/>
                <a:ea typeface="Times New Roman"/>
                <a:cs typeface="Times New Roman"/>
                <a:sym typeface="Times New Roman"/>
              </a:rPr>
              <a:t>algorithm</a:t>
            </a:r>
            <a:r>
              <a:rPr lang="en-US" sz="2000">
                <a:solidFill>
                  <a:srgbClr val="000000"/>
                </a:solidFill>
                <a:latin typeface="Times New Roman"/>
                <a:ea typeface="Times New Roman"/>
                <a:cs typeface="Times New Roman"/>
                <a:sym typeface="Times New Roman"/>
              </a:rPr>
              <a:t> is used in computer science to describe a finite, deterministic, and effective </a:t>
            </a:r>
            <a:r>
              <a:rPr b="1" lang="en-US" sz="2000">
                <a:solidFill>
                  <a:srgbClr val="FF0000"/>
                </a:solidFill>
                <a:latin typeface="Times New Roman"/>
                <a:ea typeface="Times New Roman"/>
                <a:cs typeface="Times New Roman"/>
                <a:sym typeface="Times New Roman"/>
              </a:rPr>
              <a:t>problem-solving method</a:t>
            </a:r>
            <a:r>
              <a:rPr lang="en-US" sz="2000">
                <a:solidFill>
                  <a:srgbClr val="000000"/>
                </a:solidFill>
                <a:latin typeface="Times New Roman"/>
                <a:ea typeface="Times New Roman"/>
                <a:cs typeface="Times New Roman"/>
                <a:sym typeface="Times New Roman"/>
              </a:rPr>
              <a:t>, that </a:t>
            </a:r>
            <a:r>
              <a:rPr i="1" lang="en-US" sz="2000">
                <a:solidFill>
                  <a:srgbClr val="000000"/>
                </a:solidFill>
                <a:latin typeface="Times New Roman"/>
                <a:ea typeface="Times New Roman"/>
                <a:cs typeface="Times New Roman"/>
                <a:sym typeface="Times New Roman"/>
              </a:rPr>
              <a:t>specifies</a:t>
            </a:r>
            <a:r>
              <a:rPr lang="en-US" sz="2000">
                <a:solidFill>
                  <a:srgbClr val="000000"/>
                </a:solidFill>
                <a:latin typeface="Times New Roman"/>
                <a:ea typeface="Times New Roman"/>
                <a:cs typeface="Times New Roman"/>
                <a:sym typeface="Times New Roman"/>
              </a:rPr>
              <a:t> </a:t>
            </a:r>
            <a:r>
              <a:rPr b="1" lang="en-US" sz="2000">
                <a:solidFill>
                  <a:srgbClr val="FF0000"/>
                </a:solidFill>
                <a:latin typeface="Times New Roman"/>
                <a:ea typeface="Times New Roman"/>
                <a:cs typeface="Times New Roman"/>
                <a:sym typeface="Times New Roman"/>
              </a:rPr>
              <a:t>sequence of unambiguous instructions</a:t>
            </a:r>
            <a:r>
              <a:rPr lang="en-US" sz="2000">
                <a:solidFill>
                  <a:srgbClr val="000000"/>
                </a:solidFill>
                <a:latin typeface="Times New Roman"/>
                <a:ea typeface="Times New Roman"/>
                <a:cs typeface="Times New Roman"/>
                <a:sym typeface="Times New Roman"/>
              </a:rPr>
              <a:t> for solving a problem (i.e., for obtaining a required output for any legitimate input in a finite amount of time)</a:t>
            </a:r>
            <a:endParaRPr sz="2000">
              <a:solidFill>
                <a:srgbClr val="000000"/>
              </a:solidFill>
              <a:latin typeface="Times New Roman"/>
              <a:ea typeface="Times New Roman"/>
              <a:cs typeface="Times New Roman"/>
              <a:sym typeface="Times New Roman"/>
            </a:endParaRPr>
          </a:p>
          <a:p>
            <a:pPr indent="0" lvl="1" marL="457200" rtl="0" algn="just">
              <a:spcBef>
                <a:spcPts val="1200"/>
              </a:spcBef>
              <a:spcAft>
                <a:spcPts val="0"/>
              </a:spcAft>
              <a:buClr>
                <a:schemeClr val="dk1"/>
              </a:buClr>
              <a:buSzPts val="2500"/>
              <a:buNone/>
            </a:pPr>
            <a:r>
              <a:t/>
            </a:r>
            <a:endParaRPr sz="2000">
              <a:solidFill>
                <a:srgbClr val="000000"/>
              </a:solidFill>
              <a:latin typeface="Times New Roman"/>
              <a:ea typeface="Times New Roman"/>
              <a:cs typeface="Times New Roman"/>
              <a:sym typeface="Times New Roman"/>
            </a:endParaRPr>
          </a:p>
          <a:p>
            <a:pPr indent="0" lvl="1" marL="457200" rtl="0" algn="just">
              <a:spcBef>
                <a:spcPts val="1200"/>
              </a:spcBef>
              <a:spcAft>
                <a:spcPts val="0"/>
              </a:spcAft>
              <a:buClr>
                <a:schemeClr val="dk1"/>
              </a:buClr>
              <a:buSzPts val="2500"/>
              <a:buNone/>
            </a:pPr>
            <a:r>
              <a:t/>
            </a:r>
            <a:endParaRPr sz="2000">
              <a:solidFill>
                <a:srgbClr val="000000"/>
              </a:solidFill>
              <a:latin typeface="Times New Roman"/>
              <a:ea typeface="Times New Roman"/>
              <a:cs typeface="Times New Roman"/>
              <a:sym typeface="Times New Roman"/>
            </a:endParaRPr>
          </a:p>
          <a:p>
            <a:pPr indent="0" lvl="1" marL="457200" rtl="0" algn="just">
              <a:spcBef>
                <a:spcPts val="1200"/>
              </a:spcBef>
              <a:spcAft>
                <a:spcPts val="0"/>
              </a:spcAft>
              <a:buClr>
                <a:schemeClr val="dk1"/>
              </a:buClr>
              <a:buSzPts val="2500"/>
              <a:buNone/>
            </a:pPr>
            <a:r>
              <a:t/>
            </a:r>
            <a:endParaRPr sz="2000">
              <a:solidFill>
                <a:srgbClr val="000000"/>
              </a:solidFill>
              <a:latin typeface="Times New Roman"/>
              <a:ea typeface="Times New Roman"/>
              <a:cs typeface="Times New Roman"/>
              <a:sym typeface="Times New Roman"/>
            </a:endParaRPr>
          </a:p>
          <a:p>
            <a:pPr indent="-346075" lvl="1" marL="346075" rtl="0" algn="just">
              <a:spcBef>
                <a:spcPts val="1200"/>
              </a:spcBef>
              <a:spcAft>
                <a:spcPts val="0"/>
              </a:spcAft>
              <a:buClr>
                <a:schemeClr val="dk1"/>
              </a:buClr>
              <a:buSzPts val="3000"/>
              <a:buFont typeface="Tahoma"/>
              <a:buChar char="•"/>
            </a:pPr>
            <a:r>
              <a:rPr lang="en-US" sz="2400">
                <a:latin typeface="Times New Roman"/>
                <a:ea typeface="Times New Roman"/>
                <a:cs typeface="Times New Roman"/>
                <a:sym typeface="Times New Roman"/>
              </a:rPr>
              <a:t>This definition can be illustrated by a simple diagram (the following figure).</a:t>
            </a:r>
            <a:endParaRPr/>
          </a:p>
        </p:txBody>
      </p:sp>
      <p:sp>
        <p:nvSpPr>
          <p:cNvPr id="89096" name="Google Shape;89096;p1"/>
          <p:cNvSpPr txBox="1"/>
          <p:nvPr/>
        </p:nvSpPr>
        <p:spPr>
          <a:xfrm>
            <a:off x="762000" y="4500464"/>
            <a:ext cx="8229600" cy="1323600"/>
          </a:xfrm>
          <a:prstGeom prst="rect">
            <a:avLst/>
          </a:prstGeom>
          <a:noFill/>
          <a:ln>
            <a:noFill/>
          </a:ln>
        </p:spPr>
        <p:txBody>
          <a:bodyPr anchorCtr="0" anchor="t" bIns="45700" lIns="91425" spcFirstLastPara="1" rIns="91425" wrap="square" tIns="45700">
            <a:spAutoFit/>
          </a:bodyPr>
          <a:lstStyle/>
          <a:p>
            <a:pPr indent="0" lvl="0" marL="0" marR="0" rtl="1" algn="just">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يشير المصلح خوارزمية (Algorithm) الى وصف (Description) الطريقة  التي تستخدم لحل مسألة ما (Problem solving method)، حيث يشتمل هذا الوصف على سلسلة من الخطوات أو التعليمات التي يتبعها الحاسوب لحل المسألة (وبمعنى آخر فإن الحل هو الحصول على نتائج مطوبة بناءاً على input يتم إدخاله</a:t>
            </a:r>
            <a:endParaRPr b="0" i="0" sz="2400" u="none" cap="none" strike="noStrike">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9095">
                                            <p:txEl>
                                              <p:pRg end="0" st="0"/>
                                            </p:txEl>
                                          </p:spTgt>
                                        </p:tgtEl>
                                        <p:attrNameLst>
                                          <p:attrName>style.visibility</p:attrName>
                                        </p:attrNameLst>
                                      </p:cBhvr>
                                      <p:to>
                                        <p:strVal val="visible"/>
                                      </p:to>
                                    </p:set>
                                    <p:animEffect filter="fade" transition="in">
                                      <p:cBhvr>
                                        <p:cTn dur="2000"/>
                                        <p:tgtEl>
                                          <p:spTgt spid="8909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5">
                                            <p:txEl>
                                              <p:pRg end="1" st="1"/>
                                            </p:txEl>
                                          </p:spTgt>
                                        </p:tgtEl>
                                        <p:attrNameLst>
                                          <p:attrName>style.visibility</p:attrName>
                                        </p:attrNameLst>
                                      </p:cBhvr>
                                      <p:to>
                                        <p:strVal val="visible"/>
                                      </p:to>
                                    </p:set>
                                    <p:animEffect filter="fade" transition="in">
                                      <p:cBhvr>
                                        <p:cTn dur="2000"/>
                                        <p:tgtEl>
                                          <p:spTgt spid="89095">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5">
                                            <p:txEl>
                                              <p:pRg end="2" st="2"/>
                                            </p:txEl>
                                          </p:spTgt>
                                        </p:tgtEl>
                                        <p:attrNameLst>
                                          <p:attrName>style.visibility</p:attrName>
                                        </p:attrNameLst>
                                      </p:cBhvr>
                                      <p:to>
                                        <p:strVal val="visible"/>
                                      </p:to>
                                    </p:set>
                                    <p:animEffect filter="fade" transition="in">
                                      <p:cBhvr>
                                        <p:cTn dur="2000"/>
                                        <p:tgtEl>
                                          <p:spTgt spid="89095">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5">
                                            <p:txEl>
                                              <p:pRg end="3" st="3"/>
                                            </p:txEl>
                                          </p:spTgt>
                                        </p:tgtEl>
                                        <p:attrNameLst>
                                          <p:attrName>style.visibility</p:attrName>
                                        </p:attrNameLst>
                                      </p:cBhvr>
                                      <p:to>
                                        <p:strVal val="visible"/>
                                      </p:to>
                                    </p:set>
                                    <p:animEffect filter="fade" transition="in">
                                      <p:cBhvr>
                                        <p:cTn dur="2000"/>
                                        <p:tgtEl>
                                          <p:spTgt spid="89095">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5">
                                            <p:txEl>
                                              <p:pRg end="4" st="4"/>
                                            </p:txEl>
                                          </p:spTgt>
                                        </p:tgtEl>
                                        <p:attrNameLst>
                                          <p:attrName>style.visibility</p:attrName>
                                        </p:attrNameLst>
                                      </p:cBhvr>
                                      <p:to>
                                        <p:strVal val="visible"/>
                                      </p:to>
                                    </p:set>
                                    <p:animEffect filter="fade" transition="in">
                                      <p:cBhvr>
                                        <p:cTn dur="2000"/>
                                        <p:tgtEl>
                                          <p:spTgt spid="89095">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5">
                                            <p:txEl>
                                              <p:pRg end="5" st="5"/>
                                            </p:txEl>
                                          </p:spTgt>
                                        </p:tgtEl>
                                        <p:attrNameLst>
                                          <p:attrName>style.visibility</p:attrName>
                                        </p:attrNameLst>
                                      </p:cBhvr>
                                      <p:to>
                                        <p:strVal val="visible"/>
                                      </p:to>
                                    </p:set>
                                    <p:animEffect filter="fade" transition="in">
                                      <p:cBhvr>
                                        <p:cTn dur="2000"/>
                                        <p:tgtEl>
                                          <p:spTgt spid="89095">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5">
                                            <p:txEl>
                                              <p:pRg end="6" st="6"/>
                                            </p:txEl>
                                          </p:spTgt>
                                        </p:tgtEl>
                                        <p:attrNameLst>
                                          <p:attrName>style.visibility</p:attrName>
                                        </p:attrNameLst>
                                      </p:cBhvr>
                                      <p:to>
                                        <p:strVal val="visible"/>
                                      </p:to>
                                    </p:set>
                                    <p:animEffect filter="fade" transition="in">
                                      <p:cBhvr>
                                        <p:cTn dur="2000"/>
                                        <p:tgtEl>
                                          <p:spTgt spid="89095">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5">
                                            <p:txEl>
                                              <p:pRg end="7" st="7"/>
                                            </p:txEl>
                                          </p:spTgt>
                                        </p:tgtEl>
                                        <p:attrNameLst>
                                          <p:attrName>style.visibility</p:attrName>
                                        </p:attrNameLst>
                                      </p:cBhvr>
                                      <p:to>
                                        <p:strVal val="visible"/>
                                      </p:to>
                                    </p:set>
                                    <p:animEffect filter="fade" transition="in">
                                      <p:cBhvr>
                                        <p:cTn dur="2000"/>
                                        <p:tgtEl>
                                          <p:spTgt spid="89095">
                                            <p:txEl>
                                              <p:pRg end="7" st="7"/>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9096">
                                            <p:txEl>
                                              <p:pRg end="0" st="0"/>
                                            </p:txEl>
                                          </p:spTgt>
                                        </p:tgtEl>
                                        <p:attrNameLst>
                                          <p:attrName>style.visibility</p:attrName>
                                        </p:attrNameLst>
                                      </p:cBhvr>
                                      <p:to>
                                        <p:strVal val="visible"/>
                                      </p:to>
                                    </p:set>
                                    <p:animEffect filter="fade" transition="in">
                                      <p:cBhvr>
                                        <p:cTn dur="2000"/>
                                        <p:tgtEl>
                                          <p:spTgt spid="8909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Group 4"/>
          <p:cNvGrpSpPr>
            <a:grpSpLocks/>
          </p:cNvGrpSpPr>
          <p:nvPr/>
        </p:nvGrpSpPr>
        <p:grpSpPr bwMode="auto">
          <a:xfrm>
            <a:off x="787038" y="1905000"/>
            <a:ext cx="8051724" cy="2971800"/>
            <a:chOff x="432" y="1920"/>
            <a:chExt cx="4696" cy="1872"/>
          </a:xfrm>
        </p:grpSpPr>
        <p:sp>
          <p:nvSpPr>
            <p:cNvPr id="5" name="Rectangle 5"/>
            <p:cNvSpPr>
              <a:spLocks noChangeArrowheads="1"/>
            </p:cNvSpPr>
            <p:nvPr/>
          </p:nvSpPr>
          <p:spPr bwMode="auto">
            <a:xfrm>
              <a:off x="1968" y="3312"/>
              <a:ext cx="1728" cy="480"/>
            </a:xfrm>
            <a:prstGeom prst="rect">
              <a:avLst/>
            </a:prstGeom>
            <a:solidFill>
              <a:schemeClr val="accent1"/>
            </a:solidFill>
            <a:ln w="12700">
              <a:solidFill>
                <a:srgbClr val="FF0000"/>
              </a:solidFill>
              <a:miter lim="800000"/>
              <a:headEnd type="none" w="sm" len="sm"/>
              <a:tailEnd type="none" w="sm" len="sm"/>
            </a:ln>
          </p:spPr>
          <p:txBody>
            <a:bodyPr wrap="none" anchor="ctr"/>
            <a:lstStyle/>
            <a:p>
              <a:pPr algn="ctr" eaLnBrk="0" hangingPunct="0"/>
              <a:r>
                <a:rPr lang="en-US" dirty="0">
                  <a:solidFill>
                    <a:schemeClr val="bg2"/>
                  </a:solidFill>
                  <a:latin typeface="Times New Roman" pitchFamily="18" charset="0"/>
                </a:rPr>
                <a:t>“computer” </a:t>
              </a:r>
            </a:p>
          </p:txBody>
        </p:sp>
        <p:sp>
          <p:nvSpPr>
            <p:cNvPr id="6" name="Line 6"/>
            <p:cNvSpPr>
              <a:spLocks noChangeShapeType="1"/>
            </p:cNvSpPr>
            <p:nvPr/>
          </p:nvSpPr>
          <p:spPr bwMode="auto">
            <a:xfrm>
              <a:off x="2784" y="2256"/>
              <a:ext cx="0" cy="384"/>
            </a:xfrm>
            <a:prstGeom prst="line">
              <a:avLst/>
            </a:prstGeom>
            <a:noFill/>
            <a:ln w="28575">
              <a:solidFill>
                <a:srgbClr val="FF0000"/>
              </a:solidFill>
              <a:round/>
              <a:headEnd type="none" w="sm" len="sm"/>
              <a:tailEnd type="triangle" w="med" len="med"/>
            </a:ln>
          </p:spPr>
          <p:txBody>
            <a:bodyPr wrap="none" anchor="ctr"/>
            <a:lstStyle/>
            <a:p>
              <a:endParaRPr lang="ar-EG"/>
            </a:p>
          </p:txBody>
        </p:sp>
        <p:sp>
          <p:nvSpPr>
            <p:cNvPr id="7" name="Line 7"/>
            <p:cNvSpPr>
              <a:spLocks noChangeShapeType="1"/>
            </p:cNvSpPr>
            <p:nvPr/>
          </p:nvSpPr>
          <p:spPr bwMode="auto">
            <a:xfrm>
              <a:off x="2784" y="3024"/>
              <a:ext cx="0" cy="288"/>
            </a:xfrm>
            <a:prstGeom prst="line">
              <a:avLst/>
            </a:prstGeom>
            <a:noFill/>
            <a:ln w="28575">
              <a:solidFill>
                <a:srgbClr val="FF0000"/>
              </a:solidFill>
              <a:round/>
              <a:headEnd type="none" w="sm" len="sm"/>
              <a:tailEnd type="triangle" w="med" len="med"/>
            </a:ln>
          </p:spPr>
          <p:txBody>
            <a:bodyPr wrap="none" anchor="ctr"/>
            <a:lstStyle/>
            <a:p>
              <a:endParaRPr lang="ar-EG"/>
            </a:p>
          </p:txBody>
        </p:sp>
        <p:sp>
          <p:nvSpPr>
            <p:cNvPr id="8" name="Text Box 8"/>
            <p:cNvSpPr txBox="1">
              <a:spLocks noChangeArrowheads="1"/>
            </p:cNvSpPr>
            <p:nvPr/>
          </p:nvSpPr>
          <p:spPr bwMode="auto">
            <a:xfrm>
              <a:off x="2248" y="1920"/>
              <a:ext cx="1158" cy="291"/>
            </a:xfrm>
            <a:prstGeom prst="rect">
              <a:avLst/>
            </a:prstGeom>
            <a:noFill/>
            <a:ln w="12700">
              <a:noFill/>
              <a:miter lim="800000"/>
              <a:headEnd type="none" w="sm" len="sm"/>
              <a:tailEnd type="none" w="sm" len="sm"/>
            </a:ln>
          </p:spPr>
          <p:txBody>
            <a:bodyPr wrap="square">
              <a:spAutoFit/>
            </a:bodyPr>
            <a:lstStyle/>
            <a:p>
              <a:pPr algn="ctr" eaLnBrk="0" hangingPunct="0"/>
              <a:r>
                <a:rPr lang="en-US" dirty="0">
                  <a:solidFill>
                    <a:schemeClr val="bg2"/>
                  </a:solidFill>
                  <a:latin typeface="Times New Roman" pitchFamily="18" charset="0"/>
                </a:rPr>
                <a:t>problem</a:t>
              </a:r>
            </a:p>
          </p:txBody>
        </p:sp>
        <p:sp>
          <p:nvSpPr>
            <p:cNvPr id="9" name="Text Box 9"/>
            <p:cNvSpPr txBox="1">
              <a:spLocks noChangeArrowheads="1"/>
            </p:cNvSpPr>
            <p:nvPr/>
          </p:nvSpPr>
          <p:spPr bwMode="auto">
            <a:xfrm>
              <a:off x="2425" y="2640"/>
              <a:ext cx="804" cy="291"/>
            </a:xfrm>
            <a:prstGeom prst="rect">
              <a:avLst/>
            </a:prstGeom>
            <a:noFill/>
            <a:ln w="12700">
              <a:noFill/>
              <a:miter lim="800000"/>
              <a:headEnd type="none" w="sm" len="sm"/>
              <a:tailEnd type="none" w="sm" len="sm"/>
            </a:ln>
          </p:spPr>
          <p:txBody>
            <a:bodyPr wrap="none">
              <a:spAutoFit/>
            </a:bodyPr>
            <a:lstStyle/>
            <a:p>
              <a:pPr algn="ctr" eaLnBrk="0" hangingPunct="0"/>
              <a:r>
                <a:rPr lang="en-US">
                  <a:solidFill>
                    <a:schemeClr val="bg2"/>
                  </a:solidFill>
                  <a:latin typeface="Times New Roman" pitchFamily="18" charset="0"/>
                </a:rPr>
                <a:t>algorithm</a:t>
              </a:r>
            </a:p>
          </p:txBody>
        </p:sp>
        <p:sp>
          <p:nvSpPr>
            <p:cNvPr id="10" name="Text Box 10"/>
            <p:cNvSpPr txBox="1">
              <a:spLocks noChangeArrowheads="1"/>
            </p:cNvSpPr>
            <p:nvPr/>
          </p:nvSpPr>
          <p:spPr bwMode="auto">
            <a:xfrm>
              <a:off x="432" y="3456"/>
              <a:ext cx="755" cy="291"/>
            </a:xfrm>
            <a:prstGeom prst="rect">
              <a:avLst/>
            </a:prstGeom>
            <a:noFill/>
            <a:ln w="12700">
              <a:noFill/>
              <a:miter lim="800000"/>
              <a:headEnd type="none" w="sm" len="sm"/>
              <a:tailEnd type="none" w="sm" len="sm"/>
            </a:ln>
          </p:spPr>
          <p:txBody>
            <a:bodyPr>
              <a:spAutoFit/>
            </a:bodyPr>
            <a:lstStyle/>
            <a:p>
              <a:pPr algn="ctr" eaLnBrk="0" hangingPunct="0"/>
              <a:r>
                <a:rPr lang="en-US">
                  <a:solidFill>
                    <a:schemeClr val="bg2"/>
                  </a:solidFill>
                  <a:latin typeface="Times New Roman" pitchFamily="18" charset="0"/>
                </a:rPr>
                <a:t>input</a:t>
              </a:r>
            </a:p>
          </p:txBody>
        </p:sp>
        <p:sp>
          <p:nvSpPr>
            <p:cNvPr id="11" name="Text Box 11"/>
            <p:cNvSpPr txBox="1">
              <a:spLocks noChangeArrowheads="1"/>
            </p:cNvSpPr>
            <p:nvPr/>
          </p:nvSpPr>
          <p:spPr bwMode="auto">
            <a:xfrm>
              <a:off x="4373" y="3456"/>
              <a:ext cx="755" cy="291"/>
            </a:xfrm>
            <a:prstGeom prst="rect">
              <a:avLst/>
            </a:prstGeom>
            <a:noFill/>
            <a:ln w="12700">
              <a:noFill/>
              <a:miter lim="800000"/>
              <a:headEnd type="none" w="sm" len="sm"/>
              <a:tailEnd type="none" w="sm" len="sm"/>
            </a:ln>
          </p:spPr>
          <p:txBody>
            <a:bodyPr>
              <a:spAutoFit/>
            </a:bodyPr>
            <a:lstStyle/>
            <a:p>
              <a:pPr algn="ctr" eaLnBrk="0" hangingPunct="0">
                <a:spcBef>
                  <a:spcPts val="600"/>
                </a:spcBef>
              </a:pPr>
              <a:r>
                <a:rPr lang="en-US" dirty="0">
                  <a:solidFill>
                    <a:schemeClr val="bg2"/>
                  </a:solidFill>
                  <a:latin typeface="Times New Roman" pitchFamily="18" charset="0"/>
                </a:rPr>
                <a:t>output</a:t>
              </a:r>
            </a:p>
          </p:txBody>
        </p:sp>
        <p:sp>
          <p:nvSpPr>
            <p:cNvPr id="12" name="Line 12"/>
            <p:cNvSpPr>
              <a:spLocks noChangeShapeType="1"/>
            </p:cNvSpPr>
            <p:nvPr/>
          </p:nvSpPr>
          <p:spPr bwMode="auto">
            <a:xfrm>
              <a:off x="1194" y="3600"/>
              <a:ext cx="768" cy="0"/>
            </a:xfrm>
            <a:prstGeom prst="line">
              <a:avLst/>
            </a:prstGeom>
            <a:noFill/>
            <a:ln w="28575">
              <a:solidFill>
                <a:srgbClr val="FF0000"/>
              </a:solidFill>
              <a:round/>
              <a:headEnd type="none" w="sm" len="sm"/>
              <a:tailEnd type="triangle" w="med" len="med"/>
            </a:ln>
          </p:spPr>
          <p:txBody>
            <a:bodyPr wrap="none" anchor="ctr"/>
            <a:lstStyle/>
            <a:p>
              <a:endParaRPr lang="ar-EG"/>
            </a:p>
          </p:txBody>
        </p:sp>
        <p:sp>
          <p:nvSpPr>
            <p:cNvPr id="13" name="Line 13"/>
            <p:cNvSpPr>
              <a:spLocks noChangeShapeType="1"/>
            </p:cNvSpPr>
            <p:nvPr/>
          </p:nvSpPr>
          <p:spPr bwMode="auto">
            <a:xfrm>
              <a:off x="3690" y="3600"/>
              <a:ext cx="720" cy="0"/>
            </a:xfrm>
            <a:prstGeom prst="line">
              <a:avLst/>
            </a:prstGeom>
            <a:noFill/>
            <a:ln w="28575">
              <a:solidFill>
                <a:srgbClr val="FF0000"/>
              </a:solidFill>
              <a:round/>
              <a:headEnd type="none" w="sm" len="sm"/>
              <a:tailEnd type="triangle" w="med" len="med"/>
            </a:ln>
          </p:spPr>
          <p:txBody>
            <a:bodyPr wrap="none" anchor="ctr"/>
            <a:lstStyle/>
            <a:p>
              <a:endParaRPr lang="ar-EG"/>
            </a:p>
          </p:txBody>
        </p:sp>
      </p:grpSp>
      <p:sp>
        <p:nvSpPr>
          <p:cNvPr id="14" name="Rectangle 2"/>
          <p:cNvSpPr>
            <a:spLocks noGrp="1" noChangeArrowheads="1"/>
          </p:cNvSpPr>
          <p:nvPr>
            <p:ph type="title"/>
          </p:nvPr>
        </p:nvSpPr>
        <p:spPr>
          <a:xfrm>
            <a:off x="406400" y="266700"/>
            <a:ext cx="8509000" cy="590550"/>
          </a:xfrm>
        </p:spPr>
        <p:txBody>
          <a:bodyPr/>
          <a:lstStyle/>
          <a:p>
            <a:pPr eaLnBrk="1" hangingPunct="1"/>
            <a:r>
              <a:rPr lang="en-US" sz="3600" b="1" dirty="0" smtClean="0"/>
              <a:t>1.1) What is an Algorithm?</a:t>
            </a:r>
            <a:endParaRPr lang="en-CA" sz="3600" b="1" dirty="0" smtClean="0"/>
          </a:p>
        </p:txBody>
      </p:sp>
    </p:spTree>
    <p:extLst>
      <p:ext uri="{BB962C8B-B14F-4D97-AF65-F5344CB8AC3E}">
        <p14:creationId xmlns:p14="http://schemas.microsoft.com/office/powerpoint/2010/main" val="237619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0" fill="hold"/>
                                        <p:tgtEl>
                                          <p:spTgt spid="4"/>
                                        </p:tgtEl>
                                        <p:attrNameLst>
                                          <p:attrName>ppt_w</p:attrName>
                                        </p:attrNameLst>
                                      </p:cBhvr>
                                      <p:tavLst>
                                        <p:tav tm="0">
                                          <p:val>
                                            <p:strVal val="#ppt_w*0.70"/>
                                          </p:val>
                                        </p:tav>
                                        <p:tav tm="100000">
                                          <p:val>
                                            <p:strVal val="#ppt_w"/>
                                          </p:val>
                                        </p:tav>
                                      </p:tavLst>
                                    </p:anim>
                                    <p:anim calcmode="lin" valueType="num">
                                      <p:cBhvr>
                                        <p:cTn id="8" dur="2000" fill="hold"/>
                                        <p:tgtEl>
                                          <p:spTgt spid="4"/>
                                        </p:tgtEl>
                                        <p:attrNameLst>
                                          <p:attrName>ppt_h</p:attrName>
                                        </p:attrNameLst>
                                      </p:cBhvr>
                                      <p:tavLst>
                                        <p:tav tm="0">
                                          <p:val>
                                            <p:strVal val="#ppt_h"/>
                                          </p:val>
                                        </p:tav>
                                        <p:tav tm="100000">
                                          <p:val>
                                            <p:strVal val="#ppt_h"/>
                                          </p:val>
                                        </p:tav>
                                      </p:tavLst>
                                    </p:anim>
                                    <p:animEffect transition="in" filter="fade">
                                      <p:cBhvr>
                                        <p:cTn id="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Rectangle 3"/>
          <p:cNvSpPr>
            <a:spLocks noGrp="1" noChangeArrowheads="1"/>
          </p:cNvSpPr>
          <p:nvPr>
            <p:ph type="body" idx="1"/>
          </p:nvPr>
        </p:nvSpPr>
        <p:spPr>
          <a:xfrm>
            <a:off x="406400" y="971550"/>
            <a:ext cx="8432800" cy="5734050"/>
          </a:xfrm>
        </p:spPr>
        <p:txBody>
          <a:bodyPr/>
          <a:lstStyle/>
          <a:p>
            <a:pPr marL="346075" lvl="1" indent="-346075" algn="just" eaLnBrk="1" hangingPunct="1">
              <a:spcBef>
                <a:spcPts val="600"/>
              </a:spcBef>
              <a:spcAft>
                <a:spcPts val="600"/>
              </a:spcAft>
              <a:buClrTx/>
              <a:buSzPct val="125000"/>
              <a:buFont typeface="Tahoma" panose="020B060403050404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Algorithms represent the cornerstone of computer science. </a:t>
            </a:r>
          </a:p>
          <a:p>
            <a:pPr marL="685800" lvl="2" indent="-285750" algn="just" eaLnBrk="1" hangingPunct="1">
              <a:spcBef>
                <a:spcPts val="600"/>
              </a:spcBef>
              <a:spcAft>
                <a:spcPts val="600"/>
              </a:spcAft>
              <a:buClrTx/>
              <a:buSzPct val="100000"/>
              <a:buFont typeface="Wingdings" panose="05000000000000000000" pitchFamily="2" charset="2"/>
              <a:buChar char="ü"/>
            </a:pPr>
            <a:r>
              <a:rPr lang="en-US" sz="2000" dirty="0">
                <a:solidFill>
                  <a:srgbClr val="000000"/>
                </a:solidFill>
                <a:latin typeface="Times New Roman" panose="02020603050405020304" pitchFamily="18" charset="0"/>
                <a:cs typeface="Times New Roman" panose="02020603050405020304" pitchFamily="18" charset="0"/>
              </a:rPr>
              <a:t>Programs will not exist without algorithms. </a:t>
            </a:r>
          </a:p>
          <a:p>
            <a:pPr marL="685800" lvl="2" indent="-285750" algn="just" eaLnBrk="1" hangingPunct="1">
              <a:spcBef>
                <a:spcPts val="600"/>
              </a:spcBef>
              <a:spcAft>
                <a:spcPts val="600"/>
              </a:spcAft>
              <a:buClrTx/>
              <a:buSzPct val="100000"/>
              <a:buFont typeface="Wingdings" panose="05000000000000000000" pitchFamily="2" charset="2"/>
              <a:buChar char="ü"/>
            </a:pPr>
            <a:r>
              <a:rPr lang="en-US" sz="2000" dirty="0">
                <a:solidFill>
                  <a:srgbClr val="000000"/>
                </a:solidFill>
                <a:latin typeface="Times New Roman" panose="02020603050405020304" pitchFamily="18" charset="0"/>
                <a:cs typeface="Times New Roman" panose="02020603050405020304" pitchFamily="18" charset="0"/>
              </a:rPr>
              <a:t>It is important to recognize that a program in a particular language is just one way to express an algorithm. </a:t>
            </a:r>
          </a:p>
          <a:p>
            <a:pPr marL="685800" lvl="2" indent="-285750" algn="just" eaLnBrk="1" hangingPunct="1">
              <a:spcBef>
                <a:spcPts val="600"/>
              </a:spcBef>
              <a:spcAft>
                <a:spcPts val="600"/>
              </a:spcAft>
              <a:buClrTx/>
              <a:buSzPct val="100000"/>
              <a:buFont typeface="Wingdings" panose="05000000000000000000" pitchFamily="2" charset="2"/>
              <a:buChar char="ü"/>
            </a:pPr>
            <a:r>
              <a:rPr lang="en-US" sz="2000" dirty="0">
                <a:solidFill>
                  <a:srgbClr val="000000"/>
                </a:solidFill>
                <a:latin typeface="Times New Roman" panose="02020603050405020304" pitchFamily="18" charset="0"/>
                <a:cs typeface="Times New Roman" panose="02020603050405020304" pitchFamily="18" charset="0"/>
              </a:rPr>
              <a:t>Algorithm design techniques, or problem-solving strategies, are useful in fields beyond computer science</a:t>
            </a:r>
            <a:r>
              <a:rPr lang="en-US" sz="2000" dirty="0" smtClean="0">
                <a:solidFill>
                  <a:srgbClr val="000000"/>
                </a:solidFill>
                <a:latin typeface="Times New Roman" panose="02020603050405020304" pitchFamily="18" charset="0"/>
                <a:cs typeface="Times New Roman" panose="02020603050405020304" pitchFamily="18" charset="0"/>
              </a:rPr>
              <a:t>.</a:t>
            </a:r>
          </a:p>
        </p:txBody>
      </p:sp>
      <p:sp>
        <p:nvSpPr>
          <p:cNvPr id="5" name="TextBox 4"/>
          <p:cNvSpPr txBox="1"/>
          <p:nvPr/>
        </p:nvSpPr>
        <p:spPr>
          <a:xfrm>
            <a:off x="706581" y="3733800"/>
            <a:ext cx="7924800" cy="1785104"/>
          </a:xfrm>
          <a:prstGeom prst="rect">
            <a:avLst/>
          </a:prstGeom>
          <a:noFill/>
        </p:spPr>
        <p:txBody>
          <a:bodyPr wrap="square" rtlCol="0">
            <a:spAutoFit/>
          </a:bodyPr>
          <a:lstStyle/>
          <a:p>
            <a:pPr marL="0" marR="0" lvl="0" indent="0" algn="just" defTabSz="914400" rtl="1" eaLnBrk="1" fontAlgn="base" latinLnBrk="0" hangingPunct="1">
              <a:lnSpc>
                <a:spcPct val="100000"/>
              </a:lnSpc>
              <a:spcBef>
                <a:spcPct val="0"/>
              </a:spcBef>
              <a:spcAft>
                <a:spcPct val="0"/>
              </a:spcAft>
              <a:buClrTx/>
              <a:buSzTx/>
              <a:buFontTx/>
              <a:buNone/>
              <a:tabLst/>
              <a:defRPr/>
            </a:pPr>
            <a:r>
              <a:rPr kumimoji="0" lang="ar-SA" sz="2200" b="0" i="0" u="none" strike="noStrike" kern="0" cap="none" spc="0" normalizeH="0" baseline="0" noProof="0" dirty="0">
                <a:ln>
                  <a:noFill/>
                </a:ln>
                <a:solidFill>
                  <a:srgbClr val="000000"/>
                </a:solidFill>
                <a:effectLst/>
                <a:uLnTx/>
                <a:uFillTx/>
                <a:latin typeface="Times New Roman" pitchFamily="18" charset="0"/>
                <a:ea typeface="+mn-ea"/>
                <a:cs typeface="Times New Roman" pitchFamily="18" charset="0"/>
              </a:rPr>
              <a:t>الخوارزميات هي بمثابة حجر الزاوية لعلوم </a:t>
            </a:r>
            <a:r>
              <a:rPr kumimoji="0" lang="ar-SA" sz="2200" b="0" i="0" u="none" strike="noStrike" kern="0" cap="none" spc="0" normalizeH="0" baseline="0" noProof="0" dirty="0" smtClean="0">
                <a:ln>
                  <a:noFill/>
                </a:ln>
                <a:solidFill>
                  <a:srgbClr val="000000"/>
                </a:solidFill>
                <a:effectLst/>
                <a:uLnTx/>
                <a:uFillTx/>
                <a:latin typeface="Times New Roman" pitchFamily="18" charset="0"/>
                <a:ea typeface="+mn-ea"/>
                <a:cs typeface="Times New Roman" pitchFamily="18" charset="0"/>
              </a:rPr>
              <a:t>الحاسوب. فالبرنامج الحاسوبي (</a:t>
            </a:r>
            <a:r>
              <a:rPr kumimoji="0" lang="en-US" sz="2200" b="0" i="0" u="none" strike="noStrike" kern="0" cap="none" spc="0" normalizeH="0" baseline="0" noProof="0" dirty="0" smtClean="0">
                <a:ln>
                  <a:noFill/>
                </a:ln>
                <a:solidFill>
                  <a:srgbClr val="000000"/>
                </a:solidFill>
                <a:effectLst/>
                <a:uLnTx/>
                <a:uFillTx/>
                <a:latin typeface="Times New Roman" pitchFamily="18" charset="0"/>
                <a:ea typeface="+mn-ea"/>
                <a:cs typeface="Times New Roman" pitchFamily="18" charset="0"/>
              </a:rPr>
              <a:t>Computer program</a:t>
            </a:r>
            <a:r>
              <a:rPr kumimoji="0" lang="ar-SA" sz="2200" b="0" i="0" u="none" strike="noStrike" kern="0" cap="none" spc="0" normalizeH="0" baseline="0" noProof="0" dirty="0" smtClean="0">
                <a:ln>
                  <a:noFill/>
                </a:ln>
                <a:solidFill>
                  <a:srgbClr val="000000"/>
                </a:solidFill>
                <a:effectLst/>
                <a:uLnTx/>
                <a:uFillTx/>
                <a:latin typeface="Times New Roman" pitchFamily="18" charset="0"/>
                <a:ea typeface="+mn-ea"/>
                <a:cs typeface="Times New Roman" pitchFamily="18" charset="0"/>
              </a:rPr>
              <a:t>) هو في جقيقة أمره عبارة خوارزمية، وبالأصح يمكننا القول بإنه خوارزمية مكتوبة بلغة برمجة.</a:t>
            </a:r>
            <a:endParaRPr kumimoji="0" lang="en-US" sz="2200" b="0" i="0" u="none" strike="noStrike" kern="0" cap="none" spc="0" normalizeH="0" baseline="0" noProof="0" dirty="0" smtClean="0">
              <a:ln>
                <a:noFill/>
              </a:ln>
              <a:solidFill>
                <a:srgbClr val="000000"/>
              </a:solidFill>
              <a:effectLst/>
              <a:uLnTx/>
              <a:uFillTx/>
              <a:latin typeface="Times New Roman" pitchFamily="18" charset="0"/>
              <a:ea typeface="+mn-ea"/>
              <a:cs typeface="Times New Roman" pitchFamily="18" charset="0"/>
            </a:endParaRPr>
          </a:p>
          <a:p>
            <a:pPr marL="0" marR="0" lvl="0" indent="0" algn="just" defTabSz="914400" rtl="1" eaLnBrk="1" fontAlgn="base" latinLnBrk="0" hangingPunct="1">
              <a:lnSpc>
                <a:spcPct val="100000"/>
              </a:lnSpc>
              <a:spcBef>
                <a:spcPct val="0"/>
              </a:spcBef>
              <a:spcAft>
                <a:spcPct val="0"/>
              </a:spcAft>
              <a:buClrTx/>
              <a:buSzTx/>
              <a:buFontTx/>
              <a:buNone/>
              <a:tabLst/>
              <a:defRPr/>
            </a:pPr>
            <a:r>
              <a:rPr kumimoji="0" lang="ar-SA" sz="2200" b="0" i="0" u="none" strike="noStrike" kern="0" cap="none" spc="0" normalizeH="0" baseline="0" noProof="0" dirty="0" smtClean="0">
                <a:ln>
                  <a:noFill/>
                </a:ln>
                <a:solidFill>
                  <a:srgbClr val="000000"/>
                </a:solidFill>
                <a:effectLst/>
                <a:uLnTx/>
                <a:uFillTx/>
                <a:latin typeface="Times New Roman" pitchFamily="18" charset="0"/>
                <a:ea typeface="+mn-ea"/>
                <a:cs typeface="Times New Roman" pitchFamily="18" charset="0"/>
              </a:rPr>
              <a:t>هنالك أهمية كبيرة لطرق تصميم الخوارزميات (أو ما يعرف بإستراتيجيات الخوارزميات) في مجال علوم الحاسوب.</a:t>
            </a:r>
            <a:endParaRPr kumimoji="0" lang="ar-SA" sz="2200" b="0" i="0" u="none" strike="noStrike" kern="0" cap="none" spc="0" normalizeH="0" baseline="0" noProof="0" dirty="0">
              <a:ln>
                <a:noFill/>
              </a:ln>
              <a:solidFill>
                <a:srgbClr val="000000"/>
              </a:solidFill>
              <a:effectLst/>
              <a:uLnTx/>
              <a:uFillTx/>
              <a:latin typeface="Times New Roman" pitchFamily="18" charset="0"/>
              <a:ea typeface="+mn-ea"/>
              <a:cs typeface="Times New Roman" pitchFamily="18" charset="0"/>
            </a:endParaRPr>
          </a:p>
        </p:txBody>
      </p:sp>
      <p:sp>
        <p:nvSpPr>
          <p:cNvPr id="6" name="Rectangle 2"/>
          <p:cNvSpPr>
            <a:spLocks noGrp="1" noChangeArrowheads="1"/>
          </p:cNvSpPr>
          <p:nvPr>
            <p:ph type="title"/>
          </p:nvPr>
        </p:nvSpPr>
        <p:spPr>
          <a:xfrm>
            <a:off x="406400" y="266700"/>
            <a:ext cx="8509000" cy="590550"/>
          </a:xfrm>
        </p:spPr>
        <p:txBody>
          <a:bodyPr/>
          <a:lstStyle/>
          <a:p>
            <a:pPr eaLnBrk="1" hangingPunct="1"/>
            <a:r>
              <a:rPr lang="en-US" sz="3600" b="1" dirty="0" smtClean="0"/>
              <a:t>1.1) What is an Algorithm?</a:t>
            </a:r>
            <a:endParaRPr lang="en-CA" sz="3600" b="1" dirty="0" smtClean="0"/>
          </a:p>
        </p:txBody>
      </p:sp>
    </p:spTree>
    <p:extLst>
      <p:ext uri="{BB962C8B-B14F-4D97-AF65-F5344CB8AC3E}">
        <p14:creationId xmlns:p14="http://schemas.microsoft.com/office/powerpoint/2010/main" val="61521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fade">
                                      <p:cBhvr>
                                        <p:cTn id="7" dur="2000"/>
                                        <p:tgtEl>
                                          <p:spTgt spid="7172">
                                            <p:txEl>
                                              <p:pRg st="0" end="0"/>
                                            </p:txEl>
                                          </p:spTgt>
                                        </p:tgtEl>
                                      </p:cBhvr>
                                    </p:animEffect>
                                    <p:anim calcmode="lin" valueType="num">
                                      <p:cBhvr>
                                        <p:cTn id="8" dur="2000" fill="hold"/>
                                        <p:tgtEl>
                                          <p:spTgt spid="7172">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7172">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0"/>
                                  </p:stCondLst>
                                  <p:childTnLst>
                                    <p:set>
                                      <p:cBhvr>
                                        <p:cTn id="12" dur="1" fill="hold">
                                          <p:stCondLst>
                                            <p:cond delay="0"/>
                                          </p:stCondLst>
                                        </p:cTn>
                                        <p:tgtEl>
                                          <p:spTgt spid="7172">
                                            <p:txEl>
                                              <p:pRg st="1" end="1"/>
                                            </p:txEl>
                                          </p:spTgt>
                                        </p:tgtEl>
                                        <p:attrNameLst>
                                          <p:attrName>style.visibility</p:attrName>
                                        </p:attrNameLst>
                                      </p:cBhvr>
                                      <p:to>
                                        <p:strVal val="visible"/>
                                      </p:to>
                                    </p:set>
                                    <p:animEffect transition="in" filter="fade">
                                      <p:cBhvr>
                                        <p:cTn id="13" dur="2000"/>
                                        <p:tgtEl>
                                          <p:spTgt spid="7172">
                                            <p:txEl>
                                              <p:pRg st="1" end="1"/>
                                            </p:txEl>
                                          </p:spTgt>
                                        </p:tgtEl>
                                      </p:cBhvr>
                                    </p:animEffect>
                                    <p:anim calcmode="lin" valueType="num">
                                      <p:cBhvr>
                                        <p:cTn id="14" dur="2000" fill="hold"/>
                                        <p:tgtEl>
                                          <p:spTgt spid="7172">
                                            <p:txEl>
                                              <p:pRg st="1" end="1"/>
                                            </p:txEl>
                                          </p:spTgt>
                                        </p:tgtEl>
                                        <p:attrNameLst>
                                          <p:attrName>ppt_x</p:attrName>
                                        </p:attrNameLst>
                                      </p:cBhvr>
                                      <p:tavLst>
                                        <p:tav tm="0">
                                          <p:val>
                                            <p:strVal val="#ppt_x"/>
                                          </p:val>
                                        </p:tav>
                                        <p:tav tm="100000">
                                          <p:val>
                                            <p:strVal val="#ppt_x"/>
                                          </p:val>
                                        </p:tav>
                                      </p:tavLst>
                                    </p:anim>
                                    <p:anim calcmode="lin" valueType="num">
                                      <p:cBhvr>
                                        <p:cTn id="15" dur="2000" fill="hold"/>
                                        <p:tgtEl>
                                          <p:spTgt spid="7172">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4000"/>
                            </p:stCondLst>
                            <p:childTnLst>
                              <p:par>
                                <p:cTn id="17" presetID="42" presetClass="entr" presetSubtype="0" fill="hold" nodeType="afterEffect">
                                  <p:stCondLst>
                                    <p:cond delay="0"/>
                                  </p:stCondLst>
                                  <p:childTnLst>
                                    <p:set>
                                      <p:cBhvr>
                                        <p:cTn id="18" dur="1" fill="hold">
                                          <p:stCondLst>
                                            <p:cond delay="0"/>
                                          </p:stCondLst>
                                        </p:cTn>
                                        <p:tgtEl>
                                          <p:spTgt spid="7172">
                                            <p:txEl>
                                              <p:pRg st="2" end="2"/>
                                            </p:txEl>
                                          </p:spTgt>
                                        </p:tgtEl>
                                        <p:attrNameLst>
                                          <p:attrName>style.visibility</p:attrName>
                                        </p:attrNameLst>
                                      </p:cBhvr>
                                      <p:to>
                                        <p:strVal val="visible"/>
                                      </p:to>
                                    </p:set>
                                    <p:animEffect transition="in" filter="fade">
                                      <p:cBhvr>
                                        <p:cTn id="19" dur="2000"/>
                                        <p:tgtEl>
                                          <p:spTgt spid="7172">
                                            <p:txEl>
                                              <p:pRg st="2" end="2"/>
                                            </p:txEl>
                                          </p:spTgt>
                                        </p:tgtEl>
                                      </p:cBhvr>
                                    </p:animEffect>
                                    <p:anim calcmode="lin" valueType="num">
                                      <p:cBhvr>
                                        <p:cTn id="20" dur="2000" fill="hold"/>
                                        <p:tgtEl>
                                          <p:spTgt spid="7172">
                                            <p:txEl>
                                              <p:pRg st="2" end="2"/>
                                            </p:txEl>
                                          </p:spTgt>
                                        </p:tgtEl>
                                        <p:attrNameLst>
                                          <p:attrName>ppt_x</p:attrName>
                                        </p:attrNameLst>
                                      </p:cBhvr>
                                      <p:tavLst>
                                        <p:tav tm="0">
                                          <p:val>
                                            <p:strVal val="#ppt_x"/>
                                          </p:val>
                                        </p:tav>
                                        <p:tav tm="100000">
                                          <p:val>
                                            <p:strVal val="#ppt_x"/>
                                          </p:val>
                                        </p:tav>
                                      </p:tavLst>
                                    </p:anim>
                                    <p:anim calcmode="lin" valueType="num">
                                      <p:cBhvr>
                                        <p:cTn id="21" dur="2000" fill="hold"/>
                                        <p:tgtEl>
                                          <p:spTgt spid="7172">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6000"/>
                            </p:stCondLst>
                            <p:childTnLst>
                              <p:par>
                                <p:cTn id="23" presetID="42" presetClass="entr" presetSubtype="0" fill="hold" nodeType="afterEffect">
                                  <p:stCondLst>
                                    <p:cond delay="0"/>
                                  </p:stCondLst>
                                  <p:childTnLst>
                                    <p:set>
                                      <p:cBhvr>
                                        <p:cTn id="24" dur="1" fill="hold">
                                          <p:stCondLst>
                                            <p:cond delay="0"/>
                                          </p:stCondLst>
                                        </p:cTn>
                                        <p:tgtEl>
                                          <p:spTgt spid="7172">
                                            <p:txEl>
                                              <p:pRg st="3" end="3"/>
                                            </p:txEl>
                                          </p:spTgt>
                                        </p:tgtEl>
                                        <p:attrNameLst>
                                          <p:attrName>style.visibility</p:attrName>
                                        </p:attrNameLst>
                                      </p:cBhvr>
                                      <p:to>
                                        <p:strVal val="visible"/>
                                      </p:to>
                                    </p:set>
                                    <p:animEffect transition="in" filter="fade">
                                      <p:cBhvr>
                                        <p:cTn id="25" dur="2000"/>
                                        <p:tgtEl>
                                          <p:spTgt spid="7172">
                                            <p:txEl>
                                              <p:pRg st="3" end="3"/>
                                            </p:txEl>
                                          </p:spTgt>
                                        </p:tgtEl>
                                      </p:cBhvr>
                                    </p:animEffect>
                                    <p:anim calcmode="lin" valueType="num">
                                      <p:cBhvr>
                                        <p:cTn id="26" dur="2000" fill="hold"/>
                                        <p:tgtEl>
                                          <p:spTgt spid="7172">
                                            <p:txEl>
                                              <p:pRg st="3" end="3"/>
                                            </p:txEl>
                                          </p:spTgt>
                                        </p:tgtEl>
                                        <p:attrNameLst>
                                          <p:attrName>ppt_x</p:attrName>
                                        </p:attrNameLst>
                                      </p:cBhvr>
                                      <p:tavLst>
                                        <p:tav tm="0">
                                          <p:val>
                                            <p:strVal val="#ppt_x"/>
                                          </p:val>
                                        </p:tav>
                                        <p:tav tm="100000">
                                          <p:val>
                                            <p:strVal val="#ppt_x"/>
                                          </p:val>
                                        </p:tav>
                                      </p:tavLst>
                                    </p:anim>
                                    <p:anim calcmode="lin" valueType="num">
                                      <p:cBhvr>
                                        <p:cTn id="27" dur="2000" fill="hold"/>
                                        <p:tgtEl>
                                          <p:spTgt spid="7172">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8000"/>
                            </p:stCondLst>
                            <p:childTnLst>
                              <p:par>
                                <p:cTn id="29" presetID="42" presetClass="entr" presetSubtype="0" fill="hold" nodeType="after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animEffect transition="in" filter="fade">
                                      <p:cBhvr>
                                        <p:cTn id="31" dur="2000"/>
                                        <p:tgtEl>
                                          <p:spTgt spid="5">
                                            <p:txEl>
                                              <p:pRg st="0" end="0"/>
                                            </p:txEl>
                                          </p:spTgt>
                                        </p:tgtEl>
                                      </p:cBhvr>
                                    </p:animEffect>
                                    <p:anim calcmode="lin" valueType="num">
                                      <p:cBhvr>
                                        <p:cTn id="32" dur="2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33" dur="2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par>
                          <p:cTn id="34" fill="hold">
                            <p:stCondLst>
                              <p:cond delay="10000"/>
                            </p:stCondLst>
                            <p:childTnLst>
                              <p:par>
                                <p:cTn id="35" presetID="42" presetClass="entr" presetSubtype="0" fill="hold" nodeType="after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animEffect transition="in" filter="fade">
                                      <p:cBhvr>
                                        <p:cTn id="37" dur="2000"/>
                                        <p:tgtEl>
                                          <p:spTgt spid="5">
                                            <p:txEl>
                                              <p:pRg st="1" end="1"/>
                                            </p:txEl>
                                          </p:spTgt>
                                        </p:tgtEl>
                                      </p:cBhvr>
                                    </p:animEffect>
                                    <p:anim calcmode="lin" valueType="num">
                                      <p:cBhvr>
                                        <p:cTn id="38" dur="2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39" dur="2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Rectangle 3"/>
          <p:cNvSpPr>
            <a:spLocks noGrp="1" noChangeArrowheads="1"/>
          </p:cNvSpPr>
          <p:nvPr>
            <p:ph type="body" idx="1"/>
          </p:nvPr>
        </p:nvSpPr>
        <p:spPr>
          <a:xfrm>
            <a:off x="406400" y="971550"/>
            <a:ext cx="8432800" cy="5734050"/>
          </a:xfrm>
        </p:spPr>
        <p:txBody>
          <a:bodyPr/>
          <a:lstStyle/>
          <a:p>
            <a:pPr marL="346075" lvl="1" indent="-346075" algn="just" eaLnBrk="1" hangingPunct="1">
              <a:spcBef>
                <a:spcPts val="600"/>
              </a:spcBef>
              <a:spcAft>
                <a:spcPts val="600"/>
              </a:spcAft>
              <a:buClrTx/>
              <a:buSzPct val="125000"/>
              <a:buFont typeface="Tahoma" panose="020B0604030504040204" pitchFamily="34" charset="0"/>
              <a:buChar char="•"/>
            </a:pPr>
            <a:r>
              <a:rPr lang="en-US" sz="2400" b="1" dirty="0" smtClean="0">
                <a:solidFill>
                  <a:srgbClr val="000000"/>
                </a:solidFill>
                <a:latin typeface="Times New Roman" panose="02020603050405020304" pitchFamily="18" charset="0"/>
                <a:cs typeface="Times New Roman" panose="02020603050405020304" pitchFamily="18" charset="0"/>
              </a:rPr>
              <a:t>Problem </a:t>
            </a:r>
            <a:r>
              <a:rPr lang="en-US" sz="2400" b="1" dirty="0">
                <a:solidFill>
                  <a:srgbClr val="000000"/>
                </a:solidFill>
                <a:latin typeface="Times New Roman" panose="02020603050405020304" pitchFamily="18" charset="0"/>
                <a:cs typeface="Times New Roman" panose="02020603050405020304" pitchFamily="18" charset="0"/>
              </a:rPr>
              <a:t>Statement</a:t>
            </a:r>
            <a:r>
              <a:rPr lang="en-US" sz="2400" b="1" dirty="0" smtClean="0">
                <a:solidFill>
                  <a:srgbClr val="000000"/>
                </a:solidFill>
                <a:latin typeface="Times New Roman" panose="02020603050405020304" pitchFamily="18" charset="0"/>
                <a:cs typeface="Times New Roman" panose="02020603050405020304" pitchFamily="18" charset="0"/>
              </a:rPr>
              <a:t>:</a:t>
            </a:r>
          </a:p>
          <a:p>
            <a:pPr marL="742950" lvl="2" indent="-342900" algn="just" eaLnBrk="1" hangingPunct="1">
              <a:spcBef>
                <a:spcPts val="0"/>
              </a:spcBef>
              <a:spcAft>
                <a:spcPts val="600"/>
              </a:spcAft>
              <a:buClrTx/>
              <a:buSzPct val="125000"/>
              <a:buFont typeface="Times New Roman" panose="02020603050405020304" pitchFamily="18" charset="0"/>
              <a:buChar char="–"/>
            </a:pPr>
            <a:r>
              <a:rPr lang="en-US" sz="2000" dirty="0">
                <a:solidFill>
                  <a:srgbClr val="000000"/>
                </a:solidFill>
                <a:latin typeface="Times New Roman" panose="02020603050405020304" pitchFamily="18" charset="0"/>
                <a:cs typeface="Times New Roman" panose="02020603050405020304" pitchFamily="18" charset="0"/>
              </a:rPr>
              <a:t>The statement of the problem specifies in general terms the desired input/output relationship</a:t>
            </a:r>
            <a:r>
              <a:rPr lang="en-US" sz="2000" dirty="0" smtClean="0">
                <a:solidFill>
                  <a:srgbClr val="000000"/>
                </a:solidFill>
                <a:latin typeface="Times New Roman" panose="02020603050405020304" pitchFamily="18" charset="0"/>
                <a:cs typeface="Times New Roman" panose="02020603050405020304" pitchFamily="18" charset="0"/>
              </a:rPr>
              <a:t>.</a:t>
            </a:r>
          </a:p>
          <a:p>
            <a:pPr marL="400050" lvl="2" indent="0" algn="just" eaLnBrk="1" hangingPunct="1">
              <a:spcBef>
                <a:spcPts val="0"/>
              </a:spcBef>
              <a:spcAft>
                <a:spcPts val="600"/>
              </a:spcAft>
              <a:buClrTx/>
              <a:buSzPct val="125000"/>
              <a:buNone/>
            </a:pPr>
            <a:endParaRPr lang="en-US" sz="2000" b="1" dirty="0" smtClean="0">
              <a:solidFill>
                <a:srgbClr val="000000"/>
              </a:solidFill>
              <a:latin typeface="Times New Roman" panose="02020603050405020304" pitchFamily="18" charset="0"/>
              <a:cs typeface="Times New Roman" panose="02020603050405020304" pitchFamily="18" charset="0"/>
            </a:endParaRPr>
          </a:p>
          <a:p>
            <a:pPr marL="400050" lvl="2" indent="0" algn="just" eaLnBrk="1" hangingPunct="1">
              <a:spcBef>
                <a:spcPts val="0"/>
              </a:spcBef>
              <a:spcAft>
                <a:spcPts val="600"/>
              </a:spcAft>
              <a:buClrTx/>
              <a:buSzPct val="125000"/>
              <a:buNone/>
            </a:pPr>
            <a:endParaRPr lang="en-US" sz="2000" b="1" dirty="0" smtClean="0">
              <a:solidFill>
                <a:srgbClr val="000000"/>
              </a:solidFill>
              <a:latin typeface="Times New Roman" panose="02020603050405020304" pitchFamily="18" charset="0"/>
              <a:cs typeface="Times New Roman" panose="02020603050405020304" pitchFamily="18" charset="0"/>
            </a:endParaRPr>
          </a:p>
          <a:p>
            <a:pPr marL="346075" lvl="1" indent="-346075" algn="just" eaLnBrk="1" hangingPunct="1">
              <a:spcBef>
                <a:spcPts val="1800"/>
              </a:spcBef>
              <a:spcAft>
                <a:spcPts val="600"/>
              </a:spcAft>
              <a:buClrTx/>
              <a:buSzPct val="125000"/>
              <a:buFont typeface="Tahoma" panose="020B0604030504040204" pitchFamily="34" charset="0"/>
              <a:buChar char="•"/>
            </a:pPr>
            <a:r>
              <a:rPr lang="en-US" sz="2400" b="1" dirty="0" smtClean="0">
                <a:solidFill>
                  <a:srgbClr val="000000"/>
                </a:solidFill>
                <a:latin typeface="Times New Roman" panose="02020603050405020304" pitchFamily="18" charset="0"/>
                <a:cs typeface="Times New Roman" panose="02020603050405020304" pitchFamily="18" charset="0"/>
              </a:rPr>
              <a:t>For </a:t>
            </a:r>
            <a:r>
              <a:rPr lang="en-US" sz="2400" b="1" dirty="0">
                <a:solidFill>
                  <a:srgbClr val="000000"/>
                </a:solidFill>
                <a:latin typeface="Times New Roman" panose="02020603050405020304" pitchFamily="18" charset="0"/>
                <a:cs typeface="Times New Roman" panose="02020603050405020304" pitchFamily="18" charset="0"/>
              </a:rPr>
              <a:t>example, </a:t>
            </a:r>
            <a:r>
              <a:rPr lang="en-US" sz="2400" dirty="0">
                <a:solidFill>
                  <a:srgbClr val="000000"/>
                </a:solidFill>
                <a:latin typeface="Times New Roman" panose="02020603050405020304" pitchFamily="18" charset="0"/>
                <a:cs typeface="Times New Roman" panose="02020603050405020304" pitchFamily="18" charset="0"/>
              </a:rPr>
              <a:t>in the following we formally define the sorting problem</a:t>
            </a:r>
            <a:r>
              <a:rPr lang="en-US" sz="2400" dirty="0" smtClean="0">
                <a:solidFill>
                  <a:srgbClr val="000000"/>
                </a:solidFill>
                <a:latin typeface="Times New Roman" panose="02020603050405020304" pitchFamily="18" charset="0"/>
                <a:cs typeface="Times New Roman" panose="02020603050405020304" pitchFamily="18" charset="0"/>
              </a:rPr>
              <a:t>:</a:t>
            </a:r>
          </a:p>
          <a:p>
            <a:pPr marL="1316038" lvl="1" indent="-969963" eaLnBrk="1" hangingPunct="1">
              <a:lnSpc>
                <a:spcPct val="90000"/>
              </a:lnSpc>
              <a:spcBef>
                <a:spcPts val="600"/>
              </a:spcBef>
              <a:buClr>
                <a:srgbClr val="FF0000"/>
              </a:buClr>
              <a:buNone/>
            </a:pPr>
            <a:r>
              <a:rPr lang="en-US" sz="1800" b="1" dirty="0">
                <a:solidFill>
                  <a:srgbClr val="000000"/>
                </a:solidFill>
                <a:ea typeface="+mn-ea"/>
                <a:cs typeface="+mn-cs"/>
              </a:rPr>
              <a:t>Input: </a:t>
            </a:r>
            <a:r>
              <a:rPr lang="en-US" sz="1800" dirty="0">
                <a:solidFill>
                  <a:srgbClr val="000000"/>
                </a:solidFill>
                <a:ea typeface="+mn-ea"/>
                <a:cs typeface="+mn-cs"/>
              </a:rPr>
              <a:t>A sequence of </a:t>
            </a:r>
            <a:r>
              <a:rPr lang="en-US" sz="1800" i="1" dirty="0">
                <a:solidFill>
                  <a:srgbClr val="000000"/>
                </a:solidFill>
                <a:ea typeface="+mn-ea"/>
                <a:cs typeface="+mn-cs"/>
              </a:rPr>
              <a:t>n</a:t>
            </a:r>
            <a:r>
              <a:rPr lang="en-US" sz="1800" dirty="0">
                <a:solidFill>
                  <a:srgbClr val="000000"/>
                </a:solidFill>
                <a:ea typeface="+mn-ea"/>
                <a:cs typeface="+mn-cs"/>
              </a:rPr>
              <a:t> numbers &lt;a</a:t>
            </a:r>
            <a:r>
              <a:rPr lang="en-US" sz="1800" baseline="-25000" dirty="0">
                <a:solidFill>
                  <a:srgbClr val="000000"/>
                </a:solidFill>
                <a:ea typeface="+mn-ea"/>
                <a:cs typeface="+mn-cs"/>
              </a:rPr>
              <a:t>1</a:t>
            </a:r>
            <a:r>
              <a:rPr lang="en-US" sz="1800" dirty="0">
                <a:solidFill>
                  <a:srgbClr val="000000"/>
                </a:solidFill>
                <a:ea typeface="+mn-ea"/>
                <a:cs typeface="+mn-cs"/>
              </a:rPr>
              <a:t>, </a:t>
            </a:r>
            <a:r>
              <a:rPr lang="en-US" sz="1800" baseline="-25000" dirty="0">
                <a:solidFill>
                  <a:srgbClr val="000000"/>
                </a:solidFill>
                <a:ea typeface="+mn-ea"/>
                <a:cs typeface="+mn-cs"/>
              </a:rPr>
              <a:t>  </a:t>
            </a:r>
            <a:r>
              <a:rPr lang="en-US" sz="1800" dirty="0">
                <a:solidFill>
                  <a:srgbClr val="000000"/>
                </a:solidFill>
                <a:ea typeface="+mn-ea"/>
                <a:cs typeface="+mn-cs"/>
              </a:rPr>
              <a:t>a</a:t>
            </a:r>
            <a:r>
              <a:rPr lang="en-US" sz="1800" baseline="-25000" dirty="0">
                <a:solidFill>
                  <a:srgbClr val="000000"/>
                </a:solidFill>
                <a:ea typeface="+mn-ea"/>
                <a:cs typeface="+mn-cs"/>
              </a:rPr>
              <a:t>2</a:t>
            </a:r>
            <a:r>
              <a:rPr lang="en-US" sz="1800" dirty="0">
                <a:solidFill>
                  <a:srgbClr val="000000"/>
                </a:solidFill>
                <a:ea typeface="+mn-ea"/>
                <a:cs typeface="+mn-cs"/>
              </a:rPr>
              <a:t>, …, a</a:t>
            </a:r>
            <a:r>
              <a:rPr lang="en-US" sz="1800" i="1" baseline="-25000" dirty="0">
                <a:solidFill>
                  <a:srgbClr val="000000"/>
                </a:solidFill>
                <a:ea typeface="+mn-ea"/>
                <a:cs typeface="+mn-cs"/>
              </a:rPr>
              <a:t>n</a:t>
            </a:r>
            <a:r>
              <a:rPr lang="en-US" sz="1800" dirty="0">
                <a:solidFill>
                  <a:srgbClr val="000000"/>
                </a:solidFill>
                <a:ea typeface="+mn-ea"/>
                <a:cs typeface="+mn-cs"/>
              </a:rPr>
              <a:t>&gt;</a:t>
            </a:r>
          </a:p>
          <a:p>
            <a:pPr marL="1316038" lvl="1" indent="-969963" eaLnBrk="1" hangingPunct="1">
              <a:lnSpc>
                <a:spcPct val="90000"/>
              </a:lnSpc>
              <a:spcBef>
                <a:spcPts val="1200"/>
              </a:spcBef>
              <a:buClr>
                <a:srgbClr val="FF0000"/>
              </a:buClr>
              <a:buNone/>
            </a:pPr>
            <a:r>
              <a:rPr lang="en-US" sz="1800" b="1" dirty="0">
                <a:solidFill>
                  <a:srgbClr val="000000"/>
                </a:solidFill>
                <a:ea typeface="+mn-ea"/>
                <a:cs typeface="+mn-cs"/>
              </a:rPr>
              <a:t>Output: </a:t>
            </a:r>
            <a:r>
              <a:rPr lang="en-US" sz="1800" dirty="0">
                <a:solidFill>
                  <a:srgbClr val="000000"/>
                </a:solidFill>
                <a:ea typeface="+mn-ea"/>
                <a:cs typeface="+mn-cs"/>
              </a:rPr>
              <a:t>A reordering of the input sequence &lt;a</a:t>
            </a:r>
            <a:r>
              <a:rPr lang="en-US" sz="1800" baseline="30000" dirty="0">
                <a:solidFill>
                  <a:srgbClr val="000000"/>
                </a:solidFill>
                <a:ea typeface="+mn-ea"/>
                <a:cs typeface="Times New Roman" pitchFamily="18" charset="0"/>
              </a:rPr>
              <a:t>´</a:t>
            </a:r>
            <a:r>
              <a:rPr lang="en-US" sz="1800" baseline="-25000" dirty="0">
                <a:solidFill>
                  <a:srgbClr val="000000"/>
                </a:solidFill>
                <a:ea typeface="+mn-ea"/>
                <a:cs typeface="+mn-cs"/>
              </a:rPr>
              <a:t>1</a:t>
            </a:r>
            <a:r>
              <a:rPr lang="en-US" sz="1800" dirty="0">
                <a:solidFill>
                  <a:srgbClr val="000000"/>
                </a:solidFill>
                <a:ea typeface="+mn-ea"/>
                <a:cs typeface="+mn-cs"/>
              </a:rPr>
              <a:t>, </a:t>
            </a:r>
            <a:r>
              <a:rPr lang="en-US" sz="1800" baseline="-25000" dirty="0">
                <a:solidFill>
                  <a:srgbClr val="000000"/>
                </a:solidFill>
                <a:ea typeface="+mn-ea"/>
                <a:cs typeface="+mn-cs"/>
              </a:rPr>
              <a:t>  </a:t>
            </a:r>
            <a:r>
              <a:rPr lang="en-US" sz="1800" dirty="0">
                <a:solidFill>
                  <a:srgbClr val="000000"/>
                </a:solidFill>
                <a:ea typeface="+mn-ea"/>
                <a:cs typeface="+mn-cs"/>
              </a:rPr>
              <a:t>a</a:t>
            </a:r>
            <a:r>
              <a:rPr lang="en-US" sz="1800" baseline="30000" dirty="0">
                <a:solidFill>
                  <a:srgbClr val="000000"/>
                </a:solidFill>
                <a:ea typeface="+mn-ea"/>
                <a:cs typeface="Times New Roman" pitchFamily="18" charset="0"/>
              </a:rPr>
              <a:t>´</a:t>
            </a:r>
            <a:r>
              <a:rPr lang="en-US" sz="1800" baseline="-25000" dirty="0">
                <a:solidFill>
                  <a:srgbClr val="000000"/>
                </a:solidFill>
                <a:ea typeface="+mn-ea"/>
                <a:cs typeface="+mn-cs"/>
              </a:rPr>
              <a:t>2</a:t>
            </a:r>
            <a:r>
              <a:rPr lang="en-US" sz="1800" dirty="0">
                <a:solidFill>
                  <a:srgbClr val="000000"/>
                </a:solidFill>
                <a:ea typeface="+mn-ea"/>
                <a:cs typeface="+mn-cs"/>
              </a:rPr>
              <a:t>, …, </a:t>
            </a:r>
            <a:r>
              <a:rPr lang="en-US" sz="1800" dirty="0" err="1">
                <a:solidFill>
                  <a:srgbClr val="000000"/>
                </a:solidFill>
                <a:ea typeface="+mn-ea"/>
                <a:cs typeface="+mn-cs"/>
              </a:rPr>
              <a:t>a</a:t>
            </a:r>
            <a:r>
              <a:rPr lang="en-US" sz="1800" baseline="30000" dirty="0" err="1">
                <a:solidFill>
                  <a:srgbClr val="000000"/>
                </a:solidFill>
                <a:ea typeface="+mn-ea"/>
                <a:cs typeface="Times New Roman" pitchFamily="18" charset="0"/>
              </a:rPr>
              <a:t>´</a:t>
            </a:r>
            <a:r>
              <a:rPr lang="en-US" sz="1800" i="1" baseline="-25000" dirty="0" err="1">
                <a:solidFill>
                  <a:srgbClr val="000000"/>
                </a:solidFill>
                <a:ea typeface="+mn-ea"/>
                <a:cs typeface="+mn-cs"/>
              </a:rPr>
              <a:t>n</a:t>
            </a:r>
            <a:r>
              <a:rPr lang="en-US" sz="1800" dirty="0">
                <a:solidFill>
                  <a:srgbClr val="000000"/>
                </a:solidFill>
                <a:ea typeface="+mn-ea"/>
                <a:cs typeface="+mn-cs"/>
              </a:rPr>
              <a:t>&gt; so </a:t>
            </a:r>
            <a:r>
              <a:rPr lang="en-US" sz="1800" dirty="0" smtClean="0">
                <a:solidFill>
                  <a:srgbClr val="000000"/>
                </a:solidFill>
                <a:ea typeface="+mn-ea"/>
                <a:cs typeface="+mn-cs"/>
              </a:rPr>
              <a:t>that </a:t>
            </a:r>
            <a:r>
              <a:rPr lang="en-US" sz="1800" dirty="0" err="1">
                <a:solidFill>
                  <a:srgbClr val="000000"/>
                </a:solidFill>
                <a:ea typeface="+mn-ea"/>
                <a:cs typeface="+mn-cs"/>
              </a:rPr>
              <a:t>a</a:t>
            </a:r>
            <a:r>
              <a:rPr lang="en-US" sz="1800" baseline="30000" dirty="0" err="1">
                <a:solidFill>
                  <a:srgbClr val="000000"/>
                </a:solidFill>
                <a:ea typeface="+mn-ea"/>
                <a:cs typeface="Times New Roman" pitchFamily="18" charset="0"/>
              </a:rPr>
              <a:t>´</a:t>
            </a:r>
            <a:r>
              <a:rPr lang="en-US" sz="1800" i="1" baseline="-25000" dirty="0" err="1">
                <a:solidFill>
                  <a:srgbClr val="000000"/>
                </a:solidFill>
                <a:ea typeface="+mn-ea"/>
                <a:cs typeface="+mn-cs"/>
              </a:rPr>
              <a:t>i</a:t>
            </a:r>
            <a:r>
              <a:rPr lang="en-US" sz="1800" baseline="-25000" dirty="0">
                <a:solidFill>
                  <a:srgbClr val="000000"/>
                </a:solidFill>
                <a:ea typeface="+mn-ea"/>
                <a:cs typeface="+mn-cs"/>
              </a:rPr>
              <a:t> </a:t>
            </a:r>
            <a:r>
              <a:rPr lang="en-US" sz="1800" dirty="0">
                <a:solidFill>
                  <a:srgbClr val="000000"/>
                </a:solidFill>
                <a:ea typeface="+mn-ea"/>
                <a:cs typeface="Times New Roman" pitchFamily="18" charset="0"/>
              </a:rPr>
              <a:t>≤ </a:t>
            </a:r>
            <a:r>
              <a:rPr lang="en-US" sz="1800" dirty="0" err="1">
                <a:solidFill>
                  <a:srgbClr val="000000"/>
                </a:solidFill>
                <a:ea typeface="+mn-ea"/>
                <a:cs typeface="+mn-cs"/>
              </a:rPr>
              <a:t>a</a:t>
            </a:r>
            <a:r>
              <a:rPr lang="en-US" sz="1800" baseline="30000" dirty="0" err="1">
                <a:solidFill>
                  <a:srgbClr val="000000"/>
                </a:solidFill>
                <a:ea typeface="+mn-ea"/>
                <a:cs typeface="Times New Roman" pitchFamily="18" charset="0"/>
              </a:rPr>
              <a:t>´</a:t>
            </a:r>
            <a:r>
              <a:rPr lang="en-US" sz="1800" i="1" baseline="-25000" dirty="0" err="1">
                <a:solidFill>
                  <a:srgbClr val="000000"/>
                </a:solidFill>
                <a:ea typeface="+mn-ea"/>
                <a:cs typeface="+mn-cs"/>
              </a:rPr>
              <a:t>j</a:t>
            </a:r>
            <a:r>
              <a:rPr lang="en-US" sz="1800" dirty="0">
                <a:solidFill>
                  <a:srgbClr val="000000"/>
                </a:solidFill>
                <a:ea typeface="+mn-ea"/>
                <a:cs typeface="Times New Roman" pitchFamily="18" charset="0"/>
              </a:rPr>
              <a:t>  whenever </a:t>
            </a:r>
            <a:r>
              <a:rPr lang="en-US" sz="1800" i="1" dirty="0" err="1">
                <a:solidFill>
                  <a:srgbClr val="000000"/>
                </a:solidFill>
                <a:ea typeface="+mn-ea"/>
                <a:cs typeface="Times New Roman" pitchFamily="18" charset="0"/>
              </a:rPr>
              <a:t>i</a:t>
            </a:r>
            <a:r>
              <a:rPr lang="en-US" sz="1800" dirty="0">
                <a:solidFill>
                  <a:srgbClr val="000000"/>
                </a:solidFill>
                <a:ea typeface="+mn-ea"/>
                <a:cs typeface="Times New Roman" pitchFamily="18" charset="0"/>
              </a:rPr>
              <a:t> &lt; </a:t>
            </a:r>
            <a:r>
              <a:rPr lang="en-US" sz="1800" i="1" dirty="0">
                <a:solidFill>
                  <a:srgbClr val="000000"/>
                </a:solidFill>
                <a:ea typeface="+mn-ea"/>
                <a:cs typeface="Times New Roman" pitchFamily="18" charset="0"/>
              </a:rPr>
              <a:t>j</a:t>
            </a:r>
          </a:p>
          <a:p>
            <a:pPr marL="914400" lvl="2" indent="-290513" algn="just" eaLnBrk="1" hangingPunct="1">
              <a:spcBef>
                <a:spcPts val="1200"/>
              </a:spcBef>
              <a:spcAft>
                <a:spcPts val="600"/>
              </a:spcAft>
              <a:buClrTx/>
              <a:buSzPct val="100000"/>
              <a:buFont typeface="Wingdings" panose="05000000000000000000" pitchFamily="2" charset="2"/>
              <a:buChar char="ü"/>
            </a:pPr>
            <a:r>
              <a:rPr lang="en-US" sz="2000" dirty="0" smtClean="0">
                <a:solidFill>
                  <a:srgbClr val="000000"/>
                </a:solidFill>
                <a:latin typeface="Times New Roman" panose="02020603050405020304" pitchFamily="18" charset="0"/>
                <a:cs typeface="Times New Roman" panose="02020603050405020304" pitchFamily="18" charset="0"/>
              </a:rPr>
              <a:t>So </a:t>
            </a:r>
            <a:r>
              <a:rPr lang="en-US" sz="2000" dirty="0">
                <a:solidFill>
                  <a:srgbClr val="000000"/>
                </a:solidFill>
                <a:latin typeface="Times New Roman" panose="02020603050405020304" pitchFamily="18" charset="0"/>
                <a:cs typeface="Times New Roman" panose="02020603050405020304" pitchFamily="18" charset="0"/>
              </a:rPr>
              <a:t>given the input sequence &lt;31, 41, 59, 26, 41, 58&gt; a sorting algorithm returns as output the sequence &lt;26, 31, 41, 41, 58, 59&gt;. </a:t>
            </a:r>
            <a:endParaRPr lang="en-US" sz="2000" dirty="0" smtClean="0">
              <a:solidFill>
                <a:srgbClr val="000000"/>
              </a:solidFill>
              <a:latin typeface="Times New Roman" panose="02020603050405020304" pitchFamily="18" charset="0"/>
              <a:cs typeface="Times New Roman" panose="02020603050405020304" pitchFamily="18" charset="0"/>
            </a:endParaRPr>
          </a:p>
          <a:p>
            <a:pPr marL="914400" lvl="2" indent="-290513" algn="just" eaLnBrk="1" hangingPunct="1">
              <a:spcBef>
                <a:spcPts val="600"/>
              </a:spcBef>
              <a:spcAft>
                <a:spcPts val="600"/>
              </a:spcAft>
              <a:buClrTx/>
              <a:buSzPct val="100000"/>
              <a:buFont typeface="Wingdings" panose="05000000000000000000" pitchFamily="2" charset="2"/>
              <a:buChar char="ü"/>
            </a:pPr>
            <a:r>
              <a:rPr lang="en-US" sz="2000" dirty="0">
                <a:solidFill>
                  <a:srgbClr val="000000"/>
                </a:solidFill>
                <a:latin typeface="Times New Roman" panose="02020603050405020304" pitchFamily="18" charset="0"/>
                <a:cs typeface="Times New Roman" panose="02020603050405020304" pitchFamily="18" charset="0"/>
              </a:rPr>
              <a:t>Such an input sequence is called an </a:t>
            </a:r>
            <a:r>
              <a:rPr lang="en-US" sz="2000" b="1" dirty="0">
                <a:solidFill>
                  <a:srgbClr val="FF0000"/>
                </a:solidFill>
                <a:latin typeface="Times New Roman" panose="02020603050405020304" pitchFamily="18" charset="0"/>
                <a:cs typeface="Times New Roman" panose="02020603050405020304" pitchFamily="18" charset="0"/>
              </a:rPr>
              <a:t>instance of </a:t>
            </a:r>
            <a:r>
              <a:rPr lang="en-US" sz="2000" dirty="0">
                <a:solidFill>
                  <a:srgbClr val="000000"/>
                </a:solidFill>
                <a:latin typeface="Times New Roman" panose="02020603050405020304" pitchFamily="18" charset="0"/>
                <a:cs typeface="Times New Roman" panose="02020603050405020304" pitchFamily="18" charset="0"/>
              </a:rPr>
              <a:t>the </a:t>
            </a:r>
            <a:r>
              <a:rPr lang="en-US" sz="2000" b="1" dirty="0">
                <a:solidFill>
                  <a:srgbClr val="FF0000"/>
                </a:solidFill>
                <a:latin typeface="Times New Roman" panose="02020603050405020304" pitchFamily="18" charset="0"/>
                <a:cs typeface="Times New Roman" panose="02020603050405020304" pitchFamily="18" charset="0"/>
              </a:rPr>
              <a:t>sorting problem</a:t>
            </a:r>
            <a:r>
              <a:rPr lang="en-US" sz="2000" dirty="0" smtClean="0">
                <a:solidFill>
                  <a:srgbClr val="000000"/>
                </a:solidFill>
                <a:latin typeface="Times New Roman" panose="02020603050405020304" pitchFamily="18" charset="0"/>
                <a:cs typeface="Times New Roman" panose="02020603050405020304" pitchFamily="18" charset="0"/>
              </a:rPr>
              <a:t>.</a:t>
            </a:r>
            <a:endParaRPr lang="en-US" sz="2000" dirty="0">
              <a:solidFill>
                <a:srgbClr val="000000"/>
              </a:solidFill>
              <a:latin typeface="Times New Roman" panose="02020603050405020304" pitchFamily="18" charset="0"/>
              <a:cs typeface="Times New Roman" panose="02020603050405020304" pitchFamily="18" charset="0"/>
            </a:endParaRPr>
          </a:p>
          <a:p>
            <a:pPr marL="400050" lvl="2" indent="0" algn="just" eaLnBrk="1" hangingPunct="1">
              <a:spcBef>
                <a:spcPts val="0"/>
              </a:spcBef>
              <a:spcAft>
                <a:spcPts val="600"/>
              </a:spcAft>
              <a:buClrTx/>
              <a:buSzPct val="100000"/>
              <a:buNone/>
            </a:pPr>
            <a:endParaRPr lang="en-US" sz="2400" dirty="0" smtClean="0">
              <a:latin typeface="Times New Roman" panose="02020603050405020304" pitchFamily="18" charset="0"/>
              <a:cs typeface="Times New Roman" panose="02020603050405020304" pitchFamily="18" charset="0"/>
            </a:endParaRPr>
          </a:p>
        </p:txBody>
      </p:sp>
      <p:sp>
        <p:nvSpPr>
          <p:cNvPr id="7" name="Rectangle 2"/>
          <p:cNvSpPr>
            <a:spLocks noGrp="1" noChangeArrowheads="1"/>
          </p:cNvSpPr>
          <p:nvPr>
            <p:ph type="title"/>
          </p:nvPr>
        </p:nvSpPr>
        <p:spPr>
          <a:xfrm>
            <a:off x="406400" y="266700"/>
            <a:ext cx="8509000" cy="590550"/>
          </a:xfrm>
        </p:spPr>
        <p:txBody>
          <a:bodyPr/>
          <a:lstStyle/>
          <a:p>
            <a:pPr eaLnBrk="1" hangingPunct="1"/>
            <a:r>
              <a:rPr lang="en-US" sz="3600" b="1" dirty="0" smtClean="0"/>
              <a:t>1.1) What is an Algorithm?</a:t>
            </a:r>
            <a:endParaRPr lang="en-CA" sz="3600" b="1" dirty="0" smtClean="0"/>
          </a:p>
        </p:txBody>
      </p:sp>
      <p:sp>
        <p:nvSpPr>
          <p:cNvPr id="4" name="TextBox 3"/>
          <p:cNvSpPr txBox="1"/>
          <p:nvPr/>
        </p:nvSpPr>
        <p:spPr>
          <a:xfrm>
            <a:off x="1219200" y="2126159"/>
            <a:ext cx="7543800" cy="769441"/>
          </a:xfrm>
          <a:prstGeom prst="rect">
            <a:avLst/>
          </a:prstGeom>
          <a:noFill/>
        </p:spPr>
        <p:txBody>
          <a:bodyPr wrap="square" rtlCol="0">
            <a:spAutoFit/>
          </a:bodyPr>
          <a:lstStyle/>
          <a:p>
            <a:pPr marL="0" marR="0" lvl="0" indent="0" algn="just" defTabSz="914400" rtl="1" eaLnBrk="1" fontAlgn="base" latinLnBrk="0" hangingPunct="1">
              <a:lnSpc>
                <a:spcPct val="100000"/>
              </a:lnSpc>
              <a:spcBef>
                <a:spcPts val="600"/>
              </a:spcBef>
              <a:spcAft>
                <a:spcPct val="0"/>
              </a:spcAft>
              <a:buClrTx/>
              <a:buSzTx/>
              <a:buFontTx/>
              <a:buNone/>
              <a:tabLst/>
              <a:defRPr/>
            </a:pPr>
            <a:r>
              <a:rPr kumimoji="0" lang="ar-SA" sz="2200" b="0" i="0" u="none" strike="noStrike" kern="0" cap="none" spc="0" normalizeH="0" baseline="0" noProof="0" dirty="0" smtClean="0">
                <a:ln>
                  <a:noFill/>
                </a:ln>
                <a:solidFill>
                  <a:srgbClr val="000000"/>
                </a:solidFill>
                <a:effectLst/>
                <a:uLnTx/>
                <a:uFillTx/>
                <a:latin typeface="Times New Roman" pitchFamily="18" charset="0"/>
                <a:ea typeface="+mn-ea"/>
                <a:cs typeface="Times New Roman" pitchFamily="18" charset="0"/>
              </a:rPr>
              <a:t>الـ</a:t>
            </a:r>
            <a:r>
              <a:rPr kumimoji="0" lang="en-US" sz="2200" b="0" i="0" u="none" strike="noStrike" kern="0" cap="none" spc="0" normalizeH="0" baseline="0" noProof="0" dirty="0" smtClean="0">
                <a:ln>
                  <a:noFill/>
                </a:ln>
                <a:solidFill>
                  <a:srgbClr val="000000"/>
                </a:solidFill>
                <a:effectLst/>
                <a:uLnTx/>
                <a:uFillTx/>
                <a:latin typeface="Times New Roman" pitchFamily="18" charset="0"/>
                <a:ea typeface="+mn-ea"/>
                <a:cs typeface="Times New Roman" pitchFamily="18" charset="0"/>
              </a:rPr>
              <a:t>Problem statement</a:t>
            </a:r>
            <a:r>
              <a:rPr kumimoji="0" lang="ar-SA" sz="2200" b="0" i="0" u="none" strike="noStrike" kern="0" cap="none" spc="0" normalizeH="0" baseline="0" noProof="0" dirty="0" smtClean="0">
                <a:ln>
                  <a:noFill/>
                </a:ln>
                <a:solidFill>
                  <a:srgbClr val="000000"/>
                </a:solidFill>
                <a:effectLst/>
                <a:uLnTx/>
                <a:uFillTx/>
                <a:latin typeface="Times New Roman" pitchFamily="18" charset="0"/>
                <a:ea typeface="+mn-ea"/>
                <a:cs typeface="Times New Roman" pitchFamily="18" charset="0"/>
              </a:rPr>
              <a:t> هو بمثابة إيضاح للمسألة، حيث تتم صياغته في شكل علاقة تربط ما بين الـ</a:t>
            </a:r>
            <a:r>
              <a:rPr kumimoji="0" lang="en-US" sz="2200" b="0" i="0" u="none" strike="noStrike" kern="0" cap="none" spc="0" normalizeH="0" baseline="0" noProof="0" dirty="0" smtClean="0">
                <a:ln>
                  <a:noFill/>
                </a:ln>
                <a:solidFill>
                  <a:srgbClr val="000000"/>
                </a:solidFill>
                <a:effectLst/>
                <a:uLnTx/>
                <a:uFillTx/>
                <a:latin typeface="Times New Roman" pitchFamily="18" charset="0"/>
                <a:ea typeface="+mn-ea"/>
                <a:cs typeface="Times New Roman" pitchFamily="18" charset="0"/>
              </a:rPr>
              <a:t>Input</a:t>
            </a:r>
            <a:r>
              <a:rPr kumimoji="0" lang="ar-SA" sz="2200" b="0" i="0" u="none" strike="noStrike" kern="0" cap="none" spc="0" normalizeH="0" baseline="0" noProof="0" dirty="0" smtClean="0">
                <a:ln>
                  <a:noFill/>
                </a:ln>
                <a:solidFill>
                  <a:srgbClr val="000000"/>
                </a:solidFill>
                <a:effectLst/>
                <a:uLnTx/>
                <a:uFillTx/>
                <a:latin typeface="Times New Roman" pitchFamily="18" charset="0"/>
                <a:ea typeface="+mn-ea"/>
                <a:cs typeface="Times New Roman" pitchFamily="18" charset="0"/>
              </a:rPr>
              <a:t> والـ</a:t>
            </a:r>
            <a:r>
              <a:rPr kumimoji="0" lang="en-US" sz="2200" b="0" i="0" u="none" strike="noStrike" kern="0" cap="none" spc="0" normalizeH="0" baseline="0" noProof="0" dirty="0" smtClean="0">
                <a:ln>
                  <a:noFill/>
                </a:ln>
                <a:solidFill>
                  <a:srgbClr val="000000"/>
                </a:solidFill>
                <a:effectLst/>
                <a:uLnTx/>
                <a:uFillTx/>
                <a:latin typeface="Times New Roman" pitchFamily="18" charset="0"/>
                <a:ea typeface="+mn-ea"/>
                <a:cs typeface="Times New Roman" pitchFamily="18" charset="0"/>
              </a:rPr>
              <a:t>Output</a:t>
            </a:r>
            <a:endParaRPr kumimoji="0" lang="ar-SA" sz="2200" b="0" i="0" u="none" strike="noStrike" kern="0" cap="none" spc="0" normalizeH="0" baseline="0" noProof="0" dirty="0">
              <a:ln>
                <a:noFill/>
              </a:ln>
              <a:solidFill>
                <a:srgbClr val="000000"/>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11751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fade">
                                      <p:cBhvr>
                                        <p:cTn id="7" dur="2000"/>
                                        <p:tgtEl>
                                          <p:spTgt spid="7172">
                                            <p:txEl>
                                              <p:pRg st="0" end="0"/>
                                            </p:txEl>
                                          </p:spTgt>
                                        </p:tgtEl>
                                      </p:cBhvr>
                                    </p:animEffect>
                                    <p:anim calcmode="lin" valueType="num">
                                      <p:cBhvr>
                                        <p:cTn id="8" dur="2000" fill="hold"/>
                                        <p:tgtEl>
                                          <p:spTgt spid="7172">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717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172">
                                            <p:txEl>
                                              <p:pRg st="1" end="1"/>
                                            </p:txEl>
                                          </p:spTgt>
                                        </p:tgtEl>
                                        <p:attrNameLst>
                                          <p:attrName>style.visibility</p:attrName>
                                        </p:attrNameLst>
                                      </p:cBhvr>
                                      <p:to>
                                        <p:strVal val="visible"/>
                                      </p:to>
                                    </p:set>
                                    <p:animEffect transition="in" filter="fade">
                                      <p:cBhvr>
                                        <p:cTn id="12" dur="2000"/>
                                        <p:tgtEl>
                                          <p:spTgt spid="7172">
                                            <p:txEl>
                                              <p:pRg st="1" end="1"/>
                                            </p:txEl>
                                          </p:spTgt>
                                        </p:tgtEl>
                                      </p:cBhvr>
                                    </p:animEffect>
                                    <p:anim calcmode="lin" valueType="num">
                                      <p:cBhvr>
                                        <p:cTn id="13" dur="2000" fill="hold"/>
                                        <p:tgtEl>
                                          <p:spTgt spid="7172">
                                            <p:txEl>
                                              <p:pRg st="1" end="1"/>
                                            </p:txEl>
                                          </p:spTgt>
                                        </p:tgtEl>
                                        <p:attrNameLst>
                                          <p:attrName>ppt_x</p:attrName>
                                        </p:attrNameLst>
                                      </p:cBhvr>
                                      <p:tavLst>
                                        <p:tav tm="0">
                                          <p:val>
                                            <p:strVal val="#ppt_x"/>
                                          </p:val>
                                        </p:tav>
                                        <p:tav tm="100000">
                                          <p:val>
                                            <p:strVal val="#ppt_x"/>
                                          </p:val>
                                        </p:tav>
                                      </p:tavLst>
                                    </p:anim>
                                    <p:anim calcmode="lin" valueType="num">
                                      <p:cBhvr>
                                        <p:cTn id="14" dur="2000" fill="hold"/>
                                        <p:tgtEl>
                                          <p:spTgt spid="7172">
                                            <p:txEl>
                                              <p:pRg st="1" end="1"/>
                                            </p:txEl>
                                          </p:spTgt>
                                        </p:tgtEl>
                                        <p:attrNameLst>
                                          <p:attrName>ppt_y</p:attrName>
                                        </p:attrNameLst>
                                      </p:cBhvr>
                                      <p:tavLst>
                                        <p:tav tm="0">
                                          <p:val>
                                            <p:strVal val="#ppt_y+.1"/>
                                          </p:val>
                                        </p:tav>
                                        <p:tav tm="100000">
                                          <p:val>
                                            <p:strVal val="#ppt_y"/>
                                          </p:val>
                                        </p:tav>
                                      </p:tavLst>
                                    </p:anim>
                                  </p:childTnLst>
                                </p:cTn>
                              </p:par>
                            </p:childTnLst>
                          </p:cTn>
                        </p:par>
                        <p:par>
                          <p:cTn id="15" fill="hold">
                            <p:stCondLst>
                              <p:cond delay="2000"/>
                            </p:stCondLst>
                            <p:childTnLst>
                              <p:par>
                                <p:cTn id="16" presetID="42" presetClass="entr" presetSubtype="0" fill="hold" nodeType="after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fade">
                                      <p:cBhvr>
                                        <p:cTn id="18" dur="2000"/>
                                        <p:tgtEl>
                                          <p:spTgt spid="4">
                                            <p:txEl>
                                              <p:pRg st="0" end="0"/>
                                            </p:txEl>
                                          </p:spTgt>
                                        </p:tgtEl>
                                      </p:cBhvr>
                                    </p:animEffect>
                                    <p:anim calcmode="lin" valueType="num">
                                      <p:cBhvr>
                                        <p:cTn id="19" dur="2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20" dur="2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par>
                          <p:cTn id="21" fill="hold">
                            <p:stCondLst>
                              <p:cond delay="4000"/>
                            </p:stCondLst>
                            <p:childTnLst>
                              <p:par>
                                <p:cTn id="22" presetID="42" presetClass="entr" presetSubtype="0" fill="hold" nodeType="afterEffect">
                                  <p:stCondLst>
                                    <p:cond delay="0"/>
                                  </p:stCondLst>
                                  <p:childTnLst>
                                    <p:set>
                                      <p:cBhvr>
                                        <p:cTn id="23" dur="1" fill="hold">
                                          <p:stCondLst>
                                            <p:cond delay="0"/>
                                          </p:stCondLst>
                                        </p:cTn>
                                        <p:tgtEl>
                                          <p:spTgt spid="7172">
                                            <p:txEl>
                                              <p:pRg st="4" end="4"/>
                                            </p:txEl>
                                          </p:spTgt>
                                        </p:tgtEl>
                                        <p:attrNameLst>
                                          <p:attrName>style.visibility</p:attrName>
                                        </p:attrNameLst>
                                      </p:cBhvr>
                                      <p:to>
                                        <p:strVal val="visible"/>
                                      </p:to>
                                    </p:set>
                                    <p:animEffect transition="in" filter="fade">
                                      <p:cBhvr>
                                        <p:cTn id="24" dur="2000"/>
                                        <p:tgtEl>
                                          <p:spTgt spid="7172">
                                            <p:txEl>
                                              <p:pRg st="4" end="4"/>
                                            </p:txEl>
                                          </p:spTgt>
                                        </p:tgtEl>
                                      </p:cBhvr>
                                    </p:animEffect>
                                    <p:anim calcmode="lin" valueType="num">
                                      <p:cBhvr>
                                        <p:cTn id="25" dur="2000" fill="hold"/>
                                        <p:tgtEl>
                                          <p:spTgt spid="7172">
                                            <p:txEl>
                                              <p:pRg st="4" end="4"/>
                                            </p:txEl>
                                          </p:spTgt>
                                        </p:tgtEl>
                                        <p:attrNameLst>
                                          <p:attrName>ppt_x</p:attrName>
                                        </p:attrNameLst>
                                      </p:cBhvr>
                                      <p:tavLst>
                                        <p:tav tm="0">
                                          <p:val>
                                            <p:strVal val="#ppt_x"/>
                                          </p:val>
                                        </p:tav>
                                        <p:tav tm="100000">
                                          <p:val>
                                            <p:strVal val="#ppt_x"/>
                                          </p:val>
                                        </p:tav>
                                      </p:tavLst>
                                    </p:anim>
                                    <p:anim calcmode="lin" valueType="num">
                                      <p:cBhvr>
                                        <p:cTn id="26" dur="2000" fill="hold"/>
                                        <p:tgtEl>
                                          <p:spTgt spid="7172">
                                            <p:txEl>
                                              <p:pRg st="4" end="4"/>
                                            </p:txEl>
                                          </p:spTgt>
                                        </p:tgtEl>
                                        <p:attrNameLst>
                                          <p:attrName>ppt_y</p:attrName>
                                        </p:attrNameLst>
                                      </p:cBhvr>
                                      <p:tavLst>
                                        <p:tav tm="0">
                                          <p:val>
                                            <p:strVal val="#ppt_y+.1"/>
                                          </p:val>
                                        </p:tav>
                                        <p:tav tm="100000">
                                          <p:val>
                                            <p:strVal val="#ppt_y"/>
                                          </p:val>
                                        </p:tav>
                                      </p:tavLst>
                                    </p:anim>
                                  </p:childTnLst>
                                </p:cTn>
                              </p:par>
                            </p:childTnLst>
                          </p:cTn>
                        </p:par>
                        <p:par>
                          <p:cTn id="27" fill="hold">
                            <p:stCondLst>
                              <p:cond delay="6000"/>
                            </p:stCondLst>
                            <p:childTnLst>
                              <p:par>
                                <p:cTn id="28" presetID="42" presetClass="entr" presetSubtype="0" fill="hold" nodeType="afterEffect">
                                  <p:stCondLst>
                                    <p:cond delay="0"/>
                                  </p:stCondLst>
                                  <p:childTnLst>
                                    <p:set>
                                      <p:cBhvr>
                                        <p:cTn id="29" dur="1" fill="hold">
                                          <p:stCondLst>
                                            <p:cond delay="0"/>
                                          </p:stCondLst>
                                        </p:cTn>
                                        <p:tgtEl>
                                          <p:spTgt spid="7172">
                                            <p:txEl>
                                              <p:pRg st="5" end="5"/>
                                            </p:txEl>
                                          </p:spTgt>
                                        </p:tgtEl>
                                        <p:attrNameLst>
                                          <p:attrName>style.visibility</p:attrName>
                                        </p:attrNameLst>
                                      </p:cBhvr>
                                      <p:to>
                                        <p:strVal val="visible"/>
                                      </p:to>
                                    </p:set>
                                    <p:animEffect transition="in" filter="fade">
                                      <p:cBhvr>
                                        <p:cTn id="30" dur="2000"/>
                                        <p:tgtEl>
                                          <p:spTgt spid="7172">
                                            <p:txEl>
                                              <p:pRg st="5" end="5"/>
                                            </p:txEl>
                                          </p:spTgt>
                                        </p:tgtEl>
                                      </p:cBhvr>
                                    </p:animEffect>
                                    <p:anim calcmode="lin" valueType="num">
                                      <p:cBhvr>
                                        <p:cTn id="31" dur="2000" fill="hold"/>
                                        <p:tgtEl>
                                          <p:spTgt spid="7172">
                                            <p:txEl>
                                              <p:pRg st="5" end="5"/>
                                            </p:txEl>
                                          </p:spTgt>
                                        </p:tgtEl>
                                        <p:attrNameLst>
                                          <p:attrName>ppt_x</p:attrName>
                                        </p:attrNameLst>
                                      </p:cBhvr>
                                      <p:tavLst>
                                        <p:tav tm="0">
                                          <p:val>
                                            <p:strVal val="#ppt_x"/>
                                          </p:val>
                                        </p:tav>
                                        <p:tav tm="100000">
                                          <p:val>
                                            <p:strVal val="#ppt_x"/>
                                          </p:val>
                                        </p:tav>
                                      </p:tavLst>
                                    </p:anim>
                                    <p:anim calcmode="lin" valueType="num">
                                      <p:cBhvr>
                                        <p:cTn id="32" dur="2000" fill="hold"/>
                                        <p:tgtEl>
                                          <p:spTgt spid="7172">
                                            <p:txEl>
                                              <p:pRg st="5" end="5"/>
                                            </p:txEl>
                                          </p:spTgt>
                                        </p:tgtEl>
                                        <p:attrNameLst>
                                          <p:attrName>ppt_y</p:attrName>
                                        </p:attrNameLst>
                                      </p:cBhvr>
                                      <p:tavLst>
                                        <p:tav tm="0">
                                          <p:val>
                                            <p:strVal val="#ppt_y+.1"/>
                                          </p:val>
                                        </p:tav>
                                        <p:tav tm="100000">
                                          <p:val>
                                            <p:strVal val="#ppt_y"/>
                                          </p:val>
                                        </p:tav>
                                      </p:tavLst>
                                    </p:anim>
                                  </p:childTnLst>
                                </p:cTn>
                              </p:par>
                            </p:childTnLst>
                          </p:cTn>
                        </p:par>
                        <p:par>
                          <p:cTn id="33" fill="hold">
                            <p:stCondLst>
                              <p:cond delay="8000"/>
                            </p:stCondLst>
                            <p:childTnLst>
                              <p:par>
                                <p:cTn id="34" presetID="42" presetClass="entr" presetSubtype="0" fill="hold" nodeType="afterEffect">
                                  <p:stCondLst>
                                    <p:cond delay="0"/>
                                  </p:stCondLst>
                                  <p:childTnLst>
                                    <p:set>
                                      <p:cBhvr>
                                        <p:cTn id="35" dur="1" fill="hold">
                                          <p:stCondLst>
                                            <p:cond delay="0"/>
                                          </p:stCondLst>
                                        </p:cTn>
                                        <p:tgtEl>
                                          <p:spTgt spid="7172">
                                            <p:txEl>
                                              <p:pRg st="6" end="6"/>
                                            </p:txEl>
                                          </p:spTgt>
                                        </p:tgtEl>
                                        <p:attrNameLst>
                                          <p:attrName>style.visibility</p:attrName>
                                        </p:attrNameLst>
                                      </p:cBhvr>
                                      <p:to>
                                        <p:strVal val="visible"/>
                                      </p:to>
                                    </p:set>
                                    <p:animEffect transition="in" filter="fade">
                                      <p:cBhvr>
                                        <p:cTn id="36" dur="2000"/>
                                        <p:tgtEl>
                                          <p:spTgt spid="7172">
                                            <p:txEl>
                                              <p:pRg st="6" end="6"/>
                                            </p:txEl>
                                          </p:spTgt>
                                        </p:tgtEl>
                                      </p:cBhvr>
                                    </p:animEffect>
                                    <p:anim calcmode="lin" valueType="num">
                                      <p:cBhvr>
                                        <p:cTn id="37" dur="2000" fill="hold"/>
                                        <p:tgtEl>
                                          <p:spTgt spid="7172">
                                            <p:txEl>
                                              <p:pRg st="6" end="6"/>
                                            </p:txEl>
                                          </p:spTgt>
                                        </p:tgtEl>
                                        <p:attrNameLst>
                                          <p:attrName>ppt_x</p:attrName>
                                        </p:attrNameLst>
                                      </p:cBhvr>
                                      <p:tavLst>
                                        <p:tav tm="0">
                                          <p:val>
                                            <p:strVal val="#ppt_x"/>
                                          </p:val>
                                        </p:tav>
                                        <p:tav tm="100000">
                                          <p:val>
                                            <p:strVal val="#ppt_x"/>
                                          </p:val>
                                        </p:tav>
                                      </p:tavLst>
                                    </p:anim>
                                    <p:anim calcmode="lin" valueType="num">
                                      <p:cBhvr>
                                        <p:cTn id="38" dur="2000" fill="hold"/>
                                        <p:tgtEl>
                                          <p:spTgt spid="7172">
                                            <p:txEl>
                                              <p:pRg st="6" end="6"/>
                                            </p:txEl>
                                          </p:spTgt>
                                        </p:tgtEl>
                                        <p:attrNameLst>
                                          <p:attrName>ppt_y</p:attrName>
                                        </p:attrNameLst>
                                      </p:cBhvr>
                                      <p:tavLst>
                                        <p:tav tm="0">
                                          <p:val>
                                            <p:strVal val="#ppt_y+.1"/>
                                          </p:val>
                                        </p:tav>
                                        <p:tav tm="100000">
                                          <p:val>
                                            <p:strVal val="#ppt_y"/>
                                          </p:val>
                                        </p:tav>
                                      </p:tavLst>
                                    </p:anim>
                                  </p:childTnLst>
                                </p:cTn>
                              </p:par>
                            </p:childTnLst>
                          </p:cTn>
                        </p:par>
                        <p:par>
                          <p:cTn id="39" fill="hold">
                            <p:stCondLst>
                              <p:cond delay="10000"/>
                            </p:stCondLst>
                            <p:childTnLst>
                              <p:par>
                                <p:cTn id="40" presetID="42" presetClass="entr" presetSubtype="0" fill="hold" nodeType="afterEffect">
                                  <p:stCondLst>
                                    <p:cond delay="0"/>
                                  </p:stCondLst>
                                  <p:childTnLst>
                                    <p:set>
                                      <p:cBhvr>
                                        <p:cTn id="41" dur="1" fill="hold">
                                          <p:stCondLst>
                                            <p:cond delay="0"/>
                                          </p:stCondLst>
                                        </p:cTn>
                                        <p:tgtEl>
                                          <p:spTgt spid="7172">
                                            <p:txEl>
                                              <p:pRg st="7" end="7"/>
                                            </p:txEl>
                                          </p:spTgt>
                                        </p:tgtEl>
                                        <p:attrNameLst>
                                          <p:attrName>style.visibility</p:attrName>
                                        </p:attrNameLst>
                                      </p:cBhvr>
                                      <p:to>
                                        <p:strVal val="visible"/>
                                      </p:to>
                                    </p:set>
                                    <p:animEffect transition="in" filter="fade">
                                      <p:cBhvr>
                                        <p:cTn id="42" dur="2000"/>
                                        <p:tgtEl>
                                          <p:spTgt spid="7172">
                                            <p:txEl>
                                              <p:pRg st="7" end="7"/>
                                            </p:txEl>
                                          </p:spTgt>
                                        </p:tgtEl>
                                      </p:cBhvr>
                                    </p:animEffect>
                                    <p:anim calcmode="lin" valueType="num">
                                      <p:cBhvr>
                                        <p:cTn id="43" dur="2000" fill="hold"/>
                                        <p:tgtEl>
                                          <p:spTgt spid="7172">
                                            <p:txEl>
                                              <p:pRg st="7" end="7"/>
                                            </p:txEl>
                                          </p:spTgt>
                                        </p:tgtEl>
                                        <p:attrNameLst>
                                          <p:attrName>ppt_x</p:attrName>
                                        </p:attrNameLst>
                                      </p:cBhvr>
                                      <p:tavLst>
                                        <p:tav tm="0">
                                          <p:val>
                                            <p:strVal val="#ppt_x"/>
                                          </p:val>
                                        </p:tav>
                                        <p:tav tm="100000">
                                          <p:val>
                                            <p:strVal val="#ppt_x"/>
                                          </p:val>
                                        </p:tav>
                                      </p:tavLst>
                                    </p:anim>
                                    <p:anim calcmode="lin" valueType="num">
                                      <p:cBhvr>
                                        <p:cTn id="44" dur="2000" fill="hold"/>
                                        <p:tgtEl>
                                          <p:spTgt spid="7172">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7172">
                                            <p:txEl>
                                              <p:pRg st="8" end="8"/>
                                            </p:txEl>
                                          </p:spTgt>
                                        </p:tgtEl>
                                        <p:attrNameLst>
                                          <p:attrName>style.visibility</p:attrName>
                                        </p:attrNameLst>
                                      </p:cBhvr>
                                      <p:to>
                                        <p:strVal val="visible"/>
                                      </p:to>
                                    </p:set>
                                    <p:animEffect transition="in" filter="fade">
                                      <p:cBhvr>
                                        <p:cTn id="47" dur="2000"/>
                                        <p:tgtEl>
                                          <p:spTgt spid="7172">
                                            <p:txEl>
                                              <p:pRg st="8" end="8"/>
                                            </p:txEl>
                                          </p:spTgt>
                                        </p:tgtEl>
                                      </p:cBhvr>
                                    </p:animEffect>
                                    <p:anim calcmode="lin" valueType="num">
                                      <p:cBhvr>
                                        <p:cTn id="48" dur="2000" fill="hold"/>
                                        <p:tgtEl>
                                          <p:spTgt spid="7172">
                                            <p:txEl>
                                              <p:pRg st="8" end="8"/>
                                            </p:txEl>
                                          </p:spTgt>
                                        </p:tgtEl>
                                        <p:attrNameLst>
                                          <p:attrName>ppt_x</p:attrName>
                                        </p:attrNameLst>
                                      </p:cBhvr>
                                      <p:tavLst>
                                        <p:tav tm="0">
                                          <p:val>
                                            <p:strVal val="#ppt_x"/>
                                          </p:val>
                                        </p:tav>
                                        <p:tav tm="100000">
                                          <p:val>
                                            <p:strVal val="#ppt_x"/>
                                          </p:val>
                                        </p:tav>
                                      </p:tavLst>
                                    </p:anim>
                                    <p:anim calcmode="lin" valueType="num">
                                      <p:cBhvr>
                                        <p:cTn id="49" dur="2000" fill="hold"/>
                                        <p:tgtEl>
                                          <p:spTgt spid="717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Rectangle 3"/>
          <p:cNvSpPr>
            <a:spLocks noGrp="1" noChangeArrowheads="1"/>
          </p:cNvSpPr>
          <p:nvPr>
            <p:ph type="body" idx="1"/>
          </p:nvPr>
        </p:nvSpPr>
        <p:spPr>
          <a:xfrm>
            <a:off x="228600" y="1104900"/>
            <a:ext cx="8763000" cy="5600700"/>
          </a:xfrm>
        </p:spPr>
        <p:txBody>
          <a:bodyPr/>
          <a:lstStyle/>
          <a:p>
            <a:pPr marL="346075" lvl="1" indent="-346075" algn="just" eaLnBrk="1" hangingPunct="1">
              <a:spcBef>
                <a:spcPts val="600"/>
              </a:spcBef>
              <a:spcAft>
                <a:spcPts val="0"/>
              </a:spcAft>
              <a:buClrTx/>
              <a:buSzPct val="125000"/>
              <a:buFont typeface="Tahoma" panose="020B0604030504040204" pitchFamily="34" charset="0"/>
              <a:buChar char="•"/>
            </a:pPr>
            <a:r>
              <a:rPr lang="en-US" sz="2400" dirty="0" smtClean="0">
                <a:solidFill>
                  <a:srgbClr val="000000"/>
                </a:solidFill>
                <a:latin typeface="Times New Roman" panose="02020603050405020304" pitchFamily="18" charset="0"/>
                <a:cs typeface="Times New Roman" panose="02020603050405020304" pitchFamily="18" charset="0"/>
              </a:rPr>
              <a:t>In </a:t>
            </a:r>
            <a:r>
              <a:rPr lang="en-US" sz="2400" dirty="0">
                <a:solidFill>
                  <a:srgbClr val="000000"/>
                </a:solidFill>
                <a:latin typeface="Times New Roman" panose="02020603050405020304" pitchFamily="18" charset="0"/>
                <a:cs typeface="Times New Roman" panose="02020603050405020304" pitchFamily="18" charset="0"/>
              </a:rPr>
              <a:t>general, an </a:t>
            </a:r>
            <a:r>
              <a:rPr lang="en-US" sz="2400" b="1" dirty="0">
                <a:solidFill>
                  <a:srgbClr val="FF0000"/>
                </a:solidFill>
                <a:latin typeface="Times New Roman" panose="02020603050405020304" pitchFamily="18" charset="0"/>
                <a:cs typeface="Times New Roman" panose="02020603050405020304" pitchFamily="18" charset="0"/>
              </a:rPr>
              <a:t>instance of </a:t>
            </a:r>
            <a:r>
              <a:rPr lang="en-US" sz="2400" dirty="0">
                <a:latin typeface="Times New Roman" panose="02020603050405020304" pitchFamily="18" charset="0"/>
                <a:cs typeface="Times New Roman" panose="02020603050405020304" pitchFamily="18" charset="0"/>
              </a:rPr>
              <a:t>a</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smtClean="0">
                <a:solidFill>
                  <a:srgbClr val="FF0000"/>
                </a:solidFill>
                <a:latin typeface="Times New Roman" panose="02020603050405020304" pitchFamily="18" charset="0"/>
                <a:cs typeface="Times New Roman" panose="02020603050405020304" pitchFamily="18" charset="0"/>
              </a:rPr>
              <a:t>problem</a:t>
            </a:r>
            <a:r>
              <a:rPr lang="en-US" sz="2400" dirty="0" smtClean="0">
                <a:solidFill>
                  <a:srgbClr val="000000"/>
                </a:solidFill>
                <a:latin typeface="Times New Roman" panose="02020603050405020304" pitchFamily="18" charset="0"/>
                <a:cs typeface="Times New Roman" panose="02020603050405020304" pitchFamily="18" charset="0"/>
              </a:rPr>
              <a:t> consists </a:t>
            </a:r>
            <a:r>
              <a:rPr lang="en-US" sz="2400" dirty="0">
                <a:solidFill>
                  <a:srgbClr val="000000"/>
                </a:solidFill>
                <a:latin typeface="Times New Roman" panose="02020603050405020304" pitchFamily="18" charset="0"/>
                <a:cs typeface="Times New Roman" panose="02020603050405020304" pitchFamily="18" charset="0"/>
              </a:rPr>
              <a:t>of the input (satisfying whatever constraints are imposed in the </a:t>
            </a:r>
            <a:r>
              <a:rPr lang="en-US" sz="2400" dirty="0" smtClean="0">
                <a:solidFill>
                  <a:srgbClr val="000000"/>
                </a:solidFill>
                <a:latin typeface="Times New Roman" panose="02020603050405020304" pitchFamily="18" charset="0"/>
                <a:cs typeface="Times New Roman" panose="02020603050405020304" pitchFamily="18" charset="0"/>
              </a:rPr>
              <a:t>problem statement</a:t>
            </a:r>
            <a:r>
              <a:rPr lang="en-US" sz="2400" dirty="0">
                <a:solidFill>
                  <a:srgbClr val="000000"/>
                </a:solidFill>
                <a:latin typeface="Times New Roman" panose="02020603050405020304" pitchFamily="18" charset="0"/>
                <a:cs typeface="Times New Roman" panose="02020603050405020304" pitchFamily="18" charset="0"/>
              </a:rPr>
              <a:t>) needed to compute a solution to the problem</a:t>
            </a:r>
            <a:r>
              <a:rPr lang="en-US" sz="2400" dirty="0" smtClean="0">
                <a:solidFill>
                  <a:srgbClr val="000000"/>
                </a:solidFill>
                <a:latin typeface="Times New Roman" panose="02020603050405020304" pitchFamily="18" charset="0"/>
                <a:cs typeface="Times New Roman" panose="02020603050405020304" pitchFamily="18" charset="0"/>
              </a:rPr>
              <a:t>.</a:t>
            </a:r>
          </a:p>
          <a:p>
            <a:pPr marL="346075" lvl="1" indent="-346075" algn="just" eaLnBrk="1" hangingPunct="1">
              <a:spcBef>
                <a:spcPts val="1800"/>
              </a:spcBef>
              <a:spcAft>
                <a:spcPts val="0"/>
              </a:spcAft>
              <a:buClrTx/>
              <a:buSzPct val="125000"/>
              <a:buFont typeface="Tahoma" panose="020B0604030504040204" pitchFamily="34" charset="0"/>
              <a:buChar char="•"/>
            </a:pPr>
            <a:r>
              <a:rPr lang="en-US" sz="2400" dirty="0">
                <a:latin typeface="Times New Roman" panose="02020603050405020304" pitchFamily="18" charset="0"/>
                <a:cs typeface="Times New Roman" panose="02020603050405020304" pitchFamily="18" charset="0"/>
              </a:rPr>
              <a:t>Sorting is a fundamental operation in computer science (many programs use </a:t>
            </a:r>
            <a:r>
              <a:rPr lang="en-US" sz="2400" dirty="0" smtClean="0">
                <a:latin typeface="Times New Roman" panose="02020603050405020304" pitchFamily="18" charset="0"/>
                <a:cs typeface="Times New Roman" panose="02020603050405020304" pitchFamily="18" charset="0"/>
              </a:rPr>
              <a:t>it as </a:t>
            </a:r>
            <a:r>
              <a:rPr lang="en-US" sz="2400" dirty="0">
                <a:latin typeface="Times New Roman" panose="02020603050405020304" pitchFamily="18" charset="0"/>
                <a:cs typeface="Times New Roman" panose="02020603050405020304" pitchFamily="18" charset="0"/>
              </a:rPr>
              <a:t>an intermediate step</a:t>
            </a:r>
            <a:r>
              <a:rPr lang="en-US" sz="2400" dirty="0" smtClean="0">
                <a:latin typeface="Times New Roman" panose="02020603050405020304" pitchFamily="18" charset="0"/>
                <a:cs typeface="Times New Roman" panose="02020603050405020304" pitchFamily="18" charset="0"/>
              </a:rPr>
              <a:t>)</a:t>
            </a:r>
          </a:p>
          <a:p>
            <a:pPr marL="346075" lvl="1" indent="-346075" algn="just" eaLnBrk="1" hangingPunct="1">
              <a:spcBef>
                <a:spcPts val="1800"/>
              </a:spcBef>
              <a:spcAft>
                <a:spcPts val="0"/>
              </a:spcAft>
              <a:buClrTx/>
              <a:buSzPct val="125000"/>
              <a:buFont typeface="Tahoma" panose="020B0604030504040204" pitchFamily="34" charset="0"/>
              <a:buChar char="•"/>
            </a:pPr>
            <a:r>
              <a:rPr lang="en-US" sz="2400" dirty="0">
                <a:latin typeface="Times New Roman" panose="02020603050405020304" pitchFamily="18" charset="0"/>
                <a:cs typeface="Times New Roman" panose="02020603050405020304" pitchFamily="18" charset="0"/>
              </a:rPr>
              <a:t>As a result a large number of good sorting algorithms have been developed</a:t>
            </a:r>
            <a:r>
              <a:rPr lang="en-US" sz="2400" dirty="0" smtClean="0">
                <a:latin typeface="Times New Roman" panose="02020603050405020304" pitchFamily="18" charset="0"/>
                <a:cs typeface="Times New Roman" panose="02020603050405020304" pitchFamily="18" charset="0"/>
              </a:rPr>
              <a:t>. These algorithms such as:</a:t>
            </a:r>
          </a:p>
          <a:p>
            <a:pPr marL="746125" lvl="2" indent="-346075" algn="just" eaLnBrk="1" hangingPunct="1">
              <a:spcBef>
                <a:spcPts val="600"/>
              </a:spcBef>
              <a:spcAft>
                <a:spcPts val="0"/>
              </a:spcAft>
              <a:buClrTx/>
              <a:buSzPct val="100000"/>
              <a:buFont typeface="+mj-lt"/>
              <a:buAutoNum type="arabicPeriod"/>
            </a:pPr>
            <a:r>
              <a:rPr lang="fr-FR" sz="2000" dirty="0" err="1">
                <a:latin typeface="Times New Roman" panose="02020603050405020304" pitchFamily="18" charset="0"/>
                <a:cs typeface="Times New Roman" panose="02020603050405020304" pitchFamily="18" charset="0"/>
              </a:rPr>
              <a:t>Selection</a:t>
            </a:r>
            <a:r>
              <a:rPr lang="fr-FR" sz="2000" dirty="0">
                <a:latin typeface="Times New Roman" panose="02020603050405020304" pitchFamily="18" charset="0"/>
                <a:cs typeface="Times New Roman" panose="02020603050405020304" pitchFamily="18" charset="0"/>
              </a:rPr>
              <a:t> sort</a:t>
            </a:r>
          </a:p>
          <a:p>
            <a:pPr marL="746125" lvl="2" indent="-346075" algn="just" eaLnBrk="1" hangingPunct="1">
              <a:spcBef>
                <a:spcPts val="600"/>
              </a:spcBef>
              <a:spcAft>
                <a:spcPts val="0"/>
              </a:spcAft>
              <a:buClrTx/>
              <a:buSzPct val="100000"/>
              <a:buFont typeface="+mj-lt"/>
              <a:buAutoNum type="arabicPeriod"/>
            </a:pPr>
            <a:r>
              <a:rPr lang="fr-FR" sz="2000" dirty="0">
                <a:latin typeface="Times New Roman" panose="02020603050405020304" pitchFamily="18" charset="0"/>
                <a:cs typeface="Times New Roman" panose="02020603050405020304" pitchFamily="18" charset="0"/>
              </a:rPr>
              <a:t>Insertion </a:t>
            </a:r>
            <a:r>
              <a:rPr lang="fr-FR" sz="2000" dirty="0" smtClean="0">
                <a:latin typeface="Times New Roman" panose="02020603050405020304" pitchFamily="18" charset="0"/>
                <a:cs typeface="Times New Roman" panose="02020603050405020304" pitchFamily="18" charset="0"/>
              </a:rPr>
              <a:t>sort</a:t>
            </a:r>
          </a:p>
          <a:p>
            <a:pPr marL="746125" lvl="2" indent="-346075" algn="just" eaLnBrk="1" hangingPunct="1">
              <a:spcBef>
                <a:spcPts val="600"/>
              </a:spcBef>
              <a:spcAft>
                <a:spcPts val="0"/>
              </a:spcAft>
              <a:buClrTx/>
              <a:buSzPct val="100000"/>
              <a:buFont typeface="+mj-lt"/>
              <a:buAutoNum type="arabicPeriod"/>
            </a:pPr>
            <a:r>
              <a:rPr lang="fr-FR" sz="2000" dirty="0" err="1" smtClean="0">
                <a:latin typeface="Times New Roman" panose="02020603050405020304" pitchFamily="18" charset="0"/>
                <a:cs typeface="Times New Roman" panose="02020603050405020304" pitchFamily="18" charset="0"/>
              </a:rPr>
              <a:t>Bubble</a:t>
            </a:r>
            <a:r>
              <a:rPr lang="fr-FR" sz="2000" dirty="0" smtClean="0">
                <a:latin typeface="Times New Roman" panose="02020603050405020304" pitchFamily="18" charset="0"/>
                <a:cs typeface="Times New Roman" panose="02020603050405020304" pitchFamily="18" charset="0"/>
              </a:rPr>
              <a:t> sort</a:t>
            </a:r>
            <a:endParaRPr lang="fr-FR" sz="2000" dirty="0">
              <a:latin typeface="Times New Roman" panose="02020603050405020304" pitchFamily="18" charset="0"/>
              <a:cs typeface="Times New Roman" panose="02020603050405020304" pitchFamily="18" charset="0"/>
            </a:endParaRPr>
          </a:p>
          <a:p>
            <a:pPr marL="746125" lvl="2" indent="-346075" algn="just" eaLnBrk="1" hangingPunct="1">
              <a:spcBef>
                <a:spcPts val="600"/>
              </a:spcBef>
              <a:spcAft>
                <a:spcPts val="0"/>
              </a:spcAft>
              <a:buClrTx/>
              <a:buSzPct val="100000"/>
              <a:buFont typeface="+mj-lt"/>
              <a:buAutoNum type="arabicPeriod"/>
            </a:pPr>
            <a:r>
              <a:rPr lang="fr-FR" sz="2000" dirty="0" err="1">
                <a:latin typeface="Times New Roman" panose="02020603050405020304" pitchFamily="18" charset="0"/>
                <a:cs typeface="Times New Roman" panose="02020603050405020304" pitchFamily="18" charset="0"/>
              </a:rPr>
              <a:t>Merge</a:t>
            </a:r>
            <a:r>
              <a:rPr lang="fr-FR" sz="2000" dirty="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sort</a:t>
            </a:r>
            <a:endParaRPr lang="fr-FR" sz="2000"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type="title"/>
          </p:nvPr>
        </p:nvSpPr>
        <p:spPr>
          <a:xfrm>
            <a:off x="406400" y="266700"/>
            <a:ext cx="8509000" cy="590550"/>
          </a:xfrm>
        </p:spPr>
        <p:txBody>
          <a:bodyPr/>
          <a:lstStyle/>
          <a:p>
            <a:pPr eaLnBrk="1" hangingPunct="1"/>
            <a:r>
              <a:rPr lang="en-US" sz="3600" b="1" dirty="0" smtClean="0"/>
              <a:t>1.1) What is an Algorithm?</a:t>
            </a:r>
            <a:endParaRPr lang="en-CA" sz="3600" b="1" dirty="0" smtClean="0"/>
          </a:p>
        </p:txBody>
      </p:sp>
    </p:spTree>
    <p:extLst>
      <p:ext uri="{BB962C8B-B14F-4D97-AF65-F5344CB8AC3E}">
        <p14:creationId xmlns:p14="http://schemas.microsoft.com/office/powerpoint/2010/main" val="456996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fade">
                                      <p:cBhvr>
                                        <p:cTn id="7" dur="2000"/>
                                        <p:tgtEl>
                                          <p:spTgt spid="7172">
                                            <p:txEl>
                                              <p:pRg st="0" end="0"/>
                                            </p:txEl>
                                          </p:spTgt>
                                        </p:tgtEl>
                                      </p:cBhvr>
                                    </p:animEffect>
                                    <p:anim calcmode="lin" valueType="num">
                                      <p:cBhvr>
                                        <p:cTn id="8" dur="2000" fill="hold"/>
                                        <p:tgtEl>
                                          <p:spTgt spid="7172">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7172">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0"/>
                                  </p:stCondLst>
                                  <p:childTnLst>
                                    <p:set>
                                      <p:cBhvr>
                                        <p:cTn id="12" dur="1" fill="hold">
                                          <p:stCondLst>
                                            <p:cond delay="0"/>
                                          </p:stCondLst>
                                        </p:cTn>
                                        <p:tgtEl>
                                          <p:spTgt spid="7172">
                                            <p:txEl>
                                              <p:pRg st="1" end="1"/>
                                            </p:txEl>
                                          </p:spTgt>
                                        </p:tgtEl>
                                        <p:attrNameLst>
                                          <p:attrName>style.visibility</p:attrName>
                                        </p:attrNameLst>
                                      </p:cBhvr>
                                      <p:to>
                                        <p:strVal val="visible"/>
                                      </p:to>
                                    </p:set>
                                    <p:animEffect transition="in" filter="fade">
                                      <p:cBhvr>
                                        <p:cTn id="13" dur="2000"/>
                                        <p:tgtEl>
                                          <p:spTgt spid="7172">
                                            <p:txEl>
                                              <p:pRg st="1" end="1"/>
                                            </p:txEl>
                                          </p:spTgt>
                                        </p:tgtEl>
                                      </p:cBhvr>
                                    </p:animEffect>
                                    <p:anim calcmode="lin" valueType="num">
                                      <p:cBhvr>
                                        <p:cTn id="14" dur="2000" fill="hold"/>
                                        <p:tgtEl>
                                          <p:spTgt spid="7172">
                                            <p:txEl>
                                              <p:pRg st="1" end="1"/>
                                            </p:txEl>
                                          </p:spTgt>
                                        </p:tgtEl>
                                        <p:attrNameLst>
                                          <p:attrName>ppt_x</p:attrName>
                                        </p:attrNameLst>
                                      </p:cBhvr>
                                      <p:tavLst>
                                        <p:tav tm="0">
                                          <p:val>
                                            <p:strVal val="#ppt_x"/>
                                          </p:val>
                                        </p:tav>
                                        <p:tav tm="100000">
                                          <p:val>
                                            <p:strVal val="#ppt_x"/>
                                          </p:val>
                                        </p:tav>
                                      </p:tavLst>
                                    </p:anim>
                                    <p:anim calcmode="lin" valueType="num">
                                      <p:cBhvr>
                                        <p:cTn id="15" dur="2000" fill="hold"/>
                                        <p:tgtEl>
                                          <p:spTgt spid="7172">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4000"/>
                            </p:stCondLst>
                            <p:childTnLst>
                              <p:par>
                                <p:cTn id="17" presetID="42" presetClass="entr" presetSubtype="0" fill="hold" nodeType="afterEffect">
                                  <p:stCondLst>
                                    <p:cond delay="0"/>
                                  </p:stCondLst>
                                  <p:childTnLst>
                                    <p:set>
                                      <p:cBhvr>
                                        <p:cTn id="18" dur="1" fill="hold">
                                          <p:stCondLst>
                                            <p:cond delay="0"/>
                                          </p:stCondLst>
                                        </p:cTn>
                                        <p:tgtEl>
                                          <p:spTgt spid="7172">
                                            <p:txEl>
                                              <p:pRg st="2" end="2"/>
                                            </p:txEl>
                                          </p:spTgt>
                                        </p:tgtEl>
                                        <p:attrNameLst>
                                          <p:attrName>style.visibility</p:attrName>
                                        </p:attrNameLst>
                                      </p:cBhvr>
                                      <p:to>
                                        <p:strVal val="visible"/>
                                      </p:to>
                                    </p:set>
                                    <p:animEffect transition="in" filter="fade">
                                      <p:cBhvr>
                                        <p:cTn id="19" dur="2000"/>
                                        <p:tgtEl>
                                          <p:spTgt spid="7172">
                                            <p:txEl>
                                              <p:pRg st="2" end="2"/>
                                            </p:txEl>
                                          </p:spTgt>
                                        </p:tgtEl>
                                      </p:cBhvr>
                                    </p:animEffect>
                                    <p:anim calcmode="lin" valueType="num">
                                      <p:cBhvr>
                                        <p:cTn id="20" dur="2000" fill="hold"/>
                                        <p:tgtEl>
                                          <p:spTgt spid="7172">
                                            <p:txEl>
                                              <p:pRg st="2" end="2"/>
                                            </p:txEl>
                                          </p:spTgt>
                                        </p:tgtEl>
                                        <p:attrNameLst>
                                          <p:attrName>ppt_x</p:attrName>
                                        </p:attrNameLst>
                                      </p:cBhvr>
                                      <p:tavLst>
                                        <p:tav tm="0">
                                          <p:val>
                                            <p:strVal val="#ppt_x"/>
                                          </p:val>
                                        </p:tav>
                                        <p:tav tm="100000">
                                          <p:val>
                                            <p:strVal val="#ppt_x"/>
                                          </p:val>
                                        </p:tav>
                                      </p:tavLst>
                                    </p:anim>
                                    <p:anim calcmode="lin" valueType="num">
                                      <p:cBhvr>
                                        <p:cTn id="21" dur="2000" fill="hold"/>
                                        <p:tgtEl>
                                          <p:spTgt spid="717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6" presetClass="entr" presetSubtype="0" fill="hold" nodeType="clickEffect">
                                  <p:stCondLst>
                                    <p:cond delay="0"/>
                                  </p:stCondLst>
                                  <p:childTnLst>
                                    <p:set>
                                      <p:cBhvr>
                                        <p:cTn id="25" dur="1" fill="hold">
                                          <p:stCondLst>
                                            <p:cond delay="0"/>
                                          </p:stCondLst>
                                        </p:cTn>
                                        <p:tgtEl>
                                          <p:spTgt spid="7172">
                                            <p:txEl>
                                              <p:pRg st="3" end="3"/>
                                            </p:txEl>
                                          </p:spTgt>
                                        </p:tgtEl>
                                        <p:attrNameLst>
                                          <p:attrName>style.visibility</p:attrName>
                                        </p:attrNameLst>
                                      </p:cBhvr>
                                      <p:to>
                                        <p:strVal val="visible"/>
                                      </p:to>
                                    </p:set>
                                    <p:animEffect transition="in" filter="wipe(down)">
                                      <p:cBhvr>
                                        <p:cTn id="26" dur="580">
                                          <p:stCondLst>
                                            <p:cond delay="0"/>
                                          </p:stCondLst>
                                        </p:cTn>
                                        <p:tgtEl>
                                          <p:spTgt spid="7172">
                                            <p:txEl>
                                              <p:pRg st="3" end="3"/>
                                            </p:txEl>
                                          </p:spTgt>
                                        </p:tgtEl>
                                      </p:cBhvr>
                                    </p:animEffect>
                                    <p:anim calcmode="lin" valueType="num">
                                      <p:cBhvr>
                                        <p:cTn id="27" dur="1822" tmFilter="0,0; 0.14,0.36; 0.43,0.73; 0.71,0.91; 1.0,1.0">
                                          <p:stCondLst>
                                            <p:cond delay="0"/>
                                          </p:stCondLst>
                                        </p:cTn>
                                        <p:tgtEl>
                                          <p:spTgt spid="7172">
                                            <p:txEl>
                                              <p:pRg st="3" end="3"/>
                                            </p:txEl>
                                          </p:spTgt>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7172">
                                            <p:txEl>
                                              <p:pRg st="3" end="3"/>
                                            </p:txEl>
                                          </p:spTgt>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7172">
                                            <p:txEl>
                                              <p:pRg st="3" end="3"/>
                                            </p:txEl>
                                          </p:spTgt>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7172">
                                            <p:txEl>
                                              <p:pRg st="3" end="3"/>
                                            </p:txEl>
                                          </p:spTgt>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7172">
                                            <p:txEl>
                                              <p:pRg st="3" end="3"/>
                                            </p:txEl>
                                          </p:spTgt>
                                        </p:tgtEl>
                                        <p:attrNameLst>
                                          <p:attrName>ppt_y</p:attrName>
                                        </p:attrNameLst>
                                      </p:cBhvr>
                                      <p:tavLst>
                                        <p:tav tm="0" fmla="#ppt_y-sin(pi*$)/81">
                                          <p:val>
                                            <p:fltVal val="0"/>
                                          </p:val>
                                        </p:tav>
                                        <p:tav tm="100000">
                                          <p:val>
                                            <p:fltVal val="1"/>
                                          </p:val>
                                        </p:tav>
                                      </p:tavLst>
                                    </p:anim>
                                    <p:animScale>
                                      <p:cBhvr>
                                        <p:cTn id="32" dur="26">
                                          <p:stCondLst>
                                            <p:cond delay="650"/>
                                          </p:stCondLst>
                                        </p:cTn>
                                        <p:tgtEl>
                                          <p:spTgt spid="7172">
                                            <p:txEl>
                                              <p:pRg st="3" end="3"/>
                                            </p:txEl>
                                          </p:spTgt>
                                        </p:tgtEl>
                                      </p:cBhvr>
                                      <p:to x="100000" y="60000"/>
                                    </p:animScale>
                                    <p:animScale>
                                      <p:cBhvr>
                                        <p:cTn id="33" dur="166" decel="50000">
                                          <p:stCondLst>
                                            <p:cond delay="676"/>
                                          </p:stCondLst>
                                        </p:cTn>
                                        <p:tgtEl>
                                          <p:spTgt spid="7172">
                                            <p:txEl>
                                              <p:pRg st="3" end="3"/>
                                            </p:txEl>
                                          </p:spTgt>
                                        </p:tgtEl>
                                      </p:cBhvr>
                                      <p:to x="100000" y="100000"/>
                                    </p:animScale>
                                    <p:animScale>
                                      <p:cBhvr>
                                        <p:cTn id="34" dur="26">
                                          <p:stCondLst>
                                            <p:cond delay="1312"/>
                                          </p:stCondLst>
                                        </p:cTn>
                                        <p:tgtEl>
                                          <p:spTgt spid="7172">
                                            <p:txEl>
                                              <p:pRg st="3" end="3"/>
                                            </p:txEl>
                                          </p:spTgt>
                                        </p:tgtEl>
                                      </p:cBhvr>
                                      <p:to x="100000" y="80000"/>
                                    </p:animScale>
                                    <p:animScale>
                                      <p:cBhvr>
                                        <p:cTn id="35" dur="166" decel="50000">
                                          <p:stCondLst>
                                            <p:cond delay="1338"/>
                                          </p:stCondLst>
                                        </p:cTn>
                                        <p:tgtEl>
                                          <p:spTgt spid="7172">
                                            <p:txEl>
                                              <p:pRg st="3" end="3"/>
                                            </p:txEl>
                                          </p:spTgt>
                                        </p:tgtEl>
                                      </p:cBhvr>
                                      <p:to x="100000" y="100000"/>
                                    </p:animScale>
                                    <p:animScale>
                                      <p:cBhvr>
                                        <p:cTn id="36" dur="26">
                                          <p:stCondLst>
                                            <p:cond delay="1642"/>
                                          </p:stCondLst>
                                        </p:cTn>
                                        <p:tgtEl>
                                          <p:spTgt spid="7172">
                                            <p:txEl>
                                              <p:pRg st="3" end="3"/>
                                            </p:txEl>
                                          </p:spTgt>
                                        </p:tgtEl>
                                      </p:cBhvr>
                                      <p:to x="100000" y="90000"/>
                                    </p:animScale>
                                    <p:animScale>
                                      <p:cBhvr>
                                        <p:cTn id="37" dur="166" decel="50000">
                                          <p:stCondLst>
                                            <p:cond delay="1668"/>
                                          </p:stCondLst>
                                        </p:cTn>
                                        <p:tgtEl>
                                          <p:spTgt spid="7172">
                                            <p:txEl>
                                              <p:pRg st="3" end="3"/>
                                            </p:txEl>
                                          </p:spTgt>
                                        </p:tgtEl>
                                      </p:cBhvr>
                                      <p:to x="100000" y="100000"/>
                                    </p:animScale>
                                    <p:animScale>
                                      <p:cBhvr>
                                        <p:cTn id="38" dur="26">
                                          <p:stCondLst>
                                            <p:cond delay="1808"/>
                                          </p:stCondLst>
                                        </p:cTn>
                                        <p:tgtEl>
                                          <p:spTgt spid="7172">
                                            <p:txEl>
                                              <p:pRg st="3" end="3"/>
                                            </p:txEl>
                                          </p:spTgt>
                                        </p:tgtEl>
                                      </p:cBhvr>
                                      <p:to x="100000" y="95000"/>
                                    </p:animScale>
                                    <p:animScale>
                                      <p:cBhvr>
                                        <p:cTn id="39" dur="166" decel="50000">
                                          <p:stCondLst>
                                            <p:cond delay="1834"/>
                                          </p:stCondLst>
                                        </p:cTn>
                                        <p:tgtEl>
                                          <p:spTgt spid="7172">
                                            <p:txEl>
                                              <p:pRg st="3" end="3"/>
                                            </p:txEl>
                                          </p:spTgt>
                                        </p:tgtEl>
                                      </p:cBhvr>
                                      <p:to x="100000" y="100000"/>
                                    </p:animScale>
                                  </p:childTnLst>
                                </p:cTn>
                              </p:par>
                            </p:childTnLst>
                          </p:cTn>
                        </p:par>
                        <p:par>
                          <p:cTn id="40" fill="hold">
                            <p:stCondLst>
                              <p:cond delay="2000"/>
                            </p:stCondLst>
                            <p:childTnLst>
                              <p:par>
                                <p:cTn id="41" presetID="26" presetClass="entr" presetSubtype="0" fill="hold" nodeType="afterEffect">
                                  <p:stCondLst>
                                    <p:cond delay="0"/>
                                  </p:stCondLst>
                                  <p:childTnLst>
                                    <p:set>
                                      <p:cBhvr>
                                        <p:cTn id="42" dur="1" fill="hold">
                                          <p:stCondLst>
                                            <p:cond delay="0"/>
                                          </p:stCondLst>
                                        </p:cTn>
                                        <p:tgtEl>
                                          <p:spTgt spid="7172">
                                            <p:txEl>
                                              <p:pRg st="4" end="4"/>
                                            </p:txEl>
                                          </p:spTgt>
                                        </p:tgtEl>
                                        <p:attrNameLst>
                                          <p:attrName>style.visibility</p:attrName>
                                        </p:attrNameLst>
                                      </p:cBhvr>
                                      <p:to>
                                        <p:strVal val="visible"/>
                                      </p:to>
                                    </p:set>
                                    <p:animEffect transition="in" filter="wipe(down)">
                                      <p:cBhvr>
                                        <p:cTn id="43" dur="580">
                                          <p:stCondLst>
                                            <p:cond delay="0"/>
                                          </p:stCondLst>
                                        </p:cTn>
                                        <p:tgtEl>
                                          <p:spTgt spid="7172">
                                            <p:txEl>
                                              <p:pRg st="4" end="4"/>
                                            </p:txEl>
                                          </p:spTgt>
                                        </p:tgtEl>
                                      </p:cBhvr>
                                    </p:animEffect>
                                    <p:anim calcmode="lin" valueType="num">
                                      <p:cBhvr>
                                        <p:cTn id="44" dur="1822" tmFilter="0,0; 0.14,0.36; 0.43,0.73; 0.71,0.91; 1.0,1.0">
                                          <p:stCondLst>
                                            <p:cond delay="0"/>
                                          </p:stCondLst>
                                        </p:cTn>
                                        <p:tgtEl>
                                          <p:spTgt spid="7172">
                                            <p:txEl>
                                              <p:pRg st="4" end="4"/>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7172">
                                            <p:txEl>
                                              <p:pRg st="4" end="4"/>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7172">
                                            <p:txEl>
                                              <p:pRg st="4" end="4"/>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7172">
                                            <p:txEl>
                                              <p:pRg st="4" end="4"/>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7172">
                                            <p:txEl>
                                              <p:pRg st="4" end="4"/>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7172">
                                            <p:txEl>
                                              <p:pRg st="4" end="4"/>
                                            </p:txEl>
                                          </p:spTgt>
                                        </p:tgtEl>
                                      </p:cBhvr>
                                      <p:to x="100000" y="60000"/>
                                    </p:animScale>
                                    <p:animScale>
                                      <p:cBhvr>
                                        <p:cTn id="50" dur="166" decel="50000">
                                          <p:stCondLst>
                                            <p:cond delay="676"/>
                                          </p:stCondLst>
                                        </p:cTn>
                                        <p:tgtEl>
                                          <p:spTgt spid="7172">
                                            <p:txEl>
                                              <p:pRg st="4" end="4"/>
                                            </p:txEl>
                                          </p:spTgt>
                                        </p:tgtEl>
                                      </p:cBhvr>
                                      <p:to x="100000" y="100000"/>
                                    </p:animScale>
                                    <p:animScale>
                                      <p:cBhvr>
                                        <p:cTn id="51" dur="26">
                                          <p:stCondLst>
                                            <p:cond delay="1312"/>
                                          </p:stCondLst>
                                        </p:cTn>
                                        <p:tgtEl>
                                          <p:spTgt spid="7172">
                                            <p:txEl>
                                              <p:pRg st="4" end="4"/>
                                            </p:txEl>
                                          </p:spTgt>
                                        </p:tgtEl>
                                      </p:cBhvr>
                                      <p:to x="100000" y="80000"/>
                                    </p:animScale>
                                    <p:animScale>
                                      <p:cBhvr>
                                        <p:cTn id="52" dur="166" decel="50000">
                                          <p:stCondLst>
                                            <p:cond delay="1338"/>
                                          </p:stCondLst>
                                        </p:cTn>
                                        <p:tgtEl>
                                          <p:spTgt spid="7172">
                                            <p:txEl>
                                              <p:pRg st="4" end="4"/>
                                            </p:txEl>
                                          </p:spTgt>
                                        </p:tgtEl>
                                      </p:cBhvr>
                                      <p:to x="100000" y="100000"/>
                                    </p:animScale>
                                    <p:animScale>
                                      <p:cBhvr>
                                        <p:cTn id="53" dur="26">
                                          <p:stCondLst>
                                            <p:cond delay="1642"/>
                                          </p:stCondLst>
                                        </p:cTn>
                                        <p:tgtEl>
                                          <p:spTgt spid="7172">
                                            <p:txEl>
                                              <p:pRg st="4" end="4"/>
                                            </p:txEl>
                                          </p:spTgt>
                                        </p:tgtEl>
                                      </p:cBhvr>
                                      <p:to x="100000" y="90000"/>
                                    </p:animScale>
                                    <p:animScale>
                                      <p:cBhvr>
                                        <p:cTn id="54" dur="166" decel="50000">
                                          <p:stCondLst>
                                            <p:cond delay="1668"/>
                                          </p:stCondLst>
                                        </p:cTn>
                                        <p:tgtEl>
                                          <p:spTgt spid="7172">
                                            <p:txEl>
                                              <p:pRg st="4" end="4"/>
                                            </p:txEl>
                                          </p:spTgt>
                                        </p:tgtEl>
                                      </p:cBhvr>
                                      <p:to x="100000" y="100000"/>
                                    </p:animScale>
                                    <p:animScale>
                                      <p:cBhvr>
                                        <p:cTn id="55" dur="26">
                                          <p:stCondLst>
                                            <p:cond delay="1808"/>
                                          </p:stCondLst>
                                        </p:cTn>
                                        <p:tgtEl>
                                          <p:spTgt spid="7172">
                                            <p:txEl>
                                              <p:pRg st="4" end="4"/>
                                            </p:txEl>
                                          </p:spTgt>
                                        </p:tgtEl>
                                      </p:cBhvr>
                                      <p:to x="100000" y="95000"/>
                                    </p:animScale>
                                    <p:animScale>
                                      <p:cBhvr>
                                        <p:cTn id="56" dur="166" decel="50000">
                                          <p:stCondLst>
                                            <p:cond delay="1834"/>
                                          </p:stCondLst>
                                        </p:cTn>
                                        <p:tgtEl>
                                          <p:spTgt spid="7172">
                                            <p:txEl>
                                              <p:pRg st="4" end="4"/>
                                            </p:txEl>
                                          </p:spTgt>
                                        </p:tgtEl>
                                      </p:cBhvr>
                                      <p:to x="100000" y="100000"/>
                                    </p:animScale>
                                  </p:childTnLst>
                                </p:cTn>
                              </p:par>
                            </p:childTnLst>
                          </p:cTn>
                        </p:par>
                        <p:par>
                          <p:cTn id="57" fill="hold">
                            <p:stCondLst>
                              <p:cond delay="4000"/>
                            </p:stCondLst>
                            <p:childTnLst>
                              <p:par>
                                <p:cTn id="58" presetID="26" presetClass="entr" presetSubtype="0" fill="hold" nodeType="afterEffect">
                                  <p:stCondLst>
                                    <p:cond delay="0"/>
                                  </p:stCondLst>
                                  <p:childTnLst>
                                    <p:set>
                                      <p:cBhvr>
                                        <p:cTn id="59" dur="1" fill="hold">
                                          <p:stCondLst>
                                            <p:cond delay="0"/>
                                          </p:stCondLst>
                                        </p:cTn>
                                        <p:tgtEl>
                                          <p:spTgt spid="7172">
                                            <p:txEl>
                                              <p:pRg st="5" end="5"/>
                                            </p:txEl>
                                          </p:spTgt>
                                        </p:tgtEl>
                                        <p:attrNameLst>
                                          <p:attrName>style.visibility</p:attrName>
                                        </p:attrNameLst>
                                      </p:cBhvr>
                                      <p:to>
                                        <p:strVal val="visible"/>
                                      </p:to>
                                    </p:set>
                                    <p:animEffect transition="in" filter="wipe(down)">
                                      <p:cBhvr>
                                        <p:cTn id="60" dur="580">
                                          <p:stCondLst>
                                            <p:cond delay="0"/>
                                          </p:stCondLst>
                                        </p:cTn>
                                        <p:tgtEl>
                                          <p:spTgt spid="7172">
                                            <p:txEl>
                                              <p:pRg st="5" end="5"/>
                                            </p:txEl>
                                          </p:spTgt>
                                        </p:tgtEl>
                                      </p:cBhvr>
                                    </p:animEffect>
                                    <p:anim calcmode="lin" valueType="num">
                                      <p:cBhvr>
                                        <p:cTn id="61" dur="1822" tmFilter="0,0; 0.14,0.36; 0.43,0.73; 0.71,0.91; 1.0,1.0">
                                          <p:stCondLst>
                                            <p:cond delay="0"/>
                                          </p:stCondLst>
                                        </p:cTn>
                                        <p:tgtEl>
                                          <p:spTgt spid="7172">
                                            <p:txEl>
                                              <p:pRg st="5" end="5"/>
                                            </p:txEl>
                                          </p:spTgt>
                                        </p:tgtEl>
                                        <p:attrNameLst>
                                          <p:attrName>ppt_x</p:attrName>
                                        </p:attrNameLst>
                                      </p:cBhvr>
                                      <p:tavLst>
                                        <p:tav tm="0">
                                          <p:val>
                                            <p:strVal val="#ppt_x-0.25"/>
                                          </p:val>
                                        </p:tav>
                                        <p:tav tm="100000">
                                          <p:val>
                                            <p:strVal val="#ppt_x"/>
                                          </p:val>
                                        </p:tav>
                                      </p:tavLst>
                                    </p:anim>
                                    <p:anim calcmode="lin" valueType="num">
                                      <p:cBhvr>
                                        <p:cTn id="62" dur="664" tmFilter="0.0,0.0; 0.25,0.07; 0.50,0.2; 0.75,0.467; 1.0,1.0">
                                          <p:stCondLst>
                                            <p:cond delay="0"/>
                                          </p:stCondLst>
                                        </p:cTn>
                                        <p:tgtEl>
                                          <p:spTgt spid="7172">
                                            <p:txEl>
                                              <p:pRg st="5" end="5"/>
                                            </p:txEl>
                                          </p:spTgt>
                                        </p:tgtEl>
                                        <p:attrNameLst>
                                          <p:attrName>ppt_y</p:attrName>
                                        </p:attrNameLst>
                                      </p:cBhvr>
                                      <p:tavLst>
                                        <p:tav tm="0" fmla="#ppt_y-sin(pi*$)/3">
                                          <p:val>
                                            <p:fltVal val="0.5"/>
                                          </p:val>
                                        </p:tav>
                                        <p:tav tm="100000">
                                          <p:val>
                                            <p:fltVal val="1"/>
                                          </p:val>
                                        </p:tav>
                                      </p:tavLst>
                                    </p:anim>
                                    <p:anim calcmode="lin" valueType="num">
                                      <p:cBhvr>
                                        <p:cTn id="63" dur="664" tmFilter="0, 0; 0.125,0.2665; 0.25,0.4; 0.375,0.465; 0.5,0.5;  0.625,0.535; 0.75,0.6; 0.875,0.7335; 1,1">
                                          <p:stCondLst>
                                            <p:cond delay="664"/>
                                          </p:stCondLst>
                                        </p:cTn>
                                        <p:tgtEl>
                                          <p:spTgt spid="7172">
                                            <p:txEl>
                                              <p:pRg st="5" end="5"/>
                                            </p:txEl>
                                          </p:spTgt>
                                        </p:tgtEl>
                                        <p:attrNameLst>
                                          <p:attrName>ppt_y</p:attrName>
                                        </p:attrNameLst>
                                      </p:cBhvr>
                                      <p:tavLst>
                                        <p:tav tm="0" fmla="#ppt_y-sin(pi*$)/9">
                                          <p:val>
                                            <p:fltVal val="0"/>
                                          </p:val>
                                        </p:tav>
                                        <p:tav tm="100000">
                                          <p:val>
                                            <p:fltVal val="1"/>
                                          </p:val>
                                        </p:tav>
                                      </p:tavLst>
                                    </p:anim>
                                    <p:anim calcmode="lin" valueType="num">
                                      <p:cBhvr>
                                        <p:cTn id="64" dur="332" tmFilter="0, 0; 0.125,0.2665; 0.25,0.4; 0.375,0.465; 0.5,0.5;  0.625,0.535; 0.75,0.6; 0.875,0.7335; 1,1">
                                          <p:stCondLst>
                                            <p:cond delay="1324"/>
                                          </p:stCondLst>
                                        </p:cTn>
                                        <p:tgtEl>
                                          <p:spTgt spid="7172">
                                            <p:txEl>
                                              <p:pRg st="5" end="5"/>
                                            </p:txEl>
                                          </p:spTgt>
                                        </p:tgtEl>
                                        <p:attrNameLst>
                                          <p:attrName>ppt_y</p:attrName>
                                        </p:attrNameLst>
                                      </p:cBhvr>
                                      <p:tavLst>
                                        <p:tav tm="0" fmla="#ppt_y-sin(pi*$)/27">
                                          <p:val>
                                            <p:fltVal val="0"/>
                                          </p:val>
                                        </p:tav>
                                        <p:tav tm="100000">
                                          <p:val>
                                            <p:fltVal val="1"/>
                                          </p:val>
                                        </p:tav>
                                      </p:tavLst>
                                    </p:anim>
                                    <p:anim calcmode="lin" valueType="num">
                                      <p:cBhvr>
                                        <p:cTn id="65" dur="164" tmFilter="0, 0; 0.125,0.2665; 0.25,0.4; 0.375,0.465; 0.5,0.5;  0.625,0.535; 0.75,0.6; 0.875,0.7335; 1,1">
                                          <p:stCondLst>
                                            <p:cond delay="1656"/>
                                          </p:stCondLst>
                                        </p:cTn>
                                        <p:tgtEl>
                                          <p:spTgt spid="7172">
                                            <p:txEl>
                                              <p:pRg st="5" end="5"/>
                                            </p:txEl>
                                          </p:spTgt>
                                        </p:tgtEl>
                                        <p:attrNameLst>
                                          <p:attrName>ppt_y</p:attrName>
                                        </p:attrNameLst>
                                      </p:cBhvr>
                                      <p:tavLst>
                                        <p:tav tm="0" fmla="#ppt_y-sin(pi*$)/81">
                                          <p:val>
                                            <p:fltVal val="0"/>
                                          </p:val>
                                        </p:tav>
                                        <p:tav tm="100000">
                                          <p:val>
                                            <p:fltVal val="1"/>
                                          </p:val>
                                        </p:tav>
                                      </p:tavLst>
                                    </p:anim>
                                    <p:animScale>
                                      <p:cBhvr>
                                        <p:cTn id="66" dur="26">
                                          <p:stCondLst>
                                            <p:cond delay="650"/>
                                          </p:stCondLst>
                                        </p:cTn>
                                        <p:tgtEl>
                                          <p:spTgt spid="7172">
                                            <p:txEl>
                                              <p:pRg st="5" end="5"/>
                                            </p:txEl>
                                          </p:spTgt>
                                        </p:tgtEl>
                                      </p:cBhvr>
                                      <p:to x="100000" y="60000"/>
                                    </p:animScale>
                                    <p:animScale>
                                      <p:cBhvr>
                                        <p:cTn id="67" dur="166" decel="50000">
                                          <p:stCondLst>
                                            <p:cond delay="676"/>
                                          </p:stCondLst>
                                        </p:cTn>
                                        <p:tgtEl>
                                          <p:spTgt spid="7172">
                                            <p:txEl>
                                              <p:pRg st="5" end="5"/>
                                            </p:txEl>
                                          </p:spTgt>
                                        </p:tgtEl>
                                      </p:cBhvr>
                                      <p:to x="100000" y="100000"/>
                                    </p:animScale>
                                    <p:animScale>
                                      <p:cBhvr>
                                        <p:cTn id="68" dur="26">
                                          <p:stCondLst>
                                            <p:cond delay="1312"/>
                                          </p:stCondLst>
                                        </p:cTn>
                                        <p:tgtEl>
                                          <p:spTgt spid="7172">
                                            <p:txEl>
                                              <p:pRg st="5" end="5"/>
                                            </p:txEl>
                                          </p:spTgt>
                                        </p:tgtEl>
                                      </p:cBhvr>
                                      <p:to x="100000" y="80000"/>
                                    </p:animScale>
                                    <p:animScale>
                                      <p:cBhvr>
                                        <p:cTn id="69" dur="166" decel="50000">
                                          <p:stCondLst>
                                            <p:cond delay="1338"/>
                                          </p:stCondLst>
                                        </p:cTn>
                                        <p:tgtEl>
                                          <p:spTgt spid="7172">
                                            <p:txEl>
                                              <p:pRg st="5" end="5"/>
                                            </p:txEl>
                                          </p:spTgt>
                                        </p:tgtEl>
                                      </p:cBhvr>
                                      <p:to x="100000" y="100000"/>
                                    </p:animScale>
                                    <p:animScale>
                                      <p:cBhvr>
                                        <p:cTn id="70" dur="26">
                                          <p:stCondLst>
                                            <p:cond delay="1642"/>
                                          </p:stCondLst>
                                        </p:cTn>
                                        <p:tgtEl>
                                          <p:spTgt spid="7172">
                                            <p:txEl>
                                              <p:pRg st="5" end="5"/>
                                            </p:txEl>
                                          </p:spTgt>
                                        </p:tgtEl>
                                      </p:cBhvr>
                                      <p:to x="100000" y="90000"/>
                                    </p:animScale>
                                    <p:animScale>
                                      <p:cBhvr>
                                        <p:cTn id="71" dur="166" decel="50000">
                                          <p:stCondLst>
                                            <p:cond delay="1668"/>
                                          </p:stCondLst>
                                        </p:cTn>
                                        <p:tgtEl>
                                          <p:spTgt spid="7172">
                                            <p:txEl>
                                              <p:pRg st="5" end="5"/>
                                            </p:txEl>
                                          </p:spTgt>
                                        </p:tgtEl>
                                      </p:cBhvr>
                                      <p:to x="100000" y="100000"/>
                                    </p:animScale>
                                    <p:animScale>
                                      <p:cBhvr>
                                        <p:cTn id="72" dur="26">
                                          <p:stCondLst>
                                            <p:cond delay="1808"/>
                                          </p:stCondLst>
                                        </p:cTn>
                                        <p:tgtEl>
                                          <p:spTgt spid="7172">
                                            <p:txEl>
                                              <p:pRg st="5" end="5"/>
                                            </p:txEl>
                                          </p:spTgt>
                                        </p:tgtEl>
                                      </p:cBhvr>
                                      <p:to x="100000" y="95000"/>
                                    </p:animScale>
                                    <p:animScale>
                                      <p:cBhvr>
                                        <p:cTn id="73" dur="166" decel="50000">
                                          <p:stCondLst>
                                            <p:cond delay="1834"/>
                                          </p:stCondLst>
                                        </p:cTn>
                                        <p:tgtEl>
                                          <p:spTgt spid="7172">
                                            <p:txEl>
                                              <p:pRg st="5" end="5"/>
                                            </p:txEl>
                                          </p:spTgt>
                                        </p:tgtEl>
                                      </p:cBhvr>
                                      <p:to x="100000" y="100000"/>
                                    </p:animScale>
                                  </p:childTnLst>
                                </p:cTn>
                              </p:par>
                            </p:childTnLst>
                          </p:cTn>
                        </p:par>
                        <p:par>
                          <p:cTn id="74" fill="hold">
                            <p:stCondLst>
                              <p:cond delay="6000"/>
                            </p:stCondLst>
                            <p:childTnLst>
                              <p:par>
                                <p:cTn id="75" presetID="26" presetClass="entr" presetSubtype="0" fill="hold" nodeType="afterEffect">
                                  <p:stCondLst>
                                    <p:cond delay="0"/>
                                  </p:stCondLst>
                                  <p:childTnLst>
                                    <p:set>
                                      <p:cBhvr>
                                        <p:cTn id="76" dur="1" fill="hold">
                                          <p:stCondLst>
                                            <p:cond delay="0"/>
                                          </p:stCondLst>
                                        </p:cTn>
                                        <p:tgtEl>
                                          <p:spTgt spid="7172">
                                            <p:txEl>
                                              <p:pRg st="6" end="6"/>
                                            </p:txEl>
                                          </p:spTgt>
                                        </p:tgtEl>
                                        <p:attrNameLst>
                                          <p:attrName>style.visibility</p:attrName>
                                        </p:attrNameLst>
                                      </p:cBhvr>
                                      <p:to>
                                        <p:strVal val="visible"/>
                                      </p:to>
                                    </p:set>
                                    <p:animEffect transition="in" filter="wipe(down)">
                                      <p:cBhvr>
                                        <p:cTn id="77" dur="580">
                                          <p:stCondLst>
                                            <p:cond delay="0"/>
                                          </p:stCondLst>
                                        </p:cTn>
                                        <p:tgtEl>
                                          <p:spTgt spid="7172">
                                            <p:txEl>
                                              <p:pRg st="6" end="6"/>
                                            </p:txEl>
                                          </p:spTgt>
                                        </p:tgtEl>
                                      </p:cBhvr>
                                    </p:animEffect>
                                    <p:anim calcmode="lin" valueType="num">
                                      <p:cBhvr>
                                        <p:cTn id="78" dur="1822" tmFilter="0,0; 0.14,0.36; 0.43,0.73; 0.71,0.91; 1.0,1.0">
                                          <p:stCondLst>
                                            <p:cond delay="0"/>
                                          </p:stCondLst>
                                        </p:cTn>
                                        <p:tgtEl>
                                          <p:spTgt spid="7172">
                                            <p:txEl>
                                              <p:pRg st="6" end="6"/>
                                            </p:txEl>
                                          </p:spTgt>
                                        </p:tgtEl>
                                        <p:attrNameLst>
                                          <p:attrName>ppt_x</p:attrName>
                                        </p:attrNameLst>
                                      </p:cBhvr>
                                      <p:tavLst>
                                        <p:tav tm="0">
                                          <p:val>
                                            <p:strVal val="#ppt_x-0.25"/>
                                          </p:val>
                                        </p:tav>
                                        <p:tav tm="100000">
                                          <p:val>
                                            <p:strVal val="#ppt_x"/>
                                          </p:val>
                                        </p:tav>
                                      </p:tavLst>
                                    </p:anim>
                                    <p:anim calcmode="lin" valueType="num">
                                      <p:cBhvr>
                                        <p:cTn id="79" dur="664" tmFilter="0.0,0.0; 0.25,0.07; 0.50,0.2; 0.75,0.467; 1.0,1.0">
                                          <p:stCondLst>
                                            <p:cond delay="0"/>
                                          </p:stCondLst>
                                        </p:cTn>
                                        <p:tgtEl>
                                          <p:spTgt spid="7172">
                                            <p:txEl>
                                              <p:pRg st="6" end="6"/>
                                            </p:txEl>
                                          </p:spTgt>
                                        </p:tgtEl>
                                        <p:attrNameLst>
                                          <p:attrName>ppt_y</p:attrName>
                                        </p:attrNameLst>
                                      </p:cBhvr>
                                      <p:tavLst>
                                        <p:tav tm="0" fmla="#ppt_y-sin(pi*$)/3">
                                          <p:val>
                                            <p:fltVal val="0.5"/>
                                          </p:val>
                                        </p:tav>
                                        <p:tav tm="100000">
                                          <p:val>
                                            <p:fltVal val="1"/>
                                          </p:val>
                                        </p:tav>
                                      </p:tavLst>
                                    </p:anim>
                                    <p:anim calcmode="lin" valueType="num">
                                      <p:cBhvr>
                                        <p:cTn id="80" dur="664" tmFilter="0, 0; 0.125,0.2665; 0.25,0.4; 0.375,0.465; 0.5,0.5;  0.625,0.535; 0.75,0.6; 0.875,0.7335; 1,1">
                                          <p:stCondLst>
                                            <p:cond delay="664"/>
                                          </p:stCondLst>
                                        </p:cTn>
                                        <p:tgtEl>
                                          <p:spTgt spid="7172">
                                            <p:txEl>
                                              <p:pRg st="6" end="6"/>
                                            </p:txEl>
                                          </p:spTgt>
                                        </p:tgtEl>
                                        <p:attrNameLst>
                                          <p:attrName>ppt_y</p:attrName>
                                        </p:attrNameLst>
                                      </p:cBhvr>
                                      <p:tavLst>
                                        <p:tav tm="0" fmla="#ppt_y-sin(pi*$)/9">
                                          <p:val>
                                            <p:fltVal val="0"/>
                                          </p:val>
                                        </p:tav>
                                        <p:tav tm="100000">
                                          <p:val>
                                            <p:fltVal val="1"/>
                                          </p:val>
                                        </p:tav>
                                      </p:tavLst>
                                    </p:anim>
                                    <p:anim calcmode="lin" valueType="num">
                                      <p:cBhvr>
                                        <p:cTn id="81" dur="332" tmFilter="0, 0; 0.125,0.2665; 0.25,0.4; 0.375,0.465; 0.5,0.5;  0.625,0.535; 0.75,0.6; 0.875,0.7335; 1,1">
                                          <p:stCondLst>
                                            <p:cond delay="1324"/>
                                          </p:stCondLst>
                                        </p:cTn>
                                        <p:tgtEl>
                                          <p:spTgt spid="7172">
                                            <p:txEl>
                                              <p:pRg st="6" end="6"/>
                                            </p:txEl>
                                          </p:spTgt>
                                        </p:tgtEl>
                                        <p:attrNameLst>
                                          <p:attrName>ppt_y</p:attrName>
                                        </p:attrNameLst>
                                      </p:cBhvr>
                                      <p:tavLst>
                                        <p:tav tm="0" fmla="#ppt_y-sin(pi*$)/27">
                                          <p:val>
                                            <p:fltVal val="0"/>
                                          </p:val>
                                        </p:tav>
                                        <p:tav tm="100000">
                                          <p:val>
                                            <p:fltVal val="1"/>
                                          </p:val>
                                        </p:tav>
                                      </p:tavLst>
                                    </p:anim>
                                    <p:anim calcmode="lin" valueType="num">
                                      <p:cBhvr>
                                        <p:cTn id="82" dur="164" tmFilter="0, 0; 0.125,0.2665; 0.25,0.4; 0.375,0.465; 0.5,0.5;  0.625,0.535; 0.75,0.6; 0.875,0.7335; 1,1">
                                          <p:stCondLst>
                                            <p:cond delay="1656"/>
                                          </p:stCondLst>
                                        </p:cTn>
                                        <p:tgtEl>
                                          <p:spTgt spid="7172">
                                            <p:txEl>
                                              <p:pRg st="6" end="6"/>
                                            </p:txEl>
                                          </p:spTgt>
                                        </p:tgtEl>
                                        <p:attrNameLst>
                                          <p:attrName>ppt_y</p:attrName>
                                        </p:attrNameLst>
                                      </p:cBhvr>
                                      <p:tavLst>
                                        <p:tav tm="0" fmla="#ppt_y-sin(pi*$)/81">
                                          <p:val>
                                            <p:fltVal val="0"/>
                                          </p:val>
                                        </p:tav>
                                        <p:tav tm="100000">
                                          <p:val>
                                            <p:fltVal val="1"/>
                                          </p:val>
                                        </p:tav>
                                      </p:tavLst>
                                    </p:anim>
                                    <p:animScale>
                                      <p:cBhvr>
                                        <p:cTn id="83" dur="26">
                                          <p:stCondLst>
                                            <p:cond delay="650"/>
                                          </p:stCondLst>
                                        </p:cTn>
                                        <p:tgtEl>
                                          <p:spTgt spid="7172">
                                            <p:txEl>
                                              <p:pRg st="6" end="6"/>
                                            </p:txEl>
                                          </p:spTgt>
                                        </p:tgtEl>
                                      </p:cBhvr>
                                      <p:to x="100000" y="60000"/>
                                    </p:animScale>
                                    <p:animScale>
                                      <p:cBhvr>
                                        <p:cTn id="84" dur="166" decel="50000">
                                          <p:stCondLst>
                                            <p:cond delay="676"/>
                                          </p:stCondLst>
                                        </p:cTn>
                                        <p:tgtEl>
                                          <p:spTgt spid="7172">
                                            <p:txEl>
                                              <p:pRg st="6" end="6"/>
                                            </p:txEl>
                                          </p:spTgt>
                                        </p:tgtEl>
                                      </p:cBhvr>
                                      <p:to x="100000" y="100000"/>
                                    </p:animScale>
                                    <p:animScale>
                                      <p:cBhvr>
                                        <p:cTn id="85" dur="26">
                                          <p:stCondLst>
                                            <p:cond delay="1312"/>
                                          </p:stCondLst>
                                        </p:cTn>
                                        <p:tgtEl>
                                          <p:spTgt spid="7172">
                                            <p:txEl>
                                              <p:pRg st="6" end="6"/>
                                            </p:txEl>
                                          </p:spTgt>
                                        </p:tgtEl>
                                      </p:cBhvr>
                                      <p:to x="100000" y="80000"/>
                                    </p:animScale>
                                    <p:animScale>
                                      <p:cBhvr>
                                        <p:cTn id="86" dur="166" decel="50000">
                                          <p:stCondLst>
                                            <p:cond delay="1338"/>
                                          </p:stCondLst>
                                        </p:cTn>
                                        <p:tgtEl>
                                          <p:spTgt spid="7172">
                                            <p:txEl>
                                              <p:pRg st="6" end="6"/>
                                            </p:txEl>
                                          </p:spTgt>
                                        </p:tgtEl>
                                      </p:cBhvr>
                                      <p:to x="100000" y="100000"/>
                                    </p:animScale>
                                    <p:animScale>
                                      <p:cBhvr>
                                        <p:cTn id="87" dur="26">
                                          <p:stCondLst>
                                            <p:cond delay="1642"/>
                                          </p:stCondLst>
                                        </p:cTn>
                                        <p:tgtEl>
                                          <p:spTgt spid="7172">
                                            <p:txEl>
                                              <p:pRg st="6" end="6"/>
                                            </p:txEl>
                                          </p:spTgt>
                                        </p:tgtEl>
                                      </p:cBhvr>
                                      <p:to x="100000" y="90000"/>
                                    </p:animScale>
                                    <p:animScale>
                                      <p:cBhvr>
                                        <p:cTn id="88" dur="166" decel="50000">
                                          <p:stCondLst>
                                            <p:cond delay="1668"/>
                                          </p:stCondLst>
                                        </p:cTn>
                                        <p:tgtEl>
                                          <p:spTgt spid="7172">
                                            <p:txEl>
                                              <p:pRg st="6" end="6"/>
                                            </p:txEl>
                                          </p:spTgt>
                                        </p:tgtEl>
                                      </p:cBhvr>
                                      <p:to x="100000" y="100000"/>
                                    </p:animScale>
                                    <p:animScale>
                                      <p:cBhvr>
                                        <p:cTn id="89" dur="26">
                                          <p:stCondLst>
                                            <p:cond delay="1808"/>
                                          </p:stCondLst>
                                        </p:cTn>
                                        <p:tgtEl>
                                          <p:spTgt spid="7172">
                                            <p:txEl>
                                              <p:pRg st="6" end="6"/>
                                            </p:txEl>
                                          </p:spTgt>
                                        </p:tgtEl>
                                      </p:cBhvr>
                                      <p:to x="100000" y="95000"/>
                                    </p:animScale>
                                    <p:animScale>
                                      <p:cBhvr>
                                        <p:cTn id="90" dur="166" decel="50000">
                                          <p:stCondLst>
                                            <p:cond delay="1834"/>
                                          </p:stCondLst>
                                        </p:cTn>
                                        <p:tgtEl>
                                          <p:spTgt spid="7172">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3"/>
          <p:cNvSpPr>
            <a:spLocks noGrp="1" noChangeArrowheads="1"/>
          </p:cNvSpPr>
          <p:nvPr>
            <p:ph type="body" idx="1"/>
          </p:nvPr>
        </p:nvSpPr>
        <p:spPr>
          <a:xfrm>
            <a:off x="381000" y="990600"/>
            <a:ext cx="8574088" cy="5791200"/>
          </a:xfrm>
        </p:spPr>
        <p:txBody>
          <a:bodyPr/>
          <a:lstStyle/>
          <a:p>
            <a:pPr marL="533400" indent="-533400" eaLnBrk="1" hangingPunct="1">
              <a:lnSpc>
                <a:spcPct val="80000"/>
              </a:lnSpc>
              <a:buFont typeface="Wingdings" pitchFamily="2" charset="2"/>
              <a:buNone/>
              <a:defRPr/>
            </a:pPr>
            <a:r>
              <a:rPr lang="en-US" sz="2000" dirty="0" smtClean="0"/>
              <a:t>	What distinguish an algorithm from a recipe, process, method, technique, procedure, routine…?</a:t>
            </a:r>
          </a:p>
          <a:p>
            <a:pPr marL="914400" lvl="1" indent="-457200" eaLnBrk="1" hangingPunct="1">
              <a:lnSpc>
                <a:spcPct val="80000"/>
              </a:lnSpc>
              <a:spcBef>
                <a:spcPts val="1200"/>
              </a:spcBef>
              <a:buSzPct val="100000"/>
              <a:buFont typeface="+mj-lt"/>
              <a:buAutoNum type="arabicParenR"/>
              <a:defRPr/>
            </a:pPr>
            <a:r>
              <a:rPr lang="en-US" sz="1800" dirty="0" smtClean="0">
                <a:solidFill>
                  <a:schemeClr val="hlink"/>
                </a:solidFill>
              </a:rPr>
              <a:t>Precision </a:t>
            </a:r>
            <a:r>
              <a:rPr lang="ar-SA" sz="1800" dirty="0" smtClean="0"/>
              <a:t>(الدقة)</a:t>
            </a:r>
            <a:endParaRPr lang="en-US" sz="1800" dirty="0" smtClean="0"/>
          </a:p>
          <a:p>
            <a:pPr marL="1295400" lvl="2" indent="-381000" eaLnBrk="1" hangingPunct="1">
              <a:lnSpc>
                <a:spcPct val="80000"/>
              </a:lnSpc>
              <a:buFont typeface="Wingdings" pitchFamily="2" charset="2"/>
              <a:buNone/>
              <a:defRPr/>
            </a:pPr>
            <a:r>
              <a:rPr lang="en-US" sz="1800" dirty="0" smtClean="0"/>
              <a:t>	</a:t>
            </a:r>
            <a:r>
              <a:rPr lang="en-US" sz="1800" dirty="0" smtClean="0">
                <a:ea typeface="Tahoma" pitchFamily="34" charset="0"/>
                <a:cs typeface="Tahoma" pitchFamily="34" charset="0"/>
              </a:rPr>
              <a:t>The algorithm steps are precisely stated, so as to easily be transformed by a programming language.</a:t>
            </a:r>
            <a:endParaRPr lang="en-US" sz="1800" dirty="0" smtClean="0">
              <a:ea typeface="Tahoma" pitchFamily="34" charset="0"/>
              <a:cs typeface="Tahoma" pitchFamily="34" charset="0"/>
              <a:hlinkClick r:id="rId3" action="ppaction://hlinksldjump"/>
            </a:endParaRPr>
          </a:p>
          <a:p>
            <a:pPr marL="914400" lvl="1" indent="-457200" eaLnBrk="1" hangingPunct="1">
              <a:lnSpc>
                <a:spcPct val="80000"/>
              </a:lnSpc>
              <a:spcBef>
                <a:spcPts val="1200"/>
              </a:spcBef>
              <a:buSzPct val="100000"/>
              <a:buFont typeface="+mj-lt"/>
              <a:buAutoNum type="arabicParenR"/>
              <a:defRPr/>
            </a:pPr>
            <a:r>
              <a:rPr lang="en-US" sz="1800" dirty="0" smtClean="0">
                <a:solidFill>
                  <a:schemeClr val="hlink"/>
                </a:solidFill>
              </a:rPr>
              <a:t>Uniqueness</a:t>
            </a:r>
            <a:r>
              <a:rPr lang="ar-SA" sz="1800" dirty="0" smtClean="0">
                <a:solidFill>
                  <a:schemeClr val="hlink"/>
                </a:solidFill>
              </a:rPr>
              <a:t> </a:t>
            </a:r>
            <a:r>
              <a:rPr lang="ar-SA" sz="1800" dirty="0" smtClean="0"/>
              <a:t>(التفرد/ التميز)</a:t>
            </a:r>
            <a:r>
              <a:rPr lang="ar-SA" sz="1800" dirty="0" smtClean="0">
                <a:solidFill>
                  <a:schemeClr val="hlink"/>
                </a:solidFill>
              </a:rPr>
              <a:t> </a:t>
            </a:r>
            <a:endParaRPr lang="en-US" sz="1800" dirty="0" smtClean="0">
              <a:solidFill>
                <a:schemeClr val="hlink"/>
              </a:solidFill>
            </a:endParaRPr>
          </a:p>
          <a:p>
            <a:pPr marL="1295400" lvl="2" indent="-381000" eaLnBrk="1" hangingPunct="1">
              <a:lnSpc>
                <a:spcPct val="80000"/>
              </a:lnSpc>
              <a:buFont typeface="Wingdings" pitchFamily="2" charset="2"/>
              <a:buNone/>
              <a:defRPr/>
            </a:pPr>
            <a:r>
              <a:rPr lang="en-US" sz="1800" dirty="0" smtClean="0"/>
              <a:t>	</a:t>
            </a:r>
            <a:r>
              <a:rPr lang="en-US" sz="1800" dirty="0" smtClean="0">
                <a:ea typeface="Tahoma" pitchFamily="34" charset="0"/>
                <a:cs typeface="Tahoma" pitchFamily="34" charset="0"/>
              </a:rPr>
              <a:t>The intermediate results for the execution of each step are uniquely defined and they must only depend on the results of the preceding steps.</a:t>
            </a:r>
          </a:p>
          <a:p>
            <a:pPr marL="914400" lvl="1" indent="-457200" eaLnBrk="1" hangingPunct="1">
              <a:lnSpc>
                <a:spcPct val="80000"/>
              </a:lnSpc>
              <a:spcBef>
                <a:spcPts val="1200"/>
              </a:spcBef>
              <a:buSzPct val="100000"/>
              <a:buFont typeface="+mj-lt"/>
              <a:buAutoNum type="arabicParenR"/>
              <a:defRPr/>
            </a:pPr>
            <a:r>
              <a:rPr lang="en-US" sz="1800" dirty="0" smtClean="0"/>
              <a:t> </a:t>
            </a:r>
            <a:r>
              <a:rPr lang="en-US" sz="1800" dirty="0" smtClean="0">
                <a:solidFill>
                  <a:schemeClr val="hlink"/>
                </a:solidFill>
              </a:rPr>
              <a:t>Finiteness</a:t>
            </a:r>
            <a:r>
              <a:rPr lang="ar-SA" sz="1800" dirty="0" smtClean="0"/>
              <a:t>(المحدودية)</a:t>
            </a:r>
            <a:r>
              <a:rPr lang="ar-SA" sz="1800" dirty="0" smtClean="0">
                <a:solidFill>
                  <a:schemeClr val="hlink"/>
                </a:solidFill>
              </a:rPr>
              <a:t> </a:t>
            </a:r>
            <a:endParaRPr lang="en-US" sz="1800" dirty="0" smtClean="0"/>
          </a:p>
          <a:p>
            <a:pPr marL="1314450" lvl="2" indent="-457200" eaLnBrk="1" hangingPunct="1">
              <a:lnSpc>
                <a:spcPct val="80000"/>
              </a:lnSpc>
              <a:buFont typeface="Wingdings" pitchFamily="2" charset="2"/>
              <a:buNone/>
              <a:defRPr/>
            </a:pPr>
            <a:r>
              <a:rPr lang="en-US" sz="1600" dirty="0" smtClean="0"/>
              <a:t>	</a:t>
            </a:r>
            <a:r>
              <a:rPr lang="en-US" sz="1800" dirty="0" smtClean="0">
                <a:ea typeface="Tahoma" pitchFamily="34" charset="0"/>
                <a:cs typeface="Tahoma" pitchFamily="34" charset="0"/>
              </a:rPr>
              <a:t>The algorithm terminates after a finite number of executed steps</a:t>
            </a:r>
          </a:p>
          <a:p>
            <a:pPr marL="914400" lvl="1" indent="-457200" eaLnBrk="1" hangingPunct="1">
              <a:lnSpc>
                <a:spcPct val="80000"/>
              </a:lnSpc>
              <a:spcBef>
                <a:spcPts val="1200"/>
              </a:spcBef>
              <a:buSzPct val="100000"/>
              <a:buFont typeface="+mj-lt"/>
              <a:buAutoNum type="arabicParenR"/>
              <a:defRPr/>
            </a:pPr>
            <a:r>
              <a:rPr lang="en-US" sz="1800" dirty="0" smtClean="0">
                <a:solidFill>
                  <a:schemeClr val="hlink"/>
                </a:solidFill>
              </a:rPr>
              <a:t>Input </a:t>
            </a:r>
            <a:r>
              <a:rPr lang="ar-SA" sz="1800" dirty="0" smtClean="0"/>
              <a:t>(المدخلات)</a:t>
            </a:r>
            <a:endParaRPr lang="en-US" sz="1800" dirty="0" smtClean="0"/>
          </a:p>
          <a:p>
            <a:pPr marL="1314450" lvl="2" indent="-457200" eaLnBrk="1" hangingPunct="1">
              <a:lnSpc>
                <a:spcPct val="80000"/>
              </a:lnSpc>
              <a:buFont typeface="Wingdings" pitchFamily="2" charset="2"/>
              <a:buNone/>
              <a:defRPr/>
            </a:pPr>
            <a:r>
              <a:rPr lang="en-US" sz="1400" dirty="0" smtClean="0"/>
              <a:t>	</a:t>
            </a:r>
            <a:r>
              <a:rPr lang="en-US" sz="1800" dirty="0" smtClean="0">
                <a:ea typeface="Tahoma" pitchFamily="34" charset="0"/>
                <a:cs typeface="Tahoma" pitchFamily="34" charset="0"/>
              </a:rPr>
              <a:t>Valid inputs must be clearly specified.</a:t>
            </a:r>
          </a:p>
          <a:p>
            <a:pPr marL="914400" lvl="1" indent="-457200" eaLnBrk="1" hangingPunct="1">
              <a:lnSpc>
                <a:spcPct val="80000"/>
              </a:lnSpc>
              <a:spcBef>
                <a:spcPts val="1200"/>
              </a:spcBef>
              <a:buSzPct val="100000"/>
              <a:buFont typeface="+mj-lt"/>
              <a:buAutoNum type="arabicParenR"/>
              <a:defRPr/>
            </a:pPr>
            <a:r>
              <a:rPr lang="en-US" sz="1800" dirty="0" smtClean="0">
                <a:solidFill>
                  <a:schemeClr val="hlink"/>
                </a:solidFill>
              </a:rPr>
              <a:t>Output</a:t>
            </a:r>
            <a:r>
              <a:rPr lang="ar-SA" sz="1800" dirty="0" smtClean="0">
                <a:solidFill>
                  <a:schemeClr val="hlink"/>
                </a:solidFill>
              </a:rPr>
              <a:t> </a:t>
            </a:r>
            <a:r>
              <a:rPr lang="ar-SA" sz="1800" dirty="0" smtClean="0"/>
              <a:t>(المخرجات)</a:t>
            </a:r>
            <a:r>
              <a:rPr lang="ar-SA" sz="1800" dirty="0" smtClean="0">
                <a:solidFill>
                  <a:schemeClr val="hlink"/>
                </a:solidFill>
              </a:rPr>
              <a:t> </a:t>
            </a:r>
            <a:endParaRPr lang="en-US" sz="1800" dirty="0" smtClean="0">
              <a:solidFill>
                <a:schemeClr val="hlink"/>
              </a:solidFill>
            </a:endParaRPr>
          </a:p>
          <a:p>
            <a:pPr marL="1295400" lvl="2" indent="-381000" eaLnBrk="1" hangingPunct="1">
              <a:lnSpc>
                <a:spcPct val="80000"/>
              </a:lnSpc>
              <a:buFont typeface="Wingdings" pitchFamily="2" charset="2"/>
              <a:buNone/>
              <a:defRPr/>
            </a:pPr>
            <a:r>
              <a:rPr lang="en-US" sz="1800" dirty="0" smtClean="0"/>
              <a:t>	</a:t>
            </a:r>
            <a:r>
              <a:rPr lang="en-US" sz="1800" dirty="0" smtClean="0">
                <a:ea typeface="Tahoma" pitchFamily="34" charset="0"/>
                <a:cs typeface="Tahoma" pitchFamily="34" charset="0"/>
              </a:rPr>
              <a:t>The data that result upon completion of the algorithm must be specified.</a:t>
            </a:r>
          </a:p>
          <a:p>
            <a:pPr marL="914400" lvl="1" indent="-457200" eaLnBrk="1" hangingPunct="1">
              <a:lnSpc>
                <a:spcPct val="80000"/>
              </a:lnSpc>
              <a:spcBef>
                <a:spcPts val="1200"/>
              </a:spcBef>
              <a:buSzPct val="100000"/>
              <a:buFont typeface="+mj-lt"/>
              <a:buAutoNum type="arabicParenR"/>
              <a:defRPr/>
            </a:pPr>
            <a:r>
              <a:rPr lang="en-US" sz="1800" dirty="0" smtClean="0">
                <a:solidFill>
                  <a:schemeClr val="hlink"/>
                </a:solidFill>
              </a:rPr>
              <a:t>Generality</a:t>
            </a:r>
            <a:r>
              <a:rPr lang="en-US" sz="1800" dirty="0" smtClean="0"/>
              <a:t> </a:t>
            </a:r>
            <a:r>
              <a:rPr lang="ar-SA" sz="1800" dirty="0" smtClean="0"/>
              <a:t>(العموم/الشمول)</a:t>
            </a:r>
            <a:endParaRPr lang="en-US" sz="1800" dirty="0" smtClean="0"/>
          </a:p>
          <a:p>
            <a:pPr marL="1314450" lvl="2" indent="-457200" eaLnBrk="1" hangingPunct="1">
              <a:lnSpc>
                <a:spcPct val="80000"/>
              </a:lnSpc>
              <a:buFont typeface="Wingdings" pitchFamily="2" charset="2"/>
              <a:buNone/>
              <a:defRPr/>
            </a:pPr>
            <a:r>
              <a:rPr lang="en-US" sz="1400" dirty="0" smtClean="0"/>
              <a:t>	</a:t>
            </a:r>
            <a:r>
              <a:rPr lang="en-US" sz="1800" dirty="0" smtClean="0">
                <a:ea typeface="Tahoma" pitchFamily="34" charset="0"/>
                <a:cs typeface="Tahoma" pitchFamily="34" charset="0"/>
              </a:rPr>
              <a:t>The algorithm must be applied to a general set of inputs.</a:t>
            </a:r>
          </a:p>
          <a:p>
            <a:pPr marL="914400" lvl="1" indent="-457200" eaLnBrk="1" hangingPunct="1">
              <a:lnSpc>
                <a:spcPct val="80000"/>
              </a:lnSpc>
              <a:buFont typeface="Wingdings" pitchFamily="2" charset="2"/>
              <a:buNone/>
              <a:defRPr/>
            </a:pPr>
            <a:r>
              <a:rPr lang="en-US" sz="1800" dirty="0" smtClean="0"/>
              <a:t>		</a:t>
            </a:r>
          </a:p>
        </p:txBody>
      </p:sp>
      <p:sp>
        <p:nvSpPr>
          <p:cNvPr id="5" name="Rectangle 2"/>
          <p:cNvSpPr>
            <a:spLocks noGrp="1" noChangeArrowheads="1"/>
          </p:cNvSpPr>
          <p:nvPr>
            <p:ph type="title"/>
          </p:nvPr>
        </p:nvSpPr>
        <p:spPr>
          <a:xfrm>
            <a:off x="304801" y="171450"/>
            <a:ext cx="8639175" cy="495300"/>
          </a:xfrm>
        </p:spPr>
        <p:txBody>
          <a:bodyPr/>
          <a:lstStyle/>
          <a:p>
            <a:pPr algn="ctr" eaLnBrk="1" hangingPunct="1"/>
            <a:r>
              <a:rPr lang="en-US" sz="3200" b="1" dirty="0" smtClean="0"/>
              <a:t>1.2) Algorithm Characteristics</a:t>
            </a:r>
            <a:endParaRPr lang="en-CA" sz="32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animEffect transition="in" filter="fade">
                                      <p:cBhvr>
                                        <p:cTn id="7" dur="2000"/>
                                        <p:tgtEl>
                                          <p:spTgt spid="9220">
                                            <p:txEl>
                                              <p:pRg st="0" end="0"/>
                                            </p:txEl>
                                          </p:spTgt>
                                        </p:tgtEl>
                                      </p:cBhvr>
                                    </p:animEffect>
                                    <p:anim calcmode="lin" valueType="num">
                                      <p:cBhvr>
                                        <p:cTn id="8" dur="2000" fill="hold"/>
                                        <p:tgtEl>
                                          <p:spTgt spid="9220">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9220">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0"/>
                                  </p:stCondLst>
                                  <p:childTnLst>
                                    <p:set>
                                      <p:cBhvr>
                                        <p:cTn id="12" dur="1" fill="hold">
                                          <p:stCondLst>
                                            <p:cond delay="0"/>
                                          </p:stCondLst>
                                        </p:cTn>
                                        <p:tgtEl>
                                          <p:spTgt spid="9220">
                                            <p:txEl>
                                              <p:pRg st="1" end="1"/>
                                            </p:txEl>
                                          </p:spTgt>
                                        </p:tgtEl>
                                        <p:attrNameLst>
                                          <p:attrName>style.visibility</p:attrName>
                                        </p:attrNameLst>
                                      </p:cBhvr>
                                      <p:to>
                                        <p:strVal val="visible"/>
                                      </p:to>
                                    </p:set>
                                    <p:animEffect transition="in" filter="fade">
                                      <p:cBhvr>
                                        <p:cTn id="13" dur="2000"/>
                                        <p:tgtEl>
                                          <p:spTgt spid="9220">
                                            <p:txEl>
                                              <p:pRg st="1" end="1"/>
                                            </p:txEl>
                                          </p:spTgt>
                                        </p:tgtEl>
                                      </p:cBhvr>
                                    </p:animEffect>
                                    <p:anim calcmode="lin" valueType="num">
                                      <p:cBhvr>
                                        <p:cTn id="14" dur="2000" fill="hold"/>
                                        <p:tgtEl>
                                          <p:spTgt spid="9220">
                                            <p:txEl>
                                              <p:pRg st="1" end="1"/>
                                            </p:txEl>
                                          </p:spTgt>
                                        </p:tgtEl>
                                        <p:attrNameLst>
                                          <p:attrName>ppt_x</p:attrName>
                                        </p:attrNameLst>
                                      </p:cBhvr>
                                      <p:tavLst>
                                        <p:tav tm="0">
                                          <p:val>
                                            <p:strVal val="#ppt_x"/>
                                          </p:val>
                                        </p:tav>
                                        <p:tav tm="100000">
                                          <p:val>
                                            <p:strVal val="#ppt_x"/>
                                          </p:val>
                                        </p:tav>
                                      </p:tavLst>
                                    </p:anim>
                                    <p:anim calcmode="lin" valueType="num">
                                      <p:cBhvr>
                                        <p:cTn id="15" dur="2000" fill="hold"/>
                                        <p:tgtEl>
                                          <p:spTgt spid="9220">
                                            <p:txEl>
                                              <p:pRg st="1" end="1"/>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9220">
                                            <p:txEl>
                                              <p:pRg st="2" end="2"/>
                                            </p:txEl>
                                          </p:spTgt>
                                        </p:tgtEl>
                                        <p:attrNameLst>
                                          <p:attrName>style.visibility</p:attrName>
                                        </p:attrNameLst>
                                      </p:cBhvr>
                                      <p:to>
                                        <p:strVal val="visible"/>
                                      </p:to>
                                    </p:set>
                                    <p:animEffect transition="in" filter="fade">
                                      <p:cBhvr>
                                        <p:cTn id="18" dur="2000"/>
                                        <p:tgtEl>
                                          <p:spTgt spid="9220">
                                            <p:txEl>
                                              <p:pRg st="2" end="2"/>
                                            </p:txEl>
                                          </p:spTgt>
                                        </p:tgtEl>
                                      </p:cBhvr>
                                    </p:animEffect>
                                    <p:anim calcmode="lin" valueType="num">
                                      <p:cBhvr>
                                        <p:cTn id="19" dur="2000" fill="hold"/>
                                        <p:tgtEl>
                                          <p:spTgt spid="9220">
                                            <p:txEl>
                                              <p:pRg st="2" end="2"/>
                                            </p:txEl>
                                          </p:spTgt>
                                        </p:tgtEl>
                                        <p:attrNameLst>
                                          <p:attrName>ppt_x</p:attrName>
                                        </p:attrNameLst>
                                      </p:cBhvr>
                                      <p:tavLst>
                                        <p:tav tm="0">
                                          <p:val>
                                            <p:strVal val="#ppt_x"/>
                                          </p:val>
                                        </p:tav>
                                        <p:tav tm="100000">
                                          <p:val>
                                            <p:strVal val="#ppt_x"/>
                                          </p:val>
                                        </p:tav>
                                      </p:tavLst>
                                    </p:anim>
                                    <p:anim calcmode="lin" valueType="num">
                                      <p:cBhvr>
                                        <p:cTn id="20" dur="2000" fill="hold"/>
                                        <p:tgtEl>
                                          <p:spTgt spid="9220">
                                            <p:txEl>
                                              <p:pRg st="2" end="2"/>
                                            </p:txEl>
                                          </p:spTgt>
                                        </p:tgtEl>
                                        <p:attrNameLst>
                                          <p:attrName>ppt_y</p:attrName>
                                        </p:attrNameLst>
                                      </p:cBhvr>
                                      <p:tavLst>
                                        <p:tav tm="0">
                                          <p:val>
                                            <p:strVal val="#ppt_y+.1"/>
                                          </p:val>
                                        </p:tav>
                                        <p:tav tm="100000">
                                          <p:val>
                                            <p:strVal val="#ppt_y"/>
                                          </p:val>
                                        </p:tav>
                                      </p:tavLst>
                                    </p:anim>
                                  </p:childTnLst>
                                </p:cTn>
                              </p:par>
                            </p:childTnLst>
                          </p:cTn>
                        </p:par>
                        <p:par>
                          <p:cTn id="21" fill="hold">
                            <p:stCondLst>
                              <p:cond delay="4000"/>
                            </p:stCondLst>
                            <p:childTnLst>
                              <p:par>
                                <p:cTn id="22" presetID="42" presetClass="entr" presetSubtype="0" fill="hold" nodeType="afterEffect">
                                  <p:stCondLst>
                                    <p:cond delay="0"/>
                                  </p:stCondLst>
                                  <p:childTnLst>
                                    <p:set>
                                      <p:cBhvr>
                                        <p:cTn id="23" dur="1" fill="hold">
                                          <p:stCondLst>
                                            <p:cond delay="0"/>
                                          </p:stCondLst>
                                        </p:cTn>
                                        <p:tgtEl>
                                          <p:spTgt spid="9220">
                                            <p:txEl>
                                              <p:pRg st="3" end="3"/>
                                            </p:txEl>
                                          </p:spTgt>
                                        </p:tgtEl>
                                        <p:attrNameLst>
                                          <p:attrName>style.visibility</p:attrName>
                                        </p:attrNameLst>
                                      </p:cBhvr>
                                      <p:to>
                                        <p:strVal val="visible"/>
                                      </p:to>
                                    </p:set>
                                    <p:animEffect transition="in" filter="fade">
                                      <p:cBhvr>
                                        <p:cTn id="24" dur="2000"/>
                                        <p:tgtEl>
                                          <p:spTgt spid="9220">
                                            <p:txEl>
                                              <p:pRg st="3" end="3"/>
                                            </p:txEl>
                                          </p:spTgt>
                                        </p:tgtEl>
                                      </p:cBhvr>
                                    </p:animEffect>
                                    <p:anim calcmode="lin" valueType="num">
                                      <p:cBhvr>
                                        <p:cTn id="25" dur="2000" fill="hold"/>
                                        <p:tgtEl>
                                          <p:spTgt spid="9220">
                                            <p:txEl>
                                              <p:pRg st="3" end="3"/>
                                            </p:txEl>
                                          </p:spTgt>
                                        </p:tgtEl>
                                        <p:attrNameLst>
                                          <p:attrName>ppt_x</p:attrName>
                                        </p:attrNameLst>
                                      </p:cBhvr>
                                      <p:tavLst>
                                        <p:tav tm="0">
                                          <p:val>
                                            <p:strVal val="#ppt_x"/>
                                          </p:val>
                                        </p:tav>
                                        <p:tav tm="100000">
                                          <p:val>
                                            <p:strVal val="#ppt_x"/>
                                          </p:val>
                                        </p:tav>
                                      </p:tavLst>
                                    </p:anim>
                                    <p:anim calcmode="lin" valueType="num">
                                      <p:cBhvr>
                                        <p:cTn id="26" dur="2000" fill="hold"/>
                                        <p:tgtEl>
                                          <p:spTgt spid="9220">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220">
                                            <p:txEl>
                                              <p:pRg st="4" end="4"/>
                                            </p:txEl>
                                          </p:spTgt>
                                        </p:tgtEl>
                                        <p:attrNameLst>
                                          <p:attrName>style.visibility</p:attrName>
                                        </p:attrNameLst>
                                      </p:cBhvr>
                                      <p:to>
                                        <p:strVal val="visible"/>
                                      </p:to>
                                    </p:set>
                                    <p:animEffect transition="in" filter="fade">
                                      <p:cBhvr>
                                        <p:cTn id="29" dur="2000"/>
                                        <p:tgtEl>
                                          <p:spTgt spid="9220">
                                            <p:txEl>
                                              <p:pRg st="4" end="4"/>
                                            </p:txEl>
                                          </p:spTgt>
                                        </p:tgtEl>
                                      </p:cBhvr>
                                    </p:animEffect>
                                    <p:anim calcmode="lin" valueType="num">
                                      <p:cBhvr>
                                        <p:cTn id="30" dur="2000" fill="hold"/>
                                        <p:tgtEl>
                                          <p:spTgt spid="9220">
                                            <p:txEl>
                                              <p:pRg st="4" end="4"/>
                                            </p:txEl>
                                          </p:spTgt>
                                        </p:tgtEl>
                                        <p:attrNameLst>
                                          <p:attrName>ppt_x</p:attrName>
                                        </p:attrNameLst>
                                      </p:cBhvr>
                                      <p:tavLst>
                                        <p:tav tm="0">
                                          <p:val>
                                            <p:strVal val="#ppt_x"/>
                                          </p:val>
                                        </p:tav>
                                        <p:tav tm="100000">
                                          <p:val>
                                            <p:strVal val="#ppt_x"/>
                                          </p:val>
                                        </p:tav>
                                      </p:tavLst>
                                    </p:anim>
                                    <p:anim calcmode="lin" valueType="num">
                                      <p:cBhvr>
                                        <p:cTn id="31" dur="2000" fill="hold"/>
                                        <p:tgtEl>
                                          <p:spTgt spid="9220">
                                            <p:txEl>
                                              <p:pRg st="4" end="4"/>
                                            </p:txEl>
                                          </p:spTgt>
                                        </p:tgtEl>
                                        <p:attrNameLst>
                                          <p:attrName>ppt_y</p:attrName>
                                        </p:attrNameLst>
                                      </p:cBhvr>
                                      <p:tavLst>
                                        <p:tav tm="0">
                                          <p:val>
                                            <p:strVal val="#ppt_y+.1"/>
                                          </p:val>
                                        </p:tav>
                                        <p:tav tm="100000">
                                          <p:val>
                                            <p:strVal val="#ppt_y"/>
                                          </p:val>
                                        </p:tav>
                                      </p:tavLst>
                                    </p:anim>
                                  </p:childTnLst>
                                </p:cTn>
                              </p:par>
                            </p:childTnLst>
                          </p:cTn>
                        </p:par>
                        <p:par>
                          <p:cTn id="32" fill="hold">
                            <p:stCondLst>
                              <p:cond delay="6000"/>
                            </p:stCondLst>
                            <p:childTnLst>
                              <p:par>
                                <p:cTn id="33" presetID="42" presetClass="entr" presetSubtype="0" fill="hold" nodeType="afterEffect">
                                  <p:stCondLst>
                                    <p:cond delay="0"/>
                                  </p:stCondLst>
                                  <p:childTnLst>
                                    <p:set>
                                      <p:cBhvr>
                                        <p:cTn id="34" dur="1" fill="hold">
                                          <p:stCondLst>
                                            <p:cond delay="0"/>
                                          </p:stCondLst>
                                        </p:cTn>
                                        <p:tgtEl>
                                          <p:spTgt spid="9220">
                                            <p:txEl>
                                              <p:pRg st="5" end="5"/>
                                            </p:txEl>
                                          </p:spTgt>
                                        </p:tgtEl>
                                        <p:attrNameLst>
                                          <p:attrName>style.visibility</p:attrName>
                                        </p:attrNameLst>
                                      </p:cBhvr>
                                      <p:to>
                                        <p:strVal val="visible"/>
                                      </p:to>
                                    </p:set>
                                    <p:animEffect transition="in" filter="fade">
                                      <p:cBhvr>
                                        <p:cTn id="35" dur="2000"/>
                                        <p:tgtEl>
                                          <p:spTgt spid="9220">
                                            <p:txEl>
                                              <p:pRg st="5" end="5"/>
                                            </p:txEl>
                                          </p:spTgt>
                                        </p:tgtEl>
                                      </p:cBhvr>
                                    </p:animEffect>
                                    <p:anim calcmode="lin" valueType="num">
                                      <p:cBhvr>
                                        <p:cTn id="36" dur="2000" fill="hold"/>
                                        <p:tgtEl>
                                          <p:spTgt spid="9220">
                                            <p:txEl>
                                              <p:pRg st="5" end="5"/>
                                            </p:txEl>
                                          </p:spTgt>
                                        </p:tgtEl>
                                        <p:attrNameLst>
                                          <p:attrName>ppt_x</p:attrName>
                                        </p:attrNameLst>
                                      </p:cBhvr>
                                      <p:tavLst>
                                        <p:tav tm="0">
                                          <p:val>
                                            <p:strVal val="#ppt_x"/>
                                          </p:val>
                                        </p:tav>
                                        <p:tav tm="100000">
                                          <p:val>
                                            <p:strVal val="#ppt_x"/>
                                          </p:val>
                                        </p:tav>
                                      </p:tavLst>
                                    </p:anim>
                                    <p:anim calcmode="lin" valueType="num">
                                      <p:cBhvr>
                                        <p:cTn id="37" dur="2000" fill="hold"/>
                                        <p:tgtEl>
                                          <p:spTgt spid="9220">
                                            <p:txEl>
                                              <p:pRg st="5" end="5"/>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9220">
                                            <p:txEl>
                                              <p:pRg st="6" end="6"/>
                                            </p:txEl>
                                          </p:spTgt>
                                        </p:tgtEl>
                                        <p:attrNameLst>
                                          <p:attrName>style.visibility</p:attrName>
                                        </p:attrNameLst>
                                      </p:cBhvr>
                                      <p:to>
                                        <p:strVal val="visible"/>
                                      </p:to>
                                    </p:set>
                                    <p:animEffect transition="in" filter="fade">
                                      <p:cBhvr>
                                        <p:cTn id="40" dur="2000"/>
                                        <p:tgtEl>
                                          <p:spTgt spid="9220">
                                            <p:txEl>
                                              <p:pRg st="6" end="6"/>
                                            </p:txEl>
                                          </p:spTgt>
                                        </p:tgtEl>
                                      </p:cBhvr>
                                    </p:animEffect>
                                    <p:anim calcmode="lin" valueType="num">
                                      <p:cBhvr>
                                        <p:cTn id="41" dur="2000" fill="hold"/>
                                        <p:tgtEl>
                                          <p:spTgt spid="9220">
                                            <p:txEl>
                                              <p:pRg st="6" end="6"/>
                                            </p:txEl>
                                          </p:spTgt>
                                        </p:tgtEl>
                                        <p:attrNameLst>
                                          <p:attrName>ppt_x</p:attrName>
                                        </p:attrNameLst>
                                      </p:cBhvr>
                                      <p:tavLst>
                                        <p:tav tm="0">
                                          <p:val>
                                            <p:strVal val="#ppt_x"/>
                                          </p:val>
                                        </p:tav>
                                        <p:tav tm="100000">
                                          <p:val>
                                            <p:strVal val="#ppt_x"/>
                                          </p:val>
                                        </p:tav>
                                      </p:tavLst>
                                    </p:anim>
                                    <p:anim calcmode="lin" valueType="num">
                                      <p:cBhvr>
                                        <p:cTn id="42" dur="2000" fill="hold"/>
                                        <p:tgtEl>
                                          <p:spTgt spid="9220">
                                            <p:txEl>
                                              <p:pRg st="6" end="6"/>
                                            </p:txEl>
                                          </p:spTgt>
                                        </p:tgtEl>
                                        <p:attrNameLst>
                                          <p:attrName>ppt_y</p:attrName>
                                        </p:attrNameLst>
                                      </p:cBhvr>
                                      <p:tavLst>
                                        <p:tav tm="0">
                                          <p:val>
                                            <p:strVal val="#ppt_y+.1"/>
                                          </p:val>
                                        </p:tav>
                                        <p:tav tm="100000">
                                          <p:val>
                                            <p:strVal val="#ppt_y"/>
                                          </p:val>
                                        </p:tav>
                                      </p:tavLst>
                                    </p:anim>
                                  </p:childTnLst>
                                </p:cTn>
                              </p:par>
                            </p:childTnLst>
                          </p:cTn>
                        </p:par>
                        <p:par>
                          <p:cTn id="43" fill="hold">
                            <p:stCondLst>
                              <p:cond delay="8000"/>
                            </p:stCondLst>
                            <p:childTnLst>
                              <p:par>
                                <p:cTn id="44" presetID="42" presetClass="entr" presetSubtype="0" fill="hold" nodeType="afterEffect">
                                  <p:stCondLst>
                                    <p:cond delay="0"/>
                                  </p:stCondLst>
                                  <p:childTnLst>
                                    <p:set>
                                      <p:cBhvr>
                                        <p:cTn id="45" dur="1" fill="hold">
                                          <p:stCondLst>
                                            <p:cond delay="0"/>
                                          </p:stCondLst>
                                        </p:cTn>
                                        <p:tgtEl>
                                          <p:spTgt spid="9220">
                                            <p:txEl>
                                              <p:pRg st="7" end="7"/>
                                            </p:txEl>
                                          </p:spTgt>
                                        </p:tgtEl>
                                        <p:attrNameLst>
                                          <p:attrName>style.visibility</p:attrName>
                                        </p:attrNameLst>
                                      </p:cBhvr>
                                      <p:to>
                                        <p:strVal val="visible"/>
                                      </p:to>
                                    </p:set>
                                    <p:animEffect transition="in" filter="fade">
                                      <p:cBhvr>
                                        <p:cTn id="46" dur="2000"/>
                                        <p:tgtEl>
                                          <p:spTgt spid="9220">
                                            <p:txEl>
                                              <p:pRg st="7" end="7"/>
                                            </p:txEl>
                                          </p:spTgt>
                                        </p:tgtEl>
                                      </p:cBhvr>
                                    </p:animEffect>
                                    <p:anim calcmode="lin" valueType="num">
                                      <p:cBhvr>
                                        <p:cTn id="47" dur="2000" fill="hold"/>
                                        <p:tgtEl>
                                          <p:spTgt spid="9220">
                                            <p:txEl>
                                              <p:pRg st="7" end="7"/>
                                            </p:txEl>
                                          </p:spTgt>
                                        </p:tgtEl>
                                        <p:attrNameLst>
                                          <p:attrName>ppt_x</p:attrName>
                                        </p:attrNameLst>
                                      </p:cBhvr>
                                      <p:tavLst>
                                        <p:tav tm="0">
                                          <p:val>
                                            <p:strVal val="#ppt_x"/>
                                          </p:val>
                                        </p:tav>
                                        <p:tav tm="100000">
                                          <p:val>
                                            <p:strVal val="#ppt_x"/>
                                          </p:val>
                                        </p:tav>
                                      </p:tavLst>
                                    </p:anim>
                                    <p:anim calcmode="lin" valueType="num">
                                      <p:cBhvr>
                                        <p:cTn id="48" dur="2000" fill="hold"/>
                                        <p:tgtEl>
                                          <p:spTgt spid="9220">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9220">
                                            <p:txEl>
                                              <p:pRg st="8" end="8"/>
                                            </p:txEl>
                                          </p:spTgt>
                                        </p:tgtEl>
                                        <p:attrNameLst>
                                          <p:attrName>style.visibility</p:attrName>
                                        </p:attrNameLst>
                                      </p:cBhvr>
                                      <p:to>
                                        <p:strVal val="visible"/>
                                      </p:to>
                                    </p:set>
                                    <p:animEffect transition="in" filter="fade">
                                      <p:cBhvr>
                                        <p:cTn id="51" dur="2000"/>
                                        <p:tgtEl>
                                          <p:spTgt spid="9220">
                                            <p:txEl>
                                              <p:pRg st="8" end="8"/>
                                            </p:txEl>
                                          </p:spTgt>
                                        </p:tgtEl>
                                      </p:cBhvr>
                                    </p:animEffect>
                                    <p:anim calcmode="lin" valueType="num">
                                      <p:cBhvr>
                                        <p:cTn id="52" dur="2000" fill="hold"/>
                                        <p:tgtEl>
                                          <p:spTgt spid="9220">
                                            <p:txEl>
                                              <p:pRg st="8" end="8"/>
                                            </p:txEl>
                                          </p:spTgt>
                                        </p:tgtEl>
                                        <p:attrNameLst>
                                          <p:attrName>ppt_x</p:attrName>
                                        </p:attrNameLst>
                                      </p:cBhvr>
                                      <p:tavLst>
                                        <p:tav tm="0">
                                          <p:val>
                                            <p:strVal val="#ppt_x"/>
                                          </p:val>
                                        </p:tav>
                                        <p:tav tm="100000">
                                          <p:val>
                                            <p:strVal val="#ppt_x"/>
                                          </p:val>
                                        </p:tav>
                                      </p:tavLst>
                                    </p:anim>
                                    <p:anim calcmode="lin" valueType="num">
                                      <p:cBhvr>
                                        <p:cTn id="53" dur="2000" fill="hold"/>
                                        <p:tgtEl>
                                          <p:spTgt spid="9220">
                                            <p:txEl>
                                              <p:pRg st="8" end="8"/>
                                            </p:txEl>
                                          </p:spTgt>
                                        </p:tgtEl>
                                        <p:attrNameLst>
                                          <p:attrName>ppt_y</p:attrName>
                                        </p:attrNameLst>
                                      </p:cBhvr>
                                      <p:tavLst>
                                        <p:tav tm="0">
                                          <p:val>
                                            <p:strVal val="#ppt_y+.1"/>
                                          </p:val>
                                        </p:tav>
                                        <p:tav tm="100000">
                                          <p:val>
                                            <p:strVal val="#ppt_y"/>
                                          </p:val>
                                        </p:tav>
                                      </p:tavLst>
                                    </p:anim>
                                  </p:childTnLst>
                                </p:cTn>
                              </p:par>
                            </p:childTnLst>
                          </p:cTn>
                        </p:par>
                        <p:par>
                          <p:cTn id="54" fill="hold">
                            <p:stCondLst>
                              <p:cond delay="10000"/>
                            </p:stCondLst>
                            <p:childTnLst>
                              <p:par>
                                <p:cTn id="55" presetID="42" presetClass="entr" presetSubtype="0" fill="hold" nodeType="afterEffect">
                                  <p:stCondLst>
                                    <p:cond delay="0"/>
                                  </p:stCondLst>
                                  <p:childTnLst>
                                    <p:set>
                                      <p:cBhvr>
                                        <p:cTn id="56" dur="1" fill="hold">
                                          <p:stCondLst>
                                            <p:cond delay="0"/>
                                          </p:stCondLst>
                                        </p:cTn>
                                        <p:tgtEl>
                                          <p:spTgt spid="9220">
                                            <p:txEl>
                                              <p:pRg st="9" end="9"/>
                                            </p:txEl>
                                          </p:spTgt>
                                        </p:tgtEl>
                                        <p:attrNameLst>
                                          <p:attrName>style.visibility</p:attrName>
                                        </p:attrNameLst>
                                      </p:cBhvr>
                                      <p:to>
                                        <p:strVal val="visible"/>
                                      </p:to>
                                    </p:set>
                                    <p:animEffect transition="in" filter="fade">
                                      <p:cBhvr>
                                        <p:cTn id="57" dur="2000"/>
                                        <p:tgtEl>
                                          <p:spTgt spid="9220">
                                            <p:txEl>
                                              <p:pRg st="9" end="9"/>
                                            </p:txEl>
                                          </p:spTgt>
                                        </p:tgtEl>
                                      </p:cBhvr>
                                    </p:animEffect>
                                    <p:anim calcmode="lin" valueType="num">
                                      <p:cBhvr>
                                        <p:cTn id="58" dur="2000" fill="hold"/>
                                        <p:tgtEl>
                                          <p:spTgt spid="9220">
                                            <p:txEl>
                                              <p:pRg st="9" end="9"/>
                                            </p:txEl>
                                          </p:spTgt>
                                        </p:tgtEl>
                                        <p:attrNameLst>
                                          <p:attrName>ppt_x</p:attrName>
                                        </p:attrNameLst>
                                      </p:cBhvr>
                                      <p:tavLst>
                                        <p:tav tm="0">
                                          <p:val>
                                            <p:strVal val="#ppt_x"/>
                                          </p:val>
                                        </p:tav>
                                        <p:tav tm="100000">
                                          <p:val>
                                            <p:strVal val="#ppt_x"/>
                                          </p:val>
                                        </p:tav>
                                      </p:tavLst>
                                    </p:anim>
                                    <p:anim calcmode="lin" valueType="num">
                                      <p:cBhvr>
                                        <p:cTn id="59" dur="2000" fill="hold"/>
                                        <p:tgtEl>
                                          <p:spTgt spid="9220">
                                            <p:txEl>
                                              <p:pRg st="9" end="9"/>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9220">
                                            <p:txEl>
                                              <p:pRg st="10" end="10"/>
                                            </p:txEl>
                                          </p:spTgt>
                                        </p:tgtEl>
                                        <p:attrNameLst>
                                          <p:attrName>style.visibility</p:attrName>
                                        </p:attrNameLst>
                                      </p:cBhvr>
                                      <p:to>
                                        <p:strVal val="visible"/>
                                      </p:to>
                                    </p:set>
                                    <p:animEffect transition="in" filter="fade">
                                      <p:cBhvr>
                                        <p:cTn id="62" dur="2000"/>
                                        <p:tgtEl>
                                          <p:spTgt spid="9220">
                                            <p:txEl>
                                              <p:pRg st="10" end="10"/>
                                            </p:txEl>
                                          </p:spTgt>
                                        </p:tgtEl>
                                      </p:cBhvr>
                                    </p:animEffect>
                                    <p:anim calcmode="lin" valueType="num">
                                      <p:cBhvr>
                                        <p:cTn id="63" dur="2000" fill="hold"/>
                                        <p:tgtEl>
                                          <p:spTgt spid="9220">
                                            <p:txEl>
                                              <p:pRg st="10" end="10"/>
                                            </p:txEl>
                                          </p:spTgt>
                                        </p:tgtEl>
                                        <p:attrNameLst>
                                          <p:attrName>ppt_x</p:attrName>
                                        </p:attrNameLst>
                                      </p:cBhvr>
                                      <p:tavLst>
                                        <p:tav tm="0">
                                          <p:val>
                                            <p:strVal val="#ppt_x"/>
                                          </p:val>
                                        </p:tav>
                                        <p:tav tm="100000">
                                          <p:val>
                                            <p:strVal val="#ppt_x"/>
                                          </p:val>
                                        </p:tav>
                                      </p:tavLst>
                                    </p:anim>
                                    <p:anim calcmode="lin" valueType="num">
                                      <p:cBhvr>
                                        <p:cTn id="64" dur="2000" fill="hold"/>
                                        <p:tgtEl>
                                          <p:spTgt spid="9220">
                                            <p:txEl>
                                              <p:pRg st="10" end="10"/>
                                            </p:txEl>
                                          </p:spTgt>
                                        </p:tgtEl>
                                        <p:attrNameLst>
                                          <p:attrName>ppt_y</p:attrName>
                                        </p:attrNameLst>
                                      </p:cBhvr>
                                      <p:tavLst>
                                        <p:tav tm="0">
                                          <p:val>
                                            <p:strVal val="#ppt_y+.1"/>
                                          </p:val>
                                        </p:tav>
                                        <p:tav tm="100000">
                                          <p:val>
                                            <p:strVal val="#ppt_y"/>
                                          </p:val>
                                        </p:tav>
                                      </p:tavLst>
                                    </p:anim>
                                  </p:childTnLst>
                                </p:cTn>
                              </p:par>
                            </p:childTnLst>
                          </p:cTn>
                        </p:par>
                        <p:par>
                          <p:cTn id="65" fill="hold">
                            <p:stCondLst>
                              <p:cond delay="12000"/>
                            </p:stCondLst>
                            <p:childTnLst>
                              <p:par>
                                <p:cTn id="66" presetID="42" presetClass="entr" presetSubtype="0" fill="hold" nodeType="afterEffect">
                                  <p:stCondLst>
                                    <p:cond delay="0"/>
                                  </p:stCondLst>
                                  <p:childTnLst>
                                    <p:set>
                                      <p:cBhvr>
                                        <p:cTn id="67" dur="1" fill="hold">
                                          <p:stCondLst>
                                            <p:cond delay="0"/>
                                          </p:stCondLst>
                                        </p:cTn>
                                        <p:tgtEl>
                                          <p:spTgt spid="9220">
                                            <p:txEl>
                                              <p:pRg st="11" end="11"/>
                                            </p:txEl>
                                          </p:spTgt>
                                        </p:tgtEl>
                                        <p:attrNameLst>
                                          <p:attrName>style.visibility</p:attrName>
                                        </p:attrNameLst>
                                      </p:cBhvr>
                                      <p:to>
                                        <p:strVal val="visible"/>
                                      </p:to>
                                    </p:set>
                                    <p:animEffect transition="in" filter="fade">
                                      <p:cBhvr>
                                        <p:cTn id="68" dur="2000"/>
                                        <p:tgtEl>
                                          <p:spTgt spid="9220">
                                            <p:txEl>
                                              <p:pRg st="11" end="11"/>
                                            </p:txEl>
                                          </p:spTgt>
                                        </p:tgtEl>
                                      </p:cBhvr>
                                    </p:animEffect>
                                    <p:anim calcmode="lin" valueType="num">
                                      <p:cBhvr>
                                        <p:cTn id="69" dur="2000" fill="hold"/>
                                        <p:tgtEl>
                                          <p:spTgt spid="9220">
                                            <p:txEl>
                                              <p:pRg st="11" end="11"/>
                                            </p:txEl>
                                          </p:spTgt>
                                        </p:tgtEl>
                                        <p:attrNameLst>
                                          <p:attrName>ppt_x</p:attrName>
                                        </p:attrNameLst>
                                      </p:cBhvr>
                                      <p:tavLst>
                                        <p:tav tm="0">
                                          <p:val>
                                            <p:strVal val="#ppt_x"/>
                                          </p:val>
                                        </p:tav>
                                        <p:tav tm="100000">
                                          <p:val>
                                            <p:strVal val="#ppt_x"/>
                                          </p:val>
                                        </p:tav>
                                      </p:tavLst>
                                    </p:anim>
                                    <p:anim calcmode="lin" valueType="num">
                                      <p:cBhvr>
                                        <p:cTn id="70" dur="2000" fill="hold"/>
                                        <p:tgtEl>
                                          <p:spTgt spid="9220">
                                            <p:txEl>
                                              <p:pRg st="11" end="11"/>
                                            </p:txEl>
                                          </p:spTgt>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9220">
                                            <p:txEl>
                                              <p:pRg st="12" end="12"/>
                                            </p:txEl>
                                          </p:spTgt>
                                        </p:tgtEl>
                                        <p:attrNameLst>
                                          <p:attrName>style.visibility</p:attrName>
                                        </p:attrNameLst>
                                      </p:cBhvr>
                                      <p:to>
                                        <p:strVal val="visible"/>
                                      </p:to>
                                    </p:set>
                                    <p:animEffect transition="in" filter="fade">
                                      <p:cBhvr>
                                        <p:cTn id="73" dur="2000"/>
                                        <p:tgtEl>
                                          <p:spTgt spid="9220">
                                            <p:txEl>
                                              <p:pRg st="12" end="12"/>
                                            </p:txEl>
                                          </p:spTgt>
                                        </p:tgtEl>
                                      </p:cBhvr>
                                    </p:animEffect>
                                    <p:anim calcmode="lin" valueType="num">
                                      <p:cBhvr>
                                        <p:cTn id="74" dur="2000" fill="hold"/>
                                        <p:tgtEl>
                                          <p:spTgt spid="9220">
                                            <p:txEl>
                                              <p:pRg st="12" end="12"/>
                                            </p:txEl>
                                          </p:spTgt>
                                        </p:tgtEl>
                                        <p:attrNameLst>
                                          <p:attrName>ppt_x</p:attrName>
                                        </p:attrNameLst>
                                      </p:cBhvr>
                                      <p:tavLst>
                                        <p:tav tm="0">
                                          <p:val>
                                            <p:strVal val="#ppt_x"/>
                                          </p:val>
                                        </p:tav>
                                        <p:tav tm="100000">
                                          <p:val>
                                            <p:strVal val="#ppt_x"/>
                                          </p:val>
                                        </p:tav>
                                      </p:tavLst>
                                    </p:anim>
                                    <p:anim calcmode="lin" valueType="num">
                                      <p:cBhvr>
                                        <p:cTn id="75" dur="2000" fill="hold"/>
                                        <p:tgtEl>
                                          <p:spTgt spid="9220">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4" name="Rectangle 3"/>
          <p:cNvSpPr>
            <a:spLocks noGrp="1" noChangeArrowheads="1"/>
          </p:cNvSpPr>
          <p:nvPr>
            <p:ph type="body" idx="1"/>
          </p:nvPr>
        </p:nvSpPr>
        <p:spPr>
          <a:xfrm>
            <a:off x="304801" y="914400"/>
            <a:ext cx="8610599" cy="5867400"/>
          </a:xfrm>
        </p:spPr>
        <p:txBody>
          <a:bodyPr/>
          <a:lstStyle/>
          <a:p>
            <a:pPr marL="234950" indent="-234950" algn="just" eaLnBrk="1" hangingPunct="1">
              <a:spcAft>
                <a:spcPts val="600"/>
              </a:spcAft>
              <a:buFont typeface="Wingdings" pitchFamily="2" charset="2"/>
              <a:buNone/>
              <a:defRPr/>
            </a:pPr>
            <a:r>
              <a:rPr lang="en-US" sz="2800" dirty="0" smtClean="0"/>
              <a:t>	</a:t>
            </a:r>
            <a:r>
              <a:rPr lang="en-US" sz="2400" b="1" u="sng" dirty="0" smtClean="0">
                <a:solidFill>
                  <a:srgbClr val="0033CC"/>
                </a:solidFill>
                <a:ea typeface="Tahoma" pitchFamily="34" charset="0"/>
                <a:cs typeface="Tahoma" pitchFamily="34" charset="0"/>
              </a:rPr>
              <a:t>Algorithm Examples:</a:t>
            </a:r>
            <a:r>
              <a:rPr lang="en-US" sz="2400" dirty="0" smtClean="0">
                <a:solidFill>
                  <a:srgbClr val="0033CC"/>
                </a:solidFill>
                <a:ea typeface="Tahoma" pitchFamily="34" charset="0"/>
                <a:cs typeface="Tahoma" pitchFamily="34" charset="0"/>
              </a:rPr>
              <a:t> </a:t>
            </a:r>
            <a:r>
              <a:rPr lang="en-US" sz="2200" dirty="0" smtClean="0">
                <a:ea typeface="Tahoma" pitchFamily="34" charset="0"/>
                <a:cs typeface="Tahoma" pitchFamily="34" charset="0"/>
              </a:rPr>
              <a:t>These are algorithms for computing the </a:t>
            </a:r>
            <a:r>
              <a:rPr lang="en-US" sz="2200" b="1" dirty="0" smtClean="0">
                <a:ea typeface="Tahoma" pitchFamily="34" charset="0"/>
                <a:cs typeface="Tahoma" pitchFamily="34" charset="0"/>
              </a:rPr>
              <a:t>G</a:t>
            </a:r>
            <a:r>
              <a:rPr lang="en-US" sz="2200" dirty="0" smtClean="0">
                <a:ea typeface="Tahoma" pitchFamily="34" charset="0"/>
                <a:cs typeface="Tahoma" pitchFamily="34" charset="0"/>
              </a:rPr>
              <a:t>reatest </a:t>
            </a:r>
            <a:r>
              <a:rPr lang="en-US" sz="2200" b="1" dirty="0" smtClean="0">
                <a:ea typeface="Tahoma" pitchFamily="34" charset="0"/>
                <a:cs typeface="Tahoma" pitchFamily="34" charset="0"/>
              </a:rPr>
              <a:t>C</a:t>
            </a:r>
            <a:r>
              <a:rPr lang="en-US" sz="2200" dirty="0" smtClean="0">
                <a:ea typeface="Tahoma" pitchFamily="34" charset="0"/>
                <a:cs typeface="Tahoma" pitchFamily="34" charset="0"/>
              </a:rPr>
              <a:t>ommon </a:t>
            </a:r>
            <a:r>
              <a:rPr lang="en-US" sz="2200" b="1" dirty="0" smtClean="0">
                <a:ea typeface="Tahoma" pitchFamily="34" charset="0"/>
                <a:cs typeface="Tahoma" pitchFamily="34" charset="0"/>
              </a:rPr>
              <a:t>D</a:t>
            </a:r>
            <a:r>
              <a:rPr lang="en-US" sz="2200" dirty="0" smtClean="0">
                <a:ea typeface="Tahoma" pitchFamily="34" charset="0"/>
                <a:cs typeface="Tahoma" pitchFamily="34" charset="0"/>
              </a:rPr>
              <a:t>ivisor of two integers.</a:t>
            </a:r>
          </a:p>
          <a:p>
            <a:pPr marL="234950" indent="-234950" eaLnBrk="1" hangingPunct="1">
              <a:spcBef>
                <a:spcPts val="600"/>
              </a:spcBef>
              <a:buFont typeface="Wingdings" pitchFamily="2" charset="2"/>
              <a:buNone/>
              <a:defRPr/>
            </a:pPr>
            <a:r>
              <a:rPr lang="en-US" sz="2400" dirty="0" smtClean="0">
                <a:solidFill>
                  <a:schemeClr val="tx2">
                    <a:lumMod val="60000"/>
                    <a:lumOff val="40000"/>
                  </a:schemeClr>
                </a:solidFill>
                <a:ea typeface="Tahoma" pitchFamily="34" charset="0"/>
                <a:cs typeface="Tahoma" pitchFamily="34" charset="0"/>
              </a:rPr>
              <a:t>	</a:t>
            </a:r>
            <a:r>
              <a:rPr lang="en-US" sz="2400" dirty="0" smtClean="0">
                <a:solidFill>
                  <a:srgbClr val="FF0000"/>
                </a:solidFill>
                <a:ea typeface="Tahoma" pitchFamily="34" charset="0"/>
                <a:cs typeface="Tahoma" pitchFamily="34" charset="0"/>
              </a:rPr>
              <a:t>GCD(m, n)</a:t>
            </a:r>
            <a:r>
              <a:rPr lang="en-US" sz="2400" dirty="0" smtClean="0">
                <a:ea typeface="Tahoma" pitchFamily="34" charset="0"/>
                <a:cs typeface="Tahoma" pitchFamily="34" charset="0"/>
              </a:rPr>
              <a:t>: </a:t>
            </a:r>
            <a:r>
              <a:rPr lang="en-US" sz="2000" dirty="0" smtClean="0">
                <a:ea typeface="Tahoma" pitchFamily="34" charset="0"/>
                <a:cs typeface="Tahoma" pitchFamily="34" charset="0"/>
              </a:rPr>
              <a:t>define the largest integer that divides both m and n.</a:t>
            </a:r>
          </a:p>
          <a:p>
            <a:pPr marL="747713" indent="-747713" algn="just" eaLnBrk="1" hangingPunct="1">
              <a:buFont typeface="Wingdings" pitchFamily="2" charset="2"/>
              <a:buNone/>
              <a:defRPr/>
            </a:pPr>
            <a:r>
              <a:rPr lang="en-US" sz="2400" dirty="0" smtClean="0"/>
              <a:t>	</a:t>
            </a:r>
            <a:r>
              <a:rPr lang="en-US" sz="2000" b="1" dirty="0" smtClean="0">
                <a:ea typeface="Tahoma" pitchFamily="34" charset="0"/>
                <a:cs typeface="Tahoma" pitchFamily="34" charset="0"/>
              </a:rPr>
              <a:t>Euclid’s algorithm</a:t>
            </a:r>
            <a:r>
              <a:rPr lang="en-US" sz="2000" dirty="0" smtClean="0">
                <a:ea typeface="Tahoma" pitchFamily="34" charset="0"/>
                <a:cs typeface="Tahoma" pitchFamily="34" charset="0"/>
              </a:rPr>
              <a:t>, </a:t>
            </a:r>
            <a:r>
              <a:rPr lang="en-US" sz="2000" b="1" dirty="0" smtClean="0">
                <a:ea typeface="Tahoma" pitchFamily="34" charset="0"/>
                <a:cs typeface="Tahoma" pitchFamily="34" charset="0"/>
              </a:rPr>
              <a:t>Consecutive Integer Algorithm</a:t>
            </a:r>
            <a:r>
              <a:rPr lang="en-US" sz="2000" dirty="0" smtClean="0">
                <a:ea typeface="Tahoma" pitchFamily="34" charset="0"/>
                <a:cs typeface="Tahoma" pitchFamily="34" charset="0"/>
              </a:rPr>
              <a:t>, and </a:t>
            </a:r>
            <a:r>
              <a:rPr lang="en-US" sz="2000" b="1" dirty="0" smtClean="0">
                <a:ea typeface="Tahoma" pitchFamily="34" charset="0"/>
                <a:cs typeface="Tahoma" pitchFamily="34" charset="0"/>
              </a:rPr>
              <a:t>Middle-school  procedure</a:t>
            </a:r>
            <a:r>
              <a:rPr lang="en-US" sz="2000" dirty="0" smtClean="0">
                <a:ea typeface="Tahoma" pitchFamily="34" charset="0"/>
                <a:cs typeface="Tahoma" pitchFamily="34" charset="0"/>
              </a:rPr>
              <a:t> are </a:t>
            </a:r>
            <a:r>
              <a:rPr lang="en-US" sz="2000" b="1" dirty="0" smtClean="0">
                <a:solidFill>
                  <a:srgbClr val="0033CC"/>
                </a:solidFill>
                <a:ea typeface="Tahoma" pitchFamily="34" charset="0"/>
                <a:cs typeface="Tahoma" pitchFamily="34" charset="0"/>
              </a:rPr>
              <a:t>three examples of these algorithms </a:t>
            </a:r>
            <a:r>
              <a:rPr lang="en-US" sz="2000" dirty="0" smtClean="0">
                <a:ea typeface="Tahoma" pitchFamily="34" charset="0"/>
                <a:cs typeface="Tahoma" pitchFamily="34" charset="0"/>
              </a:rPr>
              <a:t>which solve the </a:t>
            </a:r>
            <a:r>
              <a:rPr lang="en-US" sz="2000" b="1" dirty="0" smtClean="0">
                <a:ea typeface="Tahoma" pitchFamily="34" charset="0"/>
                <a:cs typeface="Tahoma" pitchFamily="34" charset="0"/>
              </a:rPr>
              <a:t>GCD</a:t>
            </a:r>
            <a:r>
              <a:rPr lang="en-US" sz="2000" dirty="0" smtClean="0">
                <a:ea typeface="Tahoma" pitchFamily="34" charset="0"/>
                <a:cs typeface="Tahoma" pitchFamily="34" charset="0"/>
              </a:rPr>
              <a:t> problem</a:t>
            </a:r>
          </a:p>
          <a:p>
            <a:pPr lvl="1" eaLnBrk="1" hangingPunct="1">
              <a:spcBef>
                <a:spcPts val="2400"/>
              </a:spcBef>
              <a:buClrTx/>
              <a:buSzPct val="120000"/>
              <a:buFont typeface="Wingdings" pitchFamily="2" charset="2"/>
              <a:buChar char="Ø"/>
              <a:defRPr/>
            </a:pPr>
            <a:r>
              <a:rPr lang="en-US" sz="2000" b="1" dirty="0" smtClean="0">
                <a:solidFill>
                  <a:srgbClr val="0033CC"/>
                </a:solidFill>
              </a:rPr>
              <a:t>First Example </a:t>
            </a:r>
            <a:r>
              <a:rPr lang="en-US" sz="2000" dirty="0" smtClean="0"/>
              <a:t>--</a:t>
            </a:r>
            <a:r>
              <a:rPr lang="en-US" sz="2000" b="1" dirty="0" smtClean="0"/>
              <a:t> Euclid’s algorithm:</a:t>
            </a:r>
            <a:r>
              <a:rPr lang="en-US" sz="2000" dirty="0" smtClean="0"/>
              <a:t> GCD(m, n)</a:t>
            </a:r>
          </a:p>
          <a:p>
            <a:pPr marL="1081088" lvl="2" indent="-277813" eaLnBrk="1" hangingPunct="1">
              <a:spcBef>
                <a:spcPts val="1200"/>
              </a:spcBef>
              <a:buClrTx/>
              <a:buSzPct val="75000"/>
              <a:defRPr/>
            </a:pPr>
            <a:r>
              <a:rPr lang="en-US" sz="1800" dirty="0" smtClean="0"/>
              <a:t>Step1: If n = 0, return the value of m as the answer and stop; otherwise, proceed to Step 2.</a:t>
            </a:r>
          </a:p>
          <a:p>
            <a:pPr marL="1081088" lvl="2" indent="-277813" eaLnBrk="1" hangingPunct="1">
              <a:spcBef>
                <a:spcPts val="1200"/>
              </a:spcBef>
              <a:buClrTx/>
              <a:buSzPct val="75000"/>
              <a:defRPr/>
            </a:pPr>
            <a:r>
              <a:rPr lang="en-US" sz="1800" dirty="0" smtClean="0"/>
              <a:t>Step2: Divide m by n and assign the value of the remainder to r.</a:t>
            </a:r>
          </a:p>
          <a:p>
            <a:pPr marL="1081088" lvl="2" indent="-277813" eaLnBrk="1" hangingPunct="1">
              <a:spcBef>
                <a:spcPts val="1200"/>
              </a:spcBef>
              <a:buClrTx/>
              <a:buSzPct val="75000"/>
              <a:defRPr/>
            </a:pPr>
            <a:r>
              <a:rPr lang="en-US" sz="1800" dirty="0" smtClean="0"/>
              <a:t>Step 3: Assign the value of n to m and the value of r to n. Go to Step 1.</a:t>
            </a:r>
            <a:endParaRPr lang="en-CA" sz="1800" dirty="0" smtClean="0"/>
          </a:p>
        </p:txBody>
      </p:sp>
      <p:sp>
        <p:nvSpPr>
          <p:cNvPr id="5" name="Rectangle 2"/>
          <p:cNvSpPr>
            <a:spLocks noGrp="1" noChangeArrowheads="1"/>
          </p:cNvSpPr>
          <p:nvPr>
            <p:ph type="title"/>
          </p:nvPr>
        </p:nvSpPr>
        <p:spPr>
          <a:xfrm>
            <a:off x="304801" y="171450"/>
            <a:ext cx="8639175" cy="495300"/>
          </a:xfrm>
        </p:spPr>
        <p:txBody>
          <a:bodyPr/>
          <a:lstStyle/>
          <a:p>
            <a:pPr algn="ctr" eaLnBrk="1" hangingPunct="1"/>
            <a:r>
              <a:rPr lang="en-US" sz="3200" b="1" dirty="0" smtClean="0"/>
              <a:t>1.2) Algorithm Characteristics</a:t>
            </a:r>
            <a:endParaRPr lang="en-CA" sz="32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244">
                                            <p:txEl>
                                              <p:pRg st="0" end="0"/>
                                            </p:txEl>
                                          </p:spTgt>
                                        </p:tgtEl>
                                        <p:attrNameLst>
                                          <p:attrName>style.visibility</p:attrName>
                                        </p:attrNameLst>
                                      </p:cBhvr>
                                      <p:to>
                                        <p:strVal val="visible"/>
                                      </p:to>
                                    </p:set>
                                    <p:animEffect transition="in" filter="fade">
                                      <p:cBhvr>
                                        <p:cTn id="7" dur="2000"/>
                                        <p:tgtEl>
                                          <p:spTgt spid="10244">
                                            <p:txEl>
                                              <p:pRg st="0" end="0"/>
                                            </p:txEl>
                                          </p:spTgt>
                                        </p:tgtEl>
                                      </p:cBhvr>
                                    </p:animEffect>
                                    <p:anim calcmode="lin" valueType="num">
                                      <p:cBhvr>
                                        <p:cTn id="8" dur="2000" fill="hold"/>
                                        <p:tgtEl>
                                          <p:spTgt spid="10244">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1024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0"/>
                                  </p:stCondLst>
                                  <p:childTnLst>
                                    <p:set>
                                      <p:cBhvr>
                                        <p:cTn id="12" dur="1" fill="hold">
                                          <p:stCondLst>
                                            <p:cond delay="0"/>
                                          </p:stCondLst>
                                        </p:cTn>
                                        <p:tgtEl>
                                          <p:spTgt spid="10244">
                                            <p:txEl>
                                              <p:pRg st="1" end="1"/>
                                            </p:txEl>
                                          </p:spTgt>
                                        </p:tgtEl>
                                        <p:attrNameLst>
                                          <p:attrName>style.visibility</p:attrName>
                                        </p:attrNameLst>
                                      </p:cBhvr>
                                      <p:to>
                                        <p:strVal val="visible"/>
                                      </p:to>
                                    </p:set>
                                    <p:animEffect transition="in" filter="fade">
                                      <p:cBhvr>
                                        <p:cTn id="13" dur="2000"/>
                                        <p:tgtEl>
                                          <p:spTgt spid="10244">
                                            <p:txEl>
                                              <p:pRg st="1" end="1"/>
                                            </p:txEl>
                                          </p:spTgt>
                                        </p:tgtEl>
                                      </p:cBhvr>
                                    </p:animEffect>
                                    <p:anim calcmode="lin" valueType="num">
                                      <p:cBhvr>
                                        <p:cTn id="14" dur="2000" fill="hold"/>
                                        <p:tgtEl>
                                          <p:spTgt spid="10244">
                                            <p:txEl>
                                              <p:pRg st="1" end="1"/>
                                            </p:txEl>
                                          </p:spTgt>
                                        </p:tgtEl>
                                        <p:attrNameLst>
                                          <p:attrName>ppt_x</p:attrName>
                                        </p:attrNameLst>
                                      </p:cBhvr>
                                      <p:tavLst>
                                        <p:tav tm="0">
                                          <p:val>
                                            <p:strVal val="#ppt_x"/>
                                          </p:val>
                                        </p:tav>
                                        <p:tav tm="100000">
                                          <p:val>
                                            <p:strVal val="#ppt_x"/>
                                          </p:val>
                                        </p:tav>
                                      </p:tavLst>
                                    </p:anim>
                                    <p:anim calcmode="lin" valueType="num">
                                      <p:cBhvr>
                                        <p:cTn id="15" dur="2000" fill="hold"/>
                                        <p:tgtEl>
                                          <p:spTgt spid="1024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4000"/>
                            </p:stCondLst>
                            <p:childTnLst>
                              <p:par>
                                <p:cTn id="17" presetID="42" presetClass="entr" presetSubtype="0" fill="hold" nodeType="afterEffect">
                                  <p:stCondLst>
                                    <p:cond delay="0"/>
                                  </p:stCondLst>
                                  <p:childTnLst>
                                    <p:set>
                                      <p:cBhvr>
                                        <p:cTn id="18" dur="1" fill="hold">
                                          <p:stCondLst>
                                            <p:cond delay="0"/>
                                          </p:stCondLst>
                                        </p:cTn>
                                        <p:tgtEl>
                                          <p:spTgt spid="10244">
                                            <p:txEl>
                                              <p:pRg st="2" end="2"/>
                                            </p:txEl>
                                          </p:spTgt>
                                        </p:tgtEl>
                                        <p:attrNameLst>
                                          <p:attrName>style.visibility</p:attrName>
                                        </p:attrNameLst>
                                      </p:cBhvr>
                                      <p:to>
                                        <p:strVal val="visible"/>
                                      </p:to>
                                    </p:set>
                                    <p:animEffect transition="in" filter="fade">
                                      <p:cBhvr>
                                        <p:cTn id="19" dur="2000"/>
                                        <p:tgtEl>
                                          <p:spTgt spid="10244">
                                            <p:txEl>
                                              <p:pRg st="2" end="2"/>
                                            </p:txEl>
                                          </p:spTgt>
                                        </p:tgtEl>
                                      </p:cBhvr>
                                    </p:animEffect>
                                    <p:anim calcmode="lin" valueType="num">
                                      <p:cBhvr>
                                        <p:cTn id="20" dur="2000" fill="hold"/>
                                        <p:tgtEl>
                                          <p:spTgt spid="10244">
                                            <p:txEl>
                                              <p:pRg st="2" end="2"/>
                                            </p:txEl>
                                          </p:spTgt>
                                        </p:tgtEl>
                                        <p:attrNameLst>
                                          <p:attrName>ppt_x</p:attrName>
                                        </p:attrNameLst>
                                      </p:cBhvr>
                                      <p:tavLst>
                                        <p:tav tm="0">
                                          <p:val>
                                            <p:strVal val="#ppt_x"/>
                                          </p:val>
                                        </p:tav>
                                        <p:tav tm="100000">
                                          <p:val>
                                            <p:strVal val="#ppt_x"/>
                                          </p:val>
                                        </p:tav>
                                      </p:tavLst>
                                    </p:anim>
                                    <p:anim calcmode="lin" valueType="num">
                                      <p:cBhvr>
                                        <p:cTn id="21" dur="2000" fill="hold"/>
                                        <p:tgtEl>
                                          <p:spTgt spid="1024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6000"/>
                            </p:stCondLst>
                            <p:childTnLst>
                              <p:par>
                                <p:cTn id="23" presetID="42" presetClass="entr" presetSubtype="0" fill="hold" nodeType="afterEffect">
                                  <p:stCondLst>
                                    <p:cond delay="0"/>
                                  </p:stCondLst>
                                  <p:childTnLst>
                                    <p:set>
                                      <p:cBhvr>
                                        <p:cTn id="24" dur="1" fill="hold">
                                          <p:stCondLst>
                                            <p:cond delay="0"/>
                                          </p:stCondLst>
                                        </p:cTn>
                                        <p:tgtEl>
                                          <p:spTgt spid="10244">
                                            <p:txEl>
                                              <p:pRg st="3" end="3"/>
                                            </p:txEl>
                                          </p:spTgt>
                                        </p:tgtEl>
                                        <p:attrNameLst>
                                          <p:attrName>style.visibility</p:attrName>
                                        </p:attrNameLst>
                                      </p:cBhvr>
                                      <p:to>
                                        <p:strVal val="visible"/>
                                      </p:to>
                                    </p:set>
                                    <p:animEffect transition="in" filter="fade">
                                      <p:cBhvr>
                                        <p:cTn id="25" dur="2000"/>
                                        <p:tgtEl>
                                          <p:spTgt spid="10244">
                                            <p:txEl>
                                              <p:pRg st="3" end="3"/>
                                            </p:txEl>
                                          </p:spTgt>
                                        </p:tgtEl>
                                      </p:cBhvr>
                                    </p:animEffect>
                                    <p:anim calcmode="lin" valueType="num">
                                      <p:cBhvr>
                                        <p:cTn id="26" dur="2000" fill="hold"/>
                                        <p:tgtEl>
                                          <p:spTgt spid="10244">
                                            <p:txEl>
                                              <p:pRg st="3" end="3"/>
                                            </p:txEl>
                                          </p:spTgt>
                                        </p:tgtEl>
                                        <p:attrNameLst>
                                          <p:attrName>ppt_x</p:attrName>
                                        </p:attrNameLst>
                                      </p:cBhvr>
                                      <p:tavLst>
                                        <p:tav tm="0">
                                          <p:val>
                                            <p:strVal val="#ppt_x"/>
                                          </p:val>
                                        </p:tav>
                                        <p:tav tm="100000">
                                          <p:val>
                                            <p:strVal val="#ppt_x"/>
                                          </p:val>
                                        </p:tav>
                                      </p:tavLst>
                                    </p:anim>
                                    <p:anim calcmode="lin" valueType="num">
                                      <p:cBhvr>
                                        <p:cTn id="27" dur="2000" fill="hold"/>
                                        <p:tgtEl>
                                          <p:spTgt spid="10244">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8000"/>
                            </p:stCondLst>
                            <p:childTnLst>
                              <p:par>
                                <p:cTn id="29" presetID="42" presetClass="entr" presetSubtype="0" fill="hold" nodeType="afterEffect">
                                  <p:stCondLst>
                                    <p:cond delay="0"/>
                                  </p:stCondLst>
                                  <p:childTnLst>
                                    <p:set>
                                      <p:cBhvr>
                                        <p:cTn id="30" dur="1" fill="hold">
                                          <p:stCondLst>
                                            <p:cond delay="0"/>
                                          </p:stCondLst>
                                        </p:cTn>
                                        <p:tgtEl>
                                          <p:spTgt spid="10244">
                                            <p:txEl>
                                              <p:pRg st="4" end="4"/>
                                            </p:txEl>
                                          </p:spTgt>
                                        </p:tgtEl>
                                        <p:attrNameLst>
                                          <p:attrName>style.visibility</p:attrName>
                                        </p:attrNameLst>
                                      </p:cBhvr>
                                      <p:to>
                                        <p:strVal val="visible"/>
                                      </p:to>
                                    </p:set>
                                    <p:animEffect transition="in" filter="fade">
                                      <p:cBhvr>
                                        <p:cTn id="31" dur="2000"/>
                                        <p:tgtEl>
                                          <p:spTgt spid="10244">
                                            <p:txEl>
                                              <p:pRg st="4" end="4"/>
                                            </p:txEl>
                                          </p:spTgt>
                                        </p:tgtEl>
                                      </p:cBhvr>
                                    </p:animEffect>
                                    <p:anim calcmode="lin" valueType="num">
                                      <p:cBhvr>
                                        <p:cTn id="32" dur="2000" fill="hold"/>
                                        <p:tgtEl>
                                          <p:spTgt spid="10244">
                                            <p:txEl>
                                              <p:pRg st="4" end="4"/>
                                            </p:txEl>
                                          </p:spTgt>
                                        </p:tgtEl>
                                        <p:attrNameLst>
                                          <p:attrName>ppt_x</p:attrName>
                                        </p:attrNameLst>
                                      </p:cBhvr>
                                      <p:tavLst>
                                        <p:tav tm="0">
                                          <p:val>
                                            <p:strVal val="#ppt_x"/>
                                          </p:val>
                                        </p:tav>
                                        <p:tav tm="100000">
                                          <p:val>
                                            <p:strVal val="#ppt_x"/>
                                          </p:val>
                                        </p:tav>
                                      </p:tavLst>
                                    </p:anim>
                                    <p:anim calcmode="lin" valueType="num">
                                      <p:cBhvr>
                                        <p:cTn id="33" dur="2000" fill="hold"/>
                                        <p:tgtEl>
                                          <p:spTgt spid="10244">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10000"/>
                            </p:stCondLst>
                            <p:childTnLst>
                              <p:par>
                                <p:cTn id="35" presetID="42" presetClass="entr" presetSubtype="0" fill="hold" nodeType="afterEffect">
                                  <p:stCondLst>
                                    <p:cond delay="0"/>
                                  </p:stCondLst>
                                  <p:childTnLst>
                                    <p:set>
                                      <p:cBhvr>
                                        <p:cTn id="36" dur="1" fill="hold">
                                          <p:stCondLst>
                                            <p:cond delay="0"/>
                                          </p:stCondLst>
                                        </p:cTn>
                                        <p:tgtEl>
                                          <p:spTgt spid="10244">
                                            <p:txEl>
                                              <p:pRg st="5" end="5"/>
                                            </p:txEl>
                                          </p:spTgt>
                                        </p:tgtEl>
                                        <p:attrNameLst>
                                          <p:attrName>style.visibility</p:attrName>
                                        </p:attrNameLst>
                                      </p:cBhvr>
                                      <p:to>
                                        <p:strVal val="visible"/>
                                      </p:to>
                                    </p:set>
                                    <p:animEffect transition="in" filter="fade">
                                      <p:cBhvr>
                                        <p:cTn id="37" dur="2000"/>
                                        <p:tgtEl>
                                          <p:spTgt spid="10244">
                                            <p:txEl>
                                              <p:pRg st="5" end="5"/>
                                            </p:txEl>
                                          </p:spTgt>
                                        </p:tgtEl>
                                      </p:cBhvr>
                                    </p:animEffect>
                                    <p:anim calcmode="lin" valueType="num">
                                      <p:cBhvr>
                                        <p:cTn id="38" dur="2000" fill="hold"/>
                                        <p:tgtEl>
                                          <p:spTgt spid="10244">
                                            <p:txEl>
                                              <p:pRg st="5" end="5"/>
                                            </p:txEl>
                                          </p:spTgt>
                                        </p:tgtEl>
                                        <p:attrNameLst>
                                          <p:attrName>ppt_x</p:attrName>
                                        </p:attrNameLst>
                                      </p:cBhvr>
                                      <p:tavLst>
                                        <p:tav tm="0">
                                          <p:val>
                                            <p:strVal val="#ppt_x"/>
                                          </p:val>
                                        </p:tav>
                                        <p:tav tm="100000">
                                          <p:val>
                                            <p:strVal val="#ppt_x"/>
                                          </p:val>
                                        </p:tav>
                                      </p:tavLst>
                                    </p:anim>
                                    <p:anim calcmode="lin" valueType="num">
                                      <p:cBhvr>
                                        <p:cTn id="39" dur="2000" fill="hold"/>
                                        <p:tgtEl>
                                          <p:spTgt spid="10244">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12000"/>
                            </p:stCondLst>
                            <p:childTnLst>
                              <p:par>
                                <p:cTn id="41" presetID="42" presetClass="entr" presetSubtype="0" fill="hold" nodeType="afterEffect">
                                  <p:stCondLst>
                                    <p:cond delay="0"/>
                                  </p:stCondLst>
                                  <p:childTnLst>
                                    <p:set>
                                      <p:cBhvr>
                                        <p:cTn id="42" dur="1" fill="hold">
                                          <p:stCondLst>
                                            <p:cond delay="0"/>
                                          </p:stCondLst>
                                        </p:cTn>
                                        <p:tgtEl>
                                          <p:spTgt spid="10244">
                                            <p:txEl>
                                              <p:pRg st="6" end="6"/>
                                            </p:txEl>
                                          </p:spTgt>
                                        </p:tgtEl>
                                        <p:attrNameLst>
                                          <p:attrName>style.visibility</p:attrName>
                                        </p:attrNameLst>
                                      </p:cBhvr>
                                      <p:to>
                                        <p:strVal val="visible"/>
                                      </p:to>
                                    </p:set>
                                    <p:animEffect transition="in" filter="fade">
                                      <p:cBhvr>
                                        <p:cTn id="43" dur="2000"/>
                                        <p:tgtEl>
                                          <p:spTgt spid="10244">
                                            <p:txEl>
                                              <p:pRg st="6" end="6"/>
                                            </p:txEl>
                                          </p:spTgt>
                                        </p:tgtEl>
                                      </p:cBhvr>
                                    </p:animEffect>
                                    <p:anim calcmode="lin" valueType="num">
                                      <p:cBhvr>
                                        <p:cTn id="44" dur="2000" fill="hold"/>
                                        <p:tgtEl>
                                          <p:spTgt spid="10244">
                                            <p:txEl>
                                              <p:pRg st="6" end="6"/>
                                            </p:txEl>
                                          </p:spTgt>
                                        </p:tgtEl>
                                        <p:attrNameLst>
                                          <p:attrName>ppt_x</p:attrName>
                                        </p:attrNameLst>
                                      </p:cBhvr>
                                      <p:tavLst>
                                        <p:tav tm="0">
                                          <p:val>
                                            <p:strVal val="#ppt_x"/>
                                          </p:val>
                                        </p:tav>
                                        <p:tav tm="100000">
                                          <p:val>
                                            <p:strVal val="#ppt_x"/>
                                          </p:val>
                                        </p:tav>
                                      </p:tavLst>
                                    </p:anim>
                                    <p:anim calcmode="lin" valueType="num">
                                      <p:cBhvr>
                                        <p:cTn id="45" dur="2000" fill="hold"/>
                                        <p:tgtEl>
                                          <p:spTgt spid="1024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8" name="Rectangle 3"/>
          <p:cNvSpPr>
            <a:spLocks noGrp="1" noChangeArrowheads="1"/>
          </p:cNvSpPr>
          <p:nvPr>
            <p:ph type="body" idx="1"/>
          </p:nvPr>
        </p:nvSpPr>
        <p:spPr>
          <a:xfrm>
            <a:off x="152400" y="1028700"/>
            <a:ext cx="8802688" cy="5524501"/>
          </a:xfrm>
        </p:spPr>
        <p:txBody>
          <a:bodyPr/>
          <a:lstStyle/>
          <a:p>
            <a:pPr eaLnBrk="1" hangingPunct="1">
              <a:lnSpc>
                <a:spcPct val="80000"/>
              </a:lnSpc>
              <a:buSzPct val="100000"/>
              <a:buFont typeface="Wingdings" pitchFamily="2" charset="2"/>
              <a:buChar char="Ø"/>
            </a:pPr>
            <a:r>
              <a:rPr lang="en-US" sz="2400" b="1" dirty="0" smtClean="0">
                <a:solidFill>
                  <a:srgbClr val="0033CC"/>
                </a:solidFill>
              </a:rPr>
              <a:t>Second Example</a:t>
            </a:r>
            <a:r>
              <a:rPr lang="en-US" sz="2400" dirty="0"/>
              <a:t> </a:t>
            </a:r>
            <a:r>
              <a:rPr lang="en-US" sz="2000" dirty="0"/>
              <a:t>--</a:t>
            </a:r>
            <a:r>
              <a:rPr lang="en-US" sz="2000" b="1" dirty="0" smtClean="0"/>
              <a:t> Consecutive Integer Algorithm: </a:t>
            </a:r>
            <a:r>
              <a:rPr lang="en-US" sz="2000" dirty="0"/>
              <a:t>GCD(m, n</a:t>
            </a:r>
            <a:r>
              <a:rPr lang="en-US" sz="2000" dirty="0" smtClean="0"/>
              <a:t>)</a:t>
            </a:r>
            <a:endParaRPr lang="en-US" sz="2000" b="1" dirty="0" smtClean="0"/>
          </a:p>
          <a:p>
            <a:pPr lvl="1" algn="just" eaLnBrk="1" hangingPunct="1">
              <a:lnSpc>
                <a:spcPct val="80000"/>
              </a:lnSpc>
              <a:spcBef>
                <a:spcPts val="2400"/>
              </a:spcBef>
              <a:buClrTx/>
            </a:pPr>
            <a:r>
              <a:rPr lang="en-US" sz="1800" dirty="0" smtClean="0"/>
              <a:t>Step1: Assign the value of min(m, n) to t.</a:t>
            </a:r>
          </a:p>
          <a:p>
            <a:pPr lvl="1" algn="just" eaLnBrk="1" hangingPunct="1">
              <a:lnSpc>
                <a:spcPct val="80000"/>
              </a:lnSpc>
              <a:spcBef>
                <a:spcPts val="2400"/>
              </a:spcBef>
              <a:buClrTx/>
            </a:pPr>
            <a:r>
              <a:rPr lang="en-US" sz="1800" dirty="0" smtClean="0"/>
              <a:t>Step2: Divide m by t. If the remainder of this division is 0, go to Step3;otherwise, go to Step 4.</a:t>
            </a:r>
          </a:p>
          <a:p>
            <a:pPr lvl="1" algn="just" eaLnBrk="1" hangingPunct="1">
              <a:lnSpc>
                <a:spcPct val="80000"/>
              </a:lnSpc>
              <a:spcBef>
                <a:spcPts val="2400"/>
              </a:spcBef>
              <a:buClrTx/>
            </a:pPr>
            <a:r>
              <a:rPr lang="en-US" sz="1800" dirty="0" smtClean="0"/>
              <a:t>Step3: Divide n by t. If the remainder of this division is 0, return the value of t as the answer and stop; otherwise, proceed to Step4.</a:t>
            </a:r>
          </a:p>
          <a:p>
            <a:pPr lvl="1" algn="just" eaLnBrk="1" hangingPunct="1">
              <a:lnSpc>
                <a:spcPct val="80000"/>
              </a:lnSpc>
              <a:spcBef>
                <a:spcPts val="2400"/>
              </a:spcBef>
              <a:buClrTx/>
            </a:pPr>
            <a:r>
              <a:rPr lang="en-US" sz="1800" dirty="0" smtClean="0"/>
              <a:t>Step4: Decrease the value of t by 1. Go to Step2.</a:t>
            </a:r>
            <a:endParaRPr lang="en-US" sz="2000" dirty="0" smtClean="0"/>
          </a:p>
          <a:p>
            <a:pPr eaLnBrk="1" hangingPunct="1">
              <a:lnSpc>
                <a:spcPct val="80000"/>
              </a:lnSpc>
              <a:spcBef>
                <a:spcPts val="3000"/>
              </a:spcBef>
              <a:buFont typeface="Wingdings" pitchFamily="2" charset="2"/>
              <a:buNone/>
            </a:pPr>
            <a:r>
              <a:rPr lang="en-US" sz="2000" dirty="0" smtClean="0"/>
              <a:t>	</a:t>
            </a:r>
            <a:r>
              <a:rPr lang="en-US" sz="2000" b="1" dirty="0" smtClean="0"/>
              <a:t>Question: </a:t>
            </a:r>
          </a:p>
          <a:p>
            <a:pPr lvl="1" eaLnBrk="1" hangingPunct="1">
              <a:lnSpc>
                <a:spcPct val="80000"/>
              </a:lnSpc>
              <a:spcBef>
                <a:spcPts val="1200"/>
              </a:spcBef>
              <a:buFont typeface="Wingdings" pitchFamily="2" charset="2"/>
              <a:buNone/>
            </a:pPr>
            <a:r>
              <a:rPr lang="en-US" sz="1800" dirty="0" smtClean="0"/>
              <a:t>	Check the characteristics (Precision, Uniqueness, and Finiteness) for this algorithm</a:t>
            </a:r>
          </a:p>
          <a:p>
            <a:pPr lvl="1" eaLnBrk="1" hangingPunct="1">
              <a:lnSpc>
                <a:spcPct val="80000"/>
              </a:lnSpc>
              <a:buFont typeface="Wingdings" pitchFamily="2" charset="2"/>
              <a:buNone/>
            </a:pPr>
            <a:endParaRPr lang="en-US" sz="1800" dirty="0" smtClean="0"/>
          </a:p>
        </p:txBody>
      </p:sp>
      <p:sp>
        <p:nvSpPr>
          <p:cNvPr id="6" name="Rectangle 2"/>
          <p:cNvSpPr>
            <a:spLocks noGrp="1" noChangeArrowheads="1"/>
          </p:cNvSpPr>
          <p:nvPr>
            <p:ph type="title"/>
          </p:nvPr>
        </p:nvSpPr>
        <p:spPr>
          <a:xfrm>
            <a:off x="304801" y="171450"/>
            <a:ext cx="8639175" cy="495300"/>
          </a:xfrm>
        </p:spPr>
        <p:txBody>
          <a:bodyPr/>
          <a:lstStyle/>
          <a:p>
            <a:pPr algn="ctr" eaLnBrk="1" hangingPunct="1"/>
            <a:r>
              <a:rPr lang="en-US" sz="3200" b="1" dirty="0" smtClean="0"/>
              <a:t>1.2) Algorithm Characteristics</a:t>
            </a:r>
            <a:endParaRPr lang="en-CA" sz="32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animEffect transition="in" filter="fade">
                                      <p:cBhvr>
                                        <p:cTn id="7" dur="2000"/>
                                        <p:tgtEl>
                                          <p:spTgt spid="11268">
                                            <p:txEl>
                                              <p:pRg st="0" end="0"/>
                                            </p:txEl>
                                          </p:spTgt>
                                        </p:tgtEl>
                                      </p:cBhvr>
                                    </p:animEffect>
                                    <p:anim calcmode="lin" valueType="num">
                                      <p:cBhvr>
                                        <p:cTn id="8" dur="2000" fill="hold"/>
                                        <p:tgtEl>
                                          <p:spTgt spid="11268">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11268">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0"/>
                                  </p:stCondLst>
                                  <p:childTnLst>
                                    <p:set>
                                      <p:cBhvr>
                                        <p:cTn id="12" dur="1" fill="hold">
                                          <p:stCondLst>
                                            <p:cond delay="0"/>
                                          </p:stCondLst>
                                        </p:cTn>
                                        <p:tgtEl>
                                          <p:spTgt spid="11268">
                                            <p:txEl>
                                              <p:pRg st="1" end="1"/>
                                            </p:txEl>
                                          </p:spTgt>
                                        </p:tgtEl>
                                        <p:attrNameLst>
                                          <p:attrName>style.visibility</p:attrName>
                                        </p:attrNameLst>
                                      </p:cBhvr>
                                      <p:to>
                                        <p:strVal val="visible"/>
                                      </p:to>
                                    </p:set>
                                    <p:animEffect transition="in" filter="fade">
                                      <p:cBhvr>
                                        <p:cTn id="13" dur="2000"/>
                                        <p:tgtEl>
                                          <p:spTgt spid="11268">
                                            <p:txEl>
                                              <p:pRg st="1" end="1"/>
                                            </p:txEl>
                                          </p:spTgt>
                                        </p:tgtEl>
                                      </p:cBhvr>
                                    </p:animEffect>
                                    <p:anim calcmode="lin" valueType="num">
                                      <p:cBhvr>
                                        <p:cTn id="14" dur="2000" fill="hold"/>
                                        <p:tgtEl>
                                          <p:spTgt spid="11268">
                                            <p:txEl>
                                              <p:pRg st="1" end="1"/>
                                            </p:txEl>
                                          </p:spTgt>
                                        </p:tgtEl>
                                        <p:attrNameLst>
                                          <p:attrName>ppt_x</p:attrName>
                                        </p:attrNameLst>
                                      </p:cBhvr>
                                      <p:tavLst>
                                        <p:tav tm="0">
                                          <p:val>
                                            <p:strVal val="#ppt_x"/>
                                          </p:val>
                                        </p:tav>
                                        <p:tav tm="100000">
                                          <p:val>
                                            <p:strVal val="#ppt_x"/>
                                          </p:val>
                                        </p:tav>
                                      </p:tavLst>
                                    </p:anim>
                                    <p:anim calcmode="lin" valueType="num">
                                      <p:cBhvr>
                                        <p:cTn id="15" dur="2000" fill="hold"/>
                                        <p:tgtEl>
                                          <p:spTgt spid="11268">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4000"/>
                            </p:stCondLst>
                            <p:childTnLst>
                              <p:par>
                                <p:cTn id="17" presetID="42" presetClass="entr" presetSubtype="0" fill="hold" nodeType="afterEffect">
                                  <p:stCondLst>
                                    <p:cond delay="0"/>
                                  </p:stCondLst>
                                  <p:childTnLst>
                                    <p:set>
                                      <p:cBhvr>
                                        <p:cTn id="18" dur="1" fill="hold">
                                          <p:stCondLst>
                                            <p:cond delay="0"/>
                                          </p:stCondLst>
                                        </p:cTn>
                                        <p:tgtEl>
                                          <p:spTgt spid="11268">
                                            <p:txEl>
                                              <p:pRg st="2" end="2"/>
                                            </p:txEl>
                                          </p:spTgt>
                                        </p:tgtEl>
                                        <p:attrNameLst>
                                          <p:attrName>style.visibility</p:attrName>
                                        </p:attrNameLst>
                                      </p:cBhvr>
                                      <p:to>
                                        <p:strVal val="visible"/>
                                      </p:to>
                                    </p:set>
                                    <p:animEffect transition="in" filter="fade">
                                      <p:cBhvr>
                                        <p:cTn id="19" dur="2000"/>
                                        <p:tgtEl>
                                          <p:spTgt spid="11268">
                                            <p:txEl>
                                              <p:pRg st="2" end="2"/>
                                            </p:txEl>
                                          </p:spTgt>
                                        </p:tgtEl>
                                      </p:cBhvr>
                                    </p:animEffect>
                                    <p:anim calcmode="lin" valueType="num">
                                      <p:cBhvr>
                                        <p:cTn id="20" dur="2000" fill="hold"/>
                                        <p:tgtEl>
                                          <p:spTgt spid="11268">
                                            <p:txEl>
                                              <p:pRg st="2" end="2"/>
                                            </p:txEl>
                                          </p:spTgt>
                                        </p:tgtEl>
                                        <p:attrNameLst>
                                          <p:attrName>ppt_x</p:attrName>
                                        </p:attrNameLst>
                                      </p:cBhvr>
                                      <p:tavLst>
                                        <p:tav tm="0">
                                          <p:val>
                                            <p:strVal val="#ppt_x"/>
                                          </p:val>
                                        </p:tav>
                                        <p:tav tm="100000">
                                          <p:val>
                                            <p:strVal val="#ppt_x"/>
                                          </p:val>
                                        </p:tav>
                                      </p:tavLst>
                                    </p:anim>
                                    <p:anim calcmode="lin" valueType="num">
                                      <p:cBhvr>
                                        <p:cTn id="21" dur="2000" fill="hold"/>
                                        <p:tgtEl>
                                          <p:spTgt spid="11268">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6000"/>
                            </p:stCondLst>
                            <p:childTnLst>
                              <p:par>
                                <p:cTn id="23" presetID="42" presetClass="entr" presetSubtype="0" fill="hold" nodeType="afterEffect">
                                  <p:stCondLst>
                                    <p:cond delay="0"/>
                                  </p:stCondLst>
                                  <p:childTnLst>
                                    <p:set>
                                      <p:cBhvr>
                                        <p:cTn id="24" dur="1" fill="hold">
                                          <p:stCondLst>
                                            <p:cond delay="0"/>
                                          </p:stCondLst>
                                        </p:cTn>
                                        <p:tgtEl>
                                          <p:spTgt spid="11268">
                                            <p:txEl>
                                              <p:pRg st="3" end="3"/>
                                            </p:txEl>
                                          </p:spTgt>
                                        </p:tgtEl>
                                        <p:attrNameLst>
                                          <p:attrName>style.visibility</p:attrName>
                                        </p:attrNameLst>
                                      </p:cBhvr>
                                      <p:to>
                                        <p:strVal val="visible"/>
                                      </p:to>
                                    </p:set>
                                    <p:animEffect transition="in" filter="fade">
                                      <p:cBhvr>
                                        <p:cTn id="25" dur="2000"/>
                                        <p:tgtEl>
                                          <p:spTgt spid="11268">
                                            <p:txEl>
                                              <p:pRg st="3" end="3"/>
                                            </p:txEl>
                                          </p:spTgt>
                                        </p:tgtEl>
                                      </p:cBhvr>
                                    </p:animEffect>
                                    <p:anim calcmode="lin" valueType="num">
                                      <p:cBhvr>
                                        <p:cTn id="26" dur="2000" fill="hold"/>
                                        <p:tgtEl>
                                          <p:spTgt spid="11268">
                                            <p:txEl>
                                              <p:pRg st="3" end="3"/>
                                            </p:txEl>
                                          </p:spTgt>
                                        </p:tgtEl>
                                        <p:attrNameLst>
                                          <p:attrName>ppt_x</p:attrName>
                                        </p:attrNameLst>
                                      </p:cBhvr>
                                      <p:tavLst>
                                        <p:tav tm="0">
                                          <p:val>
                                            <p:strVal val="#ppt_x"/>
                                          </p:val>
                                        </p:tav>
                                        <p:tav tm="100000">
                                          <p:val>
                                            <p:strVal val="#ppt_x"/>
                                          </p:val>
                                        </p:tav>
                                      </p:tavLst>
                                    </p:anim>
                                    <p:anim calcmode="lin" valueType="num">
                                      <p:cBhvr>
                                        <p:cTn id="27" dur="2000" fill="hold"/>
                                        <p:tgtEl>
                                          <p:spTgt spid="11268">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8000"/>
                            </p:stCondLst>
                            <p:childTnLst>
                              <p:par>
                                <p:cTn id="29" presetID="42" presetClass="entr" presetSubtype="0" fill="hold" nodeType="afterEffect">
                                  <p:stCondLst>
                                    <p:cond delay="0"/>
                                  </p:stCondLst>
                                  <p:childTnLst>
                                    <p:set>
                                      <p:cBhvr>
                                        <p:cTn id="30" dur="1" fill="hold">
                                          <p:stCondLst>
                                            <p:cond delay="0"/>
                                          </p:stCondLst>
                                        </p:cTn>
                                        <p:tgtEl>
                                          <p:spTgt spid="11268">
                                            <p:txEl>
                                              <p:pRg st="4" end="4"/>
                                            </p:txEl>
                                          </p:spTgt>
                                        </p:tgtEl>
                                        <p:attrNameLst>
                                          <p:attrName>style.visibility</p:attrName>
                                        </p:attrNameLst>
                                      </p:cBhvr>
                                      <p:to>
                                        <p:strVal val="visible"/>
                                      </p:to>
                                    </p:set>
                                    <p:animEffect transition="in" filter="fade">
                                      <p:cBhvr>
                                        <p:cTn id="31" dur="2000"/>
                                        <p:tgtEl>
                                          <p:spTgt spid="11268">
                                            <p:txEl>
                                              <p:pRg st="4" end="4"/>
                                            </p:txEl>
                                          </p:spTgt>
                                        </p:tgtEl>
                                      </p:cBhvr>
                                    </p:animEffect>
                                    <p:anim calcmode="lin" valueType="num">
                                      <p:cBhvr>
                                        <p:cTn id="32" dur="2000" fill="hold"/>
                                        <p:tgtEl>
                                          <p:spTgt spid="11268">
                                            <p:txEl>
                                              <p:pRg st="4" end="4"/>
                                            </p:txEl>
                                          </p:spTgt>
                                        </p:tgtEl>
                                        <p:attrNameLst>
                                          <p:attrName>ppt_x</p:attrName>
                                        </p:attrNameLst>
                                      </p:cBhvr>
                                      <p:tavLst>
                                        <p:tav tm="0">
                                          <p:val>
                                            <p:strVal val="#ppt_x"/>
                                          </p:val>
                                        </p:tav>
                                        <p:tav tm="100000">
                                          <p:val>
                                            <p:strVal val="#ppt_x"/>
                                          </p:val>
                                        </p:tav>
                                      </p:tavLst>
                                    </p:anim>
                                    <p:anim calcmode="lin" valueType="num">
                                      <p:cBhvr>
                                        <p:cTn id="33" dur="2000" fill="hold"/>
                                        <p:tgtEl>
                                          <p:spTgt spid="11268">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10000"/>
                            </p:stCondLst>
                            <p:childTnLst>
                              <p:par>
                                <p:cTn id="35" presetID="42" presetClass="entr" presetSubtype="0" fill="hold" nodeType="afterEffect">
                                  <p:stCondLst>
                                    <p:cond delay="0"/>
                                  </p:stCondLst>
                                  <p:childTnLst>
                                    <p:set>
                                      <p:cBhvr>
                                        <p:cTn id="36" dur="1" fill="hold">
                                          <p:stCondLst>
                                            <p:cond delay="0"/>
                                          </p:stCondLst>
                                        </p:cTn>
                                        <p:tgtEl>
                                          <p:spTgt spid="11268">
                                            <p:txEl>
                                              <p:pRg st="5" end="5"/>
                                            </p:txEl>
                                          </p:spTgt>
                                        </p:tgtEl>
                                        <p:attrNameLst>
                                          <p:attrName>style.visibility</p:attrName>
                                        </p:attrNameLst>
                                      </p:cBhvr>
                                      <p:to>
                                        <p:strVal val="visible"/>
                                      </p:to>
                                    </p:set>
                                    <p:animEffect transition="in" filter="fade">
                                      <p:cBhvr>
                                        <p:cTn id="37" dur="2000"/>
                                        <p:tgtEl>
                                          <p:spTgt spid="11268">
                                            <p:txEl>
                                              <p:pRg st="5" end="5"/>
                                            </p:txEl>
                                          </p:spTgt>
                                        </p:tgtEl>
                                      </p:cBhvr>
                                    </p:animEffect>
                                    <p:anim calcmode="lin" valueType="num">
                                      <p:cBhvr>
                                        <p:cTn id="38" dur="2000" fill="hold"/>
                                        <p:tgtEl>
                                          <p:spTgt spid="11268">
                                            <p:txEl>
                                              <p:pRg st="5" end="5"/>
                                            </p:txEl>
                                          </p:spTgt>
                                        </p:tgtEl>
                                        <p:attrNameLst>
                                          <p:attrName>ppt_x</p:attrName>
                                        </p:attrNameLst>
                                      </p:cBhvr>
                                      <p:tavLst>
                                        <p:tav tm="0">
                                          <p:val>
                                            <p:strVal val="#ppt_x"/>
                                          </p:val>
                                        </p:tav>
                                        <p:tav tm="100000">
                                          <p:val>
                                            <p:strVal val="#ppt_x"/>
                                          </p:val>
                                        </p:tav>
                                      </p:tavLst>
                                    </p:anim>
                                    <p:anim calcmode="lin" valueType="num">
                                      <p:cBhvr>
                                        <p:cTn id="39" dur="2000" fill="hold"/>
                                        <p:tgtEl>
                                          <p:spTgt spid="11268">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12000"/>
                            </p:stCondLst>
                            <p:childTnLst>
                              <p:par>
                                <p:cTn id="41" presetID="42" presetClass="entr" presetSubtype="0" fill="hold" nodeType="afterEffect">
                                  <p:stCondLst>
                                    <p:cond delay="0"/>
                                  </p:stCondLst>
                                  <p:childTnLst>
                                    <p:set>
                                      <p:cBhvr>
                                        <p:cTn id="42" dur="1" fill="hold">
                                          <p:stCondLst>
                                            <p:cond delay="0"/>
                                          </p:stCondLst>
                                        </p:cTn>
                                        <p:tgtEl>
                                          <p:spTgt spid="11268">
                                            <p:txEl>
                                              <p:pRg st="6" end="6"/>
                                            </p:txEl>
                                          </p:spTgt>
                                        </p:tgtEl>
                                        <p:attrNameLst>
                                          <p:attrName>style.visibility</p:attrName>
                                        </p:attrNameLst>
                                      </p:cBhvr>
                                      <p:to>
                                        <p:strVal val="visible"/>
                                      </p:to>
                                    </p:set>
                                    <p:animEffect transition="in" filter="fade">
                                      <p:cBhvr>
                                        <p:cTn id="43" dur="2000"/>
                                        <p:tgtEl>
                                          <p:spTgt spid="11268">
                                            <p:txEl>
                                              <p:pRg st="6" end="6"/>
                                            </p:txEl>
                                          </p:spTgt>
                                        </p:tgtEl>
                                      </p:cBhvr>
                                    </p:animEffect>
                                    <p:anim calcmode="lin" valueType="num">
                                      <p:cBhvr>
                                        <p:cTn id="44" dur="2000" fill="hold"/>
                                        <p:tgtEl>
                                          <p:spTgt spid="11268">
                                            <p:txEl>
                                              <p:pRg st="6" end="6"/>
                                            </p:txEl>
                                          </p:spTgt>
                                        </p:tgtEl>
                                        <p:attrNameLst>
                                          <p:attrName>ppt_x</p:attrName>
                                        </p:attrNameLst>
                                      </p:cBhvr>
                                      <p:tavLst>
                                        <p:tav tm="0">
                                          <p:val>
                                            <p:strVal val="#ppt_x"/>
                                          </p:val>
                                        </p:tav>
                                        <p:tav tm="100000">
                                          <p:val>
                                            <p:strVal val="#ppt_x"/>
                                          </p:val>
                                        </p:tav>
                                      </p:tavLst>
                                    </p:anim>
                                    <p:anim calcmode="lin" valueType="num">
                                      <p:cBhvr>
                                        <p:cTn id="45" dur="2000" fill="hold"/>
                                        <p:tgtEl>
                                          <p:spTgt spid="1126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04801" y="838200"/>
            <a:ext cx="8639175" cy="5562600"/>
          </a:xfrm>
        </p:spPr>
        <p:txBody>
          <a:bodyPr/>
          <a:lstStyle/>
          <a:p>
            <a:pPr eaLnBrk="1" hangingPunct="1">
              <a:lnSpc>
                <a:spcPct val="80000"/>
              </a:lnSpc>
              <a:buSzPct val="100000"/>
              <a:buFont typeface="Wingdings" panose="05000000000000000000" pitchFamily="2" charset="2"/>
              <a:buChar char="Ø"/>
            </a:pPr>
            <a:r>
              <a:rPr lang="en-US" sz="2200" b="1" dirty="0" smtClean="0">
                <a:solidFill>
                  <a:srgbClr val="0033CC"/>
                </a:solidFill>
              </a:rPr>
              <a:t>Third Example </a:t>
            </a:r>
            <a:r>
              <a:rPr lang="en-US" sz="2000" dirty="0"/>
              <a:t>--</a:t>
            </a:r>
            <a:r>
              <a:rPr lang="en-US" sz="2000" b="1" dirty="0" smtClean="0"/>
              <a:t> Middle-school  procedure: </a:t>
            </a:r>
            <a:r>
              <a:rPr lang="en-US" sz="2000" dirty="0"/>
              <a:t>GCD(m, n)</a:t>
            </a:r>
            <a:endParaRPr lang="en-US" sz="2000" b="1" dirty="0" smtClean="0"/>
          </a:p>
          <a:p>
            <a:pPr marL="466725" lvl="1" indent="-354013" algn="just" eaLnBrk="1" hangingPunct="1">
              <a:lnSpc>
                <a:spcPct val="80000"/>
              </a:lnSpc>
              <a:spcBef>
                <a:spcPts val="1800"/>
              </a:spcBef>
              <a:buClrTx/>
              <a:buSzPct val="100000"/>
              <a:buFont typeface="Times New Roman" panose="02020603050405020304" pitchFamily="18" charset="0"/>
              <a:buChar char="●"/>
            </a:pPr>
            <a:r>
              <a:rPr lang="en-US" sz="1800" dirty="0" smtClean="0"/>
              <a:t>Step1: Find the prime factors of m.</a:t>
            </a:r>
          </a:p>
          <a:p>
            <a:pPr marL="466725" lvl="1" indent="-354013" algn="just" eaLnBrk="1" hangingPunct="1">
              <a:lnSpc>
                <a:spcPct val="80000"/>
              </a:lnSpc>
              <a:spcBef>
                <a:spcPts val="1800"/>
              </a:spcBef>
              <a:buClrTx/>
              <a:buSzPct val="100000"/>
              <a:buFont typeface="Times New Roman" panose="02020603050405020304" pitchFamily="18" charset="0"/>
              <a:buChar char="●"/>
            </a:pPr>
            <a:r>
              <a:rPr lang="en-US" sz="1800" dirty="0" smtClean="0"/>
              <a:t>Step2: Find the prime factors of n.</a:t>
            </a:r>
          </a:p>
          <a:p>
            <a:pPr marL="466725" lvl="1" indent="-354013" algn="just" eaLnBrk="1" hangingPunct="1">
              <a:lnSpc>
                <a:spcPct val="80000"/>
              </a:lnSpc>
              <a:spcBef>
                <a:spcPts val="1800"/>
              </a:spcBef>
              <a:buClrTx/>
              <a:buSzPct val="100000"/>
              <a:buFont typeface="Times New Roman" panose="02020603050405020304" pitchFamily="18" charset="0"/>
              <a:buChar char="●"/>
            </a:pPr>
            <a:r>
              <a:rPr lang="en-US" sz="1800" dirty="0" smtClean="0"/>
              <a:t>Step3: Identify all the common factors in the two prime expansions found in Step1 and Step2. (If p is a common factor occurring Pm and </a:t>
            </a:r>
            <a:r>
              <a:rPr lang="en-US" sz="1800" dirty="0" err="1" smtClean="0"/>
              <a:t>Pn</a:t>
            </a:r>
            <a:r>
              <a:rPr lang="en-US" sz="1800" dirty="0" smtClean="0"/>
              <a:t> times in m and n, respectively, it should be repeated in min{Pm, </a:t>
            </a:r>
            <a:r>
              <a:rPr lang="en-US" sz="1800" dirty="0" err="1" smtClean="0"/>
              <a:t>Pn</a:t>
            </a:r>
            <a:r>
              <a:rPr lang="en-US" sz="1800" dirty="0" smtClean="0"/>
              <a:t>} times.)</a:t>
            </a:r>
          </a:p>
          <a:p>
            <a:pPr marL="466725" lvl="1" indent="-354013" algn="just" eaLnBrk="1" hangingPunct="1">
              <a:lnSpc>
                <a:spcPct val="80000"/>
              </a:lnSpc>
              <a:spcBef>
                <a:spcPts val="1800"/>
              </a:spcBef>
              <a:buClrTx/>
              <a:buSzPct val="100000"/>
              <a:buFont typeface="Times New Roman" panose="02020603050405020304" pitchFamily="18" charset="0"/>
              <a:buChar char="●"/>
            </a:pPr>
            <a:r>
              <a:rPr lang="en-US" sz="1800" dirty="0" smtClean="0"/>
              <a:t>Step4: Compute the product of all the common factors and return it as the </a:t>
            </a:r>
            <a:r>
              <a:rPr lang="en-US" sz="1800" dirty="0" err="1" smtClean="0"/>
              <a:t>gcd</a:t>
            </a:r>
            <a:r>
              <a:rPr lang="en-US" sz="1800" dirty="0" smtClean="0"/>
              <a:t> of the numbers given.</a:t>
            </a:r>
            <a:endParaRPr lang="en-US" sz="2000" dirty="0" smtClean="0"/>
          </a:p>
          <a:p>
            <a:pPr marL="0" indent="0" eaLnBrk="1" hangingPunct="1">
              <a:lnSpc>
                <a:spcPct val="80000"/>
              </a:lnSpc>
              <a:spcBef>
                <a:spcPts val="2400"/>
              </a:spcBef>
              <a:buFont typeface="Wingdings" pitchFamily="2" charset="2"/>
              <a:buNone/>
            </a:pPr>
            <a:r>
              <a:rPr lang="en-US" sz="2000" b="1" dirty="0" smtClean="0">
                <a:cs typeface="Tahoma" pitchFamily="34" charset="0"/>
              </a:rPr>
              <a:t>Question:</a:t>
            </a:r>
          </a:p>
          <a:p>
            <a:pPr lvl="1" eaLnBrk="1" hangingPunct="1">
              <a:lnSpc>
                <a:spcPct val="80000"/>
              </a:lnSpc>
              <a:buFont typeface="Wingdings" pitchFamily="2" charset="2"/>
              <a:buNone/>
            </a:pPr>
            <a:r>
              <a:rPr lang="en-US" sz="1800" dirty="0" smtClean="0">
                <a:cs typeface="Tahoma" pitchFamily="34" charset="0"/>
              </a:rPr>
              <a:t>	Is this a legitimate algorithm?</a:t>
            </a:r>
          </a:p>
        </p:txBody>
      </p:sp>
      <p:sp>
        <p:nvSpPr>
          <p:cNvPr id="6" name="Rectangle 2"/>
          <p:cNvSpPr>
            <a:spLocks noGrp="1" noChangeArrowheads="1"/>
          </p:cNvSpPr>
          <p:nvPr>
            <p:ph type="title"/>
          </p:nvPr>
        </p:nvSpPr>
        <p:spPr>
          <a:xfrm>
            <a:off x="304801" y="171450"/>
            <a:ext cx="8639175" cy="495300"/>
          </a:xfrm>
        </p:spPr>
        <p:txBody>
          <a:bodyPr/>
          <a:lstStyle/>
          <a:p>
            <a:pPr algn="ctr" eaLnBrk="1" hangingPunct="1"/>
            <a:r>
              <a:rPr lang="en-US" sz="3200" b="1" dirty="0" smtClean="0"/>
              <a:t>1.2) Algorithm Characteristics</a:t>
            </a:r>
            <a:endParaRPr lang="en-CA" sz="32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animEffect transition="in" filter="fade">
                                      <p:cBhvr>
                                        <p:cTn id="7" dur="2000"/>
                                        <p:tgtEl>
                                          <p:spTgt spid="12292">
                                            <p:txEl>
                                              <p:pRg st="0" end="0"/>
                                            </p:txEl>
                                          </p:spTgt>
                                        </p:tgtEl>
                                      </p:cBhvr>
                                    </p:animEffect>
                                    <p:anim calcmode="lin" valueType="num">
                                      <p:cBhvr>
                                        <p:cTn id="8" dur="2000" fill="hold"/>
                                        <p:tgtEl>
                                          <p:spTgt spid="12292">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12292">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0"/>
                                  </p:stCondLst>
                                  <p:childTnLst>
                                    <p:set>
                                      <p:cBhvr>
                                        <p:cTn id="12" dur="1" fill="hold">
                                          <p:stCondLst>
                                            <p:cond delay="0"/>
                                          </p:stCondLst>
                                        </p:cTn>
                                        <p:tgtEl>
                                          <p:spTgt spid="12292">
                                            <p:txEl>
                                              <p:pRg st="1" end="1"/>
                                            </p:txEl>
                                          </p:spTgt>
                                        </p:tgtEl>
                                        <p:attrNameLst>
                                          <p:attrName>style.visibility</p:attrName>
                                        </p:attrNameLst>
                                      </p:cBhvr>
                                      <p:to>
                                        <p:strVal val="visible"/>
                                      </p:to>
                                    </p:set>
                                    <p:animEffect transition="in" filter="fade">
                                      <p:cBhvr>
                                        <p:cTn id="13" dur="2000"/>
                                        <p:tgtEl>
                                          <p:spTgt spid="12292">
                                            <p:txEl>
                                              <p:pRg st="1" end="1"/>
                                            </p:txEl>
                                          </p:spTgt>
                                        </p:tgtEl>
                                      </p:cBhvr>
                                    </p:animEffect>
                                    <p:anim calcmode="lin" valueType="num">
                                      <p:cBhvr>
                                        <p:cTn id="14" dur="2000" fill="hold"/>
                                        <p:tgtEl>
                                          <p:spTgt spid="12292">
                                            <p:txEl>
                                              <p:pRg st="1" end="1"/>
                                            </p:txEl>
                                          </p:spTgt>
                                        </p:tgtEl>
                                        <p:attrNameLst>
                                          <p:attrName>ppt_x</p:attrName>
                                        </p:attrNameLst>
                                      </p:cBhvr>
                                      <p:tavLst>
                                        <p:tav tm="0">
                                          <p:val>
                                            <p:strVal val="#ppt_x"/>
                                          </p:val>
                                        </p:tav>
                                        <p:tav tm="100000">
                                          <p:val>
                                            <p:strVal val="#ppt_x"/>
                                          </p:val>
                                        </p:tav>
                                      </p:tavLst>
                                    </p:anim>
                                    <p:anim calcmode="lin" valueType="num">
                                      <p:cBhvr>
                                        <p:cTn id="15" dur="2000" fill="hold"/>
                                        <p:tgtEl>
                                          <p:spTgt spid="12292">
                                            <p:txEl>
                                              <p:pRg st="1" end="1"/>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12292">
                                            <p:txEl>
                                              <p:pRg st="2" end="2"/>
                                            </p:txEl>
                                          </p:spTgt>
                                        </p:tgtEl>
                                        <p:attrNameLst>
                                          <p:attrName>style.visibility</p:attrName>
                                        </p:attrNameLst>
                                      </p:cBhvr>
                                      <p:to>
                                        <p:strVal val="visible"/>
                                      </p:to>
                                    </p:set>
                                    <p:animEffect transition="in" filter="fade">
                                      <p:cBhvr>
                                        <p:cTn id="18" dur="2000"/>
                                        <p:tgtEl>
                                          <p:spTgt spid="12292">
                                            <p:txEl>
                                              <p:pRg st="2" end="2"/>
                                            </p:txEl>
                                          </p:spTgt>
                                        </p:tgtEl>
                                      </p:cBhvr>
                                    </p:animEffect>
                                    <p:anim calcmode="lin" valueType="num">
                                      <p:cBhvr>
                                        <p:cTn id="19" dur="2000" fill="hold"/>
                                        <p:tgtEl>
                                          <p:spTgt spid="12292">
                                            <p:txEl>
                                              <p:pRg st="2" end="2"/>
                                            </p:txEl>
                                          </p:spTgt>
                                        </p:tgtEl>
                                        <p:attrNameLst>
                                          <p:attrName>ppt_x</p:attrName>
                                        </p:attrNameLst>
                                      </p:cBhvr>
                                      <p:tavLst>
                                        <p:tav tm="0">
                                          <p:val>
                                            <p:strVal val="#ppt_x"/>
                                          </p:val>
                                        </p:tav>
                                        <p:tav tm="100000">
                                          <p:val>
                                            <p:strVal val="#ppt_x"/>
                                          </p:val>
                                        </p:tav>
                                      </p:tavLst>
                                    </p:anim>
                                    <p:anim calcmode="lin" valueType="num">
                                      <p:cBhvr>
                                        <p:cTn id="20" dur="2000" fill="hold"/>
                                        <p:tgtEl>
                                          <p:spTgt spid="12292">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2292">
                                            <p:txEl>
                                              <p:pRg st="3" end="3"/>
                                            </p:txEl>
                                          </p:spTgt>
                                        </p:tgtEl>
                                        <p:attrNameLst>
                                          <p:attrName>style.visibility</p:attrName>
                                        </p:attrNameLst>
                                      </p:cBhvr>
                                      <p:to>
                                        <p:strVal val="visible"/>
                                      </p:to>
                                    </p:set>
                                    <p:animEffect transition="in" filter="fade">
                                      <p:cBhvr>
                                        <p:cTn id="23" dur="2000"/>
                                        <p:tgtEl>
                                          <p:spTgt spid="12292">
                                            <p:txEl>
                                              <p:pRg st="3" end="3"/>
                                            </p:txEl>
                                          </p:spTgt>
                                        </p:tgtEl>
                                      </p:cBhvr>
                                    </p:animEffect>
                                    <p:anim calcmode="lin" valueType="num">
                                      <p:cBhvr>
                                        <p:cTn id="24" dur="2000" fill="hold"/>
                                        <p:tgtEl>
                                          <p:spTgt spid="12292">
                                            <p:txEl>
                                              <p:pRg st="3" end="3"/>
                                            </p:txEl>
                                          </p:spTgt>
                                        </p:tgtEl>
                                        <p:attrNameLst>
                                          <p:attrName>ppt_x</p:attrName>
                                        </p:attrNameLst>
                                      </p:cBhvr>
                                      <p:tavLst>
                                        <p:tav tm="0">
                                          <p:val>
                                            <p:strVal val="#ppt_x"/>
                                          </p:val>
                                        </p:tav>
                                        <p:tav tm="100000">
                                          <p:val>
                                            <p:strVal val="#ppt_x"/>
                                          </p:val>
                                        </p:tav>
                                      </p:tavLst>
                                    </p:anim>
                                    <p:anim calcmode="lin" valueType="num">
                                      <p:cBhvr>
                                        <p:cTn id="25" dur="2000" fill="hold"/>
                                        <p:tgtEl>
                                          <p:spTgt spid="12292">
                                            <p:txEl>
                                              <p:pRg st="3" end="3"/>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2292">
                                            <p:txEl>
                                              <p:pRg st="4" end="4"/>
                                            </p:txEl>
                                          </p:spTgt>
                                        </p:tgtEl>
                                        <p:attrNameLst>
                                          <p:attrName>style.visibility</p:attrName>
                                        </p:attrNameLst>
                                      </p:cBhvr>
                                      <p:to>
                                        <p:strVal val="visible"/>
                                      </p:to>
                                    </p:set>
                                    <p:animEffect transition="in" filter="fade">
                                      <p:cBhvr>
                                        <p:cTn id="28" dur="2000"/>
                                        <p:tgtEl>
                                          <p:spTgt spid="12292">
                                            <p:txEl>
                                              <p:pRg st="4" end="4"/>
                                            </p:txEl>
                                          </p:spTgt>
                                        </p:tgtEl>
                                      </p:cBhvr>
                                    </p:animEffect>
                                    <p:anim calcmode="lin" valueType="num">
                                      <p:cBhvr>
                                        <p:cTn id="29" dur="2000" fill="hold"/>
                                        <p:tgtEl>
                                          <p:spTgt spid="12292">
                                            <p:txEl>
                                              <p:pRg st="4" end="4"/>
                                            </p:txEl>
                                          </p:spTgt>
                                        </p:tgtEl>
                                        <p:attrNameLst>
                                          <p:attrName>ppt_x</p:attrName>
                                        </p:attrNameLst>
                                      </p:cBhvr>
                                      <p:tavLst>
                                        <p:tav tm="0">
                                          <p:val>
                                            <p:strVal val="#ppt_x"/>
                                          </p:val>
                                        </p:tav>
                                        <p:tav tm="100000">
                                          <p:val>
                                            <p:strVal val="#ppt_x"/>
                                          </p:val>
                                        </p:tav>
                                      </p:tavLst>
                                    </p:anim>
                                    <p:anim calcmode="lin" valueType="num">
                                      <p:cBhvr>
                                        <p:cTn id="30" dur="2000" fill="hold"/>
                                        <p:tgtEl>
                                          <p:spTgt spid="12292">
                                            <p:txEl>
                                              <p:pRg st="4" end="4"/>
                                            </p:txEl>
                                          </p:spTgt>
                                        </p:tgtEl>
                                        <p:attrNameLst>
                                          <p:attrName>ppt_y</p:attrName>
                                        </p:attrNameLst>
                                      </p:cBhvr>
                                      <p:tavLst>
                                        <p:tav tm="0">
                                          <p:val>
                                            <p:strVal val="#ppt_y+.1"/>
                                          </p:val>
                                        </p:tav>
                                        <p:tav tm="100000">
                                          <p:val>
                                            <p:strVal val="#ppt_y"/>
                                          </p:val>
                                        </p:tav>
                                      </p:tavLst>
                                    </p:anim>
                                  </p:childTnLst>
                                </p:cTn>
                              </p:par>
                            </p:childTnLst>
                          </p:cTn>
                        </p:par>
                        <p:par>
                          <p:cTn id="31" fill="hold">
                            <p:stCondLst>
                              <p:cond delay="4000"/>
                            </p:stCondLst>
                            <p:childTnLst>
                              <p:par>
                                <p:cTn id="32" presetID="42" presetClass="entr" presetSubtype="0" fill="hold" nodeType="afterEffect">
                                  <p:stCondLst>
                                    <p:cond delay="0"/>
                                  </p:stCondLst>
                                  <p:childTnLst>
                                    <p:set>
                                      <p:cBhvr>
                                        <p:cTn id="33" dur="1" fill="hold">
                                          <p:stCondLst>
                                            <p:cond delay="0"/>
                                          </p:stCondLst>
                                        </p:cTn>
                                        <p:tgtEl>
                                          <p:spTgt spid="12292">
                                            <p:txEl>
                                              <p:pRg st="5" end="5"/>
                                            </p:txEl>
                                          </p:spTgt>
                                        </p:tgtEl>
                                        <p:attrNameLst>
                                          <p:attrName>style.visibility</p:attrName>
                                        </p:attrNameLst>
                                      </p:cBhvr>
                                      <p:to>
                                        <p:strVal val="visible"/>
                                      </p:to>
                                    </p:set>
                                    <p:animEffect transition="in" filter="fade">
                                      <p:cBhvr>
                                        <p:cTn id="34" dur="2000"/>
                                        <p:tgtEl>
                                          <p:spTgt spid="12292">
                                            <p:txEl>
                                              <p:pRg st="5" end="5"/>
                                            </p:txEl>
                                          </p:spTgt>
                                        </p:tgtEl>
                                      </p:cBhvr>
                                    </p:animEffect>
                                    <p:anim calcmode="lin" valueType="num">
                                      <p:cBhvr>
                                        <p:cTn id="35" dur="2000" fill="hold"/>
                                        <p:tgtEl>
                                          <p:spTgt spid="12292">
                                            <p:txEl>
                                              <p:pRg st="5" end="5"/>
                                            </p:txEl>
                                          </p:spTgt>
                                        </p:tgtEl>
                                        <p:attrNameLst>
                                          <p:attrName>ppt_x</p:attrName>
                                        </p:attrNameLst>
                                      </p:cBhvr>
                                      <p:tavLst>
                                        <p:tav tm="0">
                                          <p:val>
                                            <p:strVal val="#ppt_x"/>
                                          </p:val>
                                        </p:tav>
                                        <p:tav tm="100000">
                                          <p:val>
                                            <p:strVal val="#ppt_x"/>
                                          </p:val>
                                        </p:tav>
                                      </p:tavLst>
                                    </p:anim>
                                    <p:anim calcmode="lin" valueType="num">
                                      <p:cBhvr>
                                        <p:cTn id="36" dur="2000" fill="hold"/>
                                        <p:tgtEl>
                                          <p:spTgt spid="12292">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2292">
                                            <p:txEl>
                                              <p:pRg st="6" end="6"/>
                                            </p:txEl>
                                          </p:spTgt>
                                        </p:tgtEl>
                                        <p:attrNameLst>
                                          <p:attrName>style.visibility</p:attrName>
                                        </p:attrNameLst>
                                      </p:cBhvr>
                                      <p:to>
                                        <p:strVal val="visible"/>
                                      </p:to>
                                    </p:set>
                                    <p:animEffect transition="in" filter="fade">
                                      <p:cBhvr>
                                        <p:cTn id="39" dur="2000"/>
                                        <p:tgtEl>
                                          <p:spTgt spid="12292">
                                            <p:txEl>
                                              <p:pRg st="6" end="6"/>
                                            </p:txEl>
                                          </p:spTgt>
                                        </p:tgtEl>
                                      </p:cBhvr>
                                    </p:animEffect>
                                    <p:anim calcmode="lin" valueType="num">
                                      <p:cBhvr>
                                        <p:cTn id="40" dur="2000" fill="hold"/>
                                        <p:tgtEl>
                                          <p:spTgt spid="12292">
                                            <p:txEl>
                                              <p:pRg st="6" end="6"/>
                                            </p:txEl>
                                          </p:spTgt>
                                        </p:tgtEl>
                                        <p:attrNameLst>
                                          <p:attrName>ppt_x</p:attrName>
                                        </p:attrNameLst>
                                      </p:cBhvr>
                                      <p:tavLst>
                                        <p:tav tm="0">
                                          <p:val>
                                            <p:strVal val="#ppt_x"/>
                                          </p:val>
                                        </p:tav>
                                        <p:tav tm="100000">
                                          <p:val>
                                            <p:strVal val="#ppt_x"/>
                                          </p:val>
                                        </p:tav>
                                      </p:tavLst>
                                    </p:anim>
                                    <p:anim calcmode="lin" valueType="num">
                                      <p:cBhvr>
                                        <p:cTn id="41" dur="2000" fill="hold"/>
                                        <p:tgtEl>
                                          <p:spTgt spid="1229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1" name="Rectangle 3"/>
          <p:cNvSpPr>
            <a:spLocks noGrp="1" noChangeArrowheads="1"/>
          </p:cNvSpPr>
          <p:nvPr>
            <p:ph type="body" idx="1"/>
          </p:nvPr>
        </p:nvSpPr>
        <p:spPr>
          <a:xfrm>
            <a:off x="508000" y="742950"/>
            <a:ext cx="8128000" cy="5886450"/>
          </a:xfrm>
        </p:spPr>
        <p:txBody>
          <a:bodyPr/>
          <a:lstStyle/>
          <a:p>
            <a:pPr marL="168275" indent="0" eaLnBrk="1" hangingPunct="1">
              <a:buFont typeface="Wingdings" pitchFamily="2" charset="2"/>
              <a:buNone/>
              <a:defRPr/>
            </a:pPr>
            <a:r>
              <a:rPr lang="en-US" sz="2400" dirty="0" smtClean="0">
                <a:solidFill>
                  <a:schemeClr val="tx2">
                    <a:lumMod val="75000"/>
                  </a:schemeClr>
                </a:solidFill>
              </a:rPr>
              <a:t>What can we learn from the previous 3 examples?</a:t>
            </a:r>
          </a:p>
          <a:p>
            <a:pPr marL="568325" lvl="1" indent="-277813" algn="just" eaLnBrk="1" hangingPunct="1">
              <a:spcBef>
                <a:spcPts val="3000"/>
              </a:spcBef>
              <a:buClr>
                <a:schemeClr val="tx1"/>
              </a:buClr>
              <a:buSzPct val="100000"/>
              <a:buFont typeface="Times New Roman" panose="02020603050405020304" pitchFamily="18" charset="0"/>
              <a:buChar char="●"/>
              <a:defRPr/>
            </a:pPr>
            <a:r>
              <a:rPr lang="en-US" sz="1800" dirty="0" smtClean="0"/>
              <a:t>The steps of the algorithms are unambiguous.</a:t>
            </a:r>
          </a:p>
          <a:p>
            <a:pPr marL="568325" lvl="1" indent="-277813" algn="just" eaLnBrk="1" hangingPunct="1">
              <a:spcBef>
                <a:spcPts val="3000"/>
              </a:spcBef>
              <a:buClr>
                <a:schemeClr val="tx1"/>
              </a:buClr>
              <a:buSzPct val="100000"/>
              <a:buFont typeface="Times New Roman" panose="02020603050405020304" pitchFamily="18" charset="0"/>
              <a:buChar char="●"/>
              <a:defRPr/>
            </a:pPr>
            <a:r>
              <a:rPr lang="en-US" sz="1800" dirty="0" smtClean="0"/>
              <a:t>The same algorithm can be represented in several different ways. (different </a:t>
            </a:r>
            <a:r>
              <a:rPr lang="en-US" sz="1800" dirty="0" err="1" smtClean="0"/>
              <a:t>pseudocodes</a:t>
            </a:r>
            <a:r>
              <a:rPr lang="en-US" sz="1800" dirty="0" smtClean="0"/>
              <a:t>)</a:t>
            </a:r>
          </a:p>
          <a:p>
            <a:pPr marL="568325" lvl="1" indent="-277813" algn="just" eaLnBrk="1" hangingPunct="1">
              <a:spcBef>
                <a:spcPts val="3000"/>
              </a:spcBef>
              <a:buClr>
                <a:schemeClr val="tx1"/>
              </a:buClr>
              <a:buSzPct val="100000"/>
              <a:buFont typeface="Times New Roman" panose="02020603050405020304" pitchFamily="18" charset="0"/>
              <a:buChar char="●"/>
              <a:defRPr/>
            </a:pPr>
            <a:r>
              <a:rPr lang="en-US" sz="1800" dirty="0" smtClean="0"/>
              <a:t>There might exists more than one algorithm for a certain problem.</a:t>
            </a:r>
          </a:p>
          <a:p>
            <a:pPr marL="568325" lvl="1" indent="-277813" algn="just" eaLnBrk="1" hangingPunct="1">
              <a:spcBef>
                <a:spcPts val="3000"/>
              </a:spcBef>
              <a:buClr>
                <a:schemeClr val="tx1"/>
              </a:buClr>
              <a:buSzPct val="100000"/>
              <a:buFont typeface="Times New Roman" panose="02020603050405020304" pitchFamily="18" charset="0"/>
              <a:buChar char="●"/>
              <a:defRPr/>
            </a:pPr>
            <a:r>
              <a:rPr lang="en-US" sz="1800" dirty="0" smtClean="0"/>
              <a:t>Algorithms for the same problem can be based on very different ideas and can solve the problem with dramatically different speeds.</a:t>
            </a:r>
            <a:endParaRPr lang="en-CA" sz="1800" dirty="0" smtClean="0"/>
          </a:p>
        </p:txBody>
      </p:sp>
      <p:sp>
        <p:nvSpPr>
          <p:cNvPr id="6" name="Rectangle 2"/>
          <p:cNvSpPr>
            <a:spLocks noGrp="1" noChangeArrowheads="1"/>
          </p:cNvSpPr>
          <p:nvPr>
            <p:ph type="title"/>
          </p:nvPr>
        </p:nvSpPr>
        <p:spPr>
          <a:xfrm>
            <a:off x="304801" y="171450"/>
            <a:ext cx="8639175" cy="495300"/>
          </a:xfrm>
        </p:spPr>
        <p:txBody>
          <a:bodyPr/>
          <a:lstStyle/>
          <a:p>
            <a:pPr algn="ctr" eaLnBrk="1" hangingPunct="1"/>
            <a:r>
              <a:rPr lang="en-US" sz="3200" b="1" dirty="0" smtClean="0"/>
              <a:t>1.2) Algorithm Characteristics</a:t>
            </a:r>
            <a:endParaRPr lang="en-CA" sz="32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Effect transition="in" filter="fade">
                                      <p:cBhvr>
                                        <p:cTn id="7" dur="2000"/>
                                        <p:tgtEl>
                                          <p:spTgt spid="89091">
                                            <p:txEl>
                                              <p:pRg st="0" end="0"/>
                                            </p:txEl>
                                          </p:spTgt>
                                        </p:tgtEl>
                                      </p:cBhvr>
                                    </p:animEffect>
                                    <p:anim calcmode="lin" valueType="num">
                                      <p:cBhvr>
                                        <p:cTn id="8" dur="2000" fill="hold"/>
                                        <p:tgtEl>
                                          <p:spTgt spid="89091">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89091">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0"/>
                                  </p:stCondLst>
                                  <p:childTnLst>
                                    <p:set>
                                      <p:cBhvr>
                                        <p:cTn id="12" dur="1" fill="hold">
                                          <p:stCondLst>
                                            <p:cond delay="0"/>
                                          </p:stCondLst>
                                        </p:cTn>
                                        <p:tgtEl>
                                          <p:spTgt spid="89091">
                                            <p:txEl>
                                              <p:pRg st="1" end="1"/>
                                            </p:txEl>
                                          </p:spTgt>
                                        </p:tgtEl>
                                        <p:attrNameLst>
                                          <p:attrName>style.visibility</p:attrName>
                                        </p:attrNameLst>
                                      </p:cBhvr>
                                      <p:to>
                                        <p:strVal val="visible"/>
                                      </p:to>
                                    </p:set>
                                    <p:animEffect transition="in" filter="fade">
                                      <p:cBhvr>
                                        <p:cTn id="13" dur="2000"/>
                                        <p:tgtEl>
                                          <p:spTgt spid="89091">
                                            <p:txEl>
                                              <p:pRg st="1" end="1"/>
                                            </p:txEl>
                                          </p:spTgt>
                                        </p:tgtEl>
                                      </p:cBhvr>
                                    </p:animEffect>
                                    <p:anim calcmode="lin" valueType="num">
                                      <p:cBhvr>
                                        <p:cTn id="14" dur="2000" fill="hold"/>
                                        <p:tgtEl>
                                          <p:spTgt spid="89091">
                                            <p:txEl>
                                              <p:pRg st="1" end="1"/>
                                            </p:txEl>
                                          </p:spTgt>
                                        </p:tgtEl>
                                        <p:attrNameLst>
                                          <p:attrName>ppt_x</p:attrName>
                                        </p:attrNameLst>
                                      </p:cBhvr>
                                      <p:tavLst>
                                        <p:tav tm="0">
                                          <p:val>
                                            <p:strVal val="#ppt_x"/>
                                          </p:val>
                                        </p:tav>
                                        <p:tav tm="100000">
                                          <p:val>
                                            <p:strVal val="#ppt_x"/>
                                          </p:val>
                                        </p:tav>
                                      </p:tavLst>
                                    </p:anim>
                                    <p:anim calcmode="lin" valueType="num">
                                      <p:cBhvr>
                                        <p:cTn id="15" dur="2000" fill="hold"/>
                                        <p:tgtEl>
                                          <p:spTgt spid="89091">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4000"/>
                            </p:stCondLst>
                            <p:childTnLst>
                              <p:par>
                                <p:cTn id="17" presetID="42" presetClass="entr" presetSubtype="0" fill="hold" nodeType="afterEffect">
                                  <p:stCondLst>
                                    <p:cond delay="0"/>
                                  </p:stCondLst>
                                  <p:childTnLst>
                                    <p:set>
                                      <p:cBhvr>
                                        <p:cTn id="18" dur="1" fill="hold">
                                          <p:stCondLst>
                                            <p:cond delay="0"/>
                                          </p:stCondLst>
                                        </p:cTn>
                                        <p:tgtEl>
                                          <p:spTgt spid="89091">
                                            <p:txEl>
                                              <p:pRg st="2" end="2"/>
                                            </p:txEl>
                                          </p:spTgt>
                                        </p:tgtEl>
                                        <p:attrNameLst>
                                          <p:attrName>style.visibility</p:attrName>
                                        </p:attrNameLst>
                                      </p:cBhvr>
                                      <p:to>
                                        <p:strVal val="visible"/>
                                      </p:to>
                                    </p:set>
                                    <p:animEffect transition="in" filter="fade">
                                      <p:cBhvr>
                                        <p:cTn id="19" dur="2000"/>
                                        <p:tgtEl>
                                          <p:spTgt spid="89091">
                                            <p:txEl>
                                              <p:pRg st="2" end="2"/>
                                            </p:txEl>
                                          </p:spTgt>
                                        </p:tgtEl>
                                      </p:cBhvr>
                                    </p:animEffect>
                                    <p:anim calcmode="lin" valueType="num">
                                      <p:cBhvr>
                                        <p:cTn id="20" dur="2000" fill="hold"/>
                                        <p:tgtEl>
                                          <p:spTgt spid="89091">
                                            <p:txEl>
                                              <p:pRg st="2" end="2"/>
                                            </p:txEl>
                                          </p:spTgt>
                                        </p:tgtEl>
                                        <p:attrNameLst>
                                          <p:attrName>ppt_x</p:attrName>
                                        </p:attrNameLst>
                                      </p:cBhvr>
                                      <p:tavLst>
                                        <p:tav tm="0">
                                          <p:val>
                                            <p:strVal val="#ppt_x"/>
                                          </p:val>
                                        </p:tav>
                                        <p:tav tm="100000">
                                          <p:val>
                                            <p:strVal val="#ppt_x"/>
                                          </p:val>
                                        </p:tav>
                                      </p:tavLst>
                                    </p:anim>
                                    <p:anim calcmode="lin" valueType="num">
                                      <p:cBhvr>
                                        <p:cTn id="21" dur="2000" fill="hold"/>
                                        <p:tgtEl>
                                          <p:spTgt spid="89091">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6000"/>
                            </p:stCondLst>
                            <p:childTnLst>
                              <p:par>
                                <p:cTn id="23" presetID="42" presetClass="entr" presetSubtype="0" fill="hold" nodeType="afterEffect">
                                  <p:stCondLst>
                                    <p:cond delay="0"/>
                                  </p:stCondLst>
                                  <p:childTnLst>
                                    <p:set>
                                      <p:cBhvr>
                                        <p:cTn id="24" dur="1" fill="hold">
                                          <p:stCondLst>
                                            <p:cond delay="0"/>
                                          </p:stCondLst>
                                        </p:cTn>
                                        <p:tgtEl>
                                          <p:spTgt spid="89091">
                                            <p:txEl>
                                              <p:pRg st="3" end="3"/>
                                            </p:txEl>
                                          </p:spTgt>
                                        </p:tgtEl>
                                        <p:attrNameLst>
                                          <p:attrName>style.visibility</p:attrName>
                                        </p:attrNameLst>
                                      </p:cBhvr>
                                      <p:to>
                                        <p:strVal val="visible"/>
                                      </p:to>
                                    </p:set>
                                    <p:animEffect transition="in" filter="fade">
                                      <p:cBhvr>
                                        <p:cTn id="25" dur="2000"/>
                                        <p:tgtEl>
                                          <p:spTgt spid="89091">
                                            <p:txEl>
                                              <p:pRg st="3" end="3"/>
                                            </p:txEl>
                                          </p:spTgt>
                                        </p:tgtEl>
                                      </p:cBhvr>
                                    </p:animEffect>
                                    <p:anim calcmode="lin" valueType="num">
                                      <p:cBhvr>
                                        <p:cTn id="26" dur="2000" fill="hold"/>
                                        <p:tgtEl>
                                          <p:spTgt spid="89091">
                                            <p:txEl>
                                              <p:pRg st="3" end="3"/>
                                            </p:txEl>
                                          </p:spTgt>
                                        </p:tgtEl>
                                        <p:attrNameLst>
                                          <p:attrName>ppt_x</p:attrName>
                                        </p:attrNameLst>
                                      </p:cBhvr>
                                      <p:tavLst>
                                        <p:tav tm="0">
                                          <p:val>
                                            <p:strVal val="#ppt_x"/>
                                          </p:val>
                                        </p:tav>
                                        <p:tav tm="100000">
                                          <p:val>
                                            <p:strVal val="#ppt_x"/>
                                          </p:val>
                                        </p:tav>
                                      </p:tavLst>
                                    </p:anim>
                                    <p:anim calcmode="lin" valueType="num">
                                      <p:cBhvr>
                                        <p:cTn id="27" dur="2000" fill="hold"/>
                                        <p:tgtEl>
                                          <p:spTgt spid="89091">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8000"/>
                            </p:stCondLst>
                            <p:childTnLst>
                              <p:par>
                                <p:cTn id="29" presetID="42" presetClass="entr" presetSubtype="0" fill="hold" nodeType="afterEffect">
                                  <p:stCondLst>
                                    <p:cond delay="0"/>
                                  </p:stCondLst>
                                  <p:childTnLst>
                                    <p:set>
                                      <p:cBhvr>
                                        <p:cTn id="30" dur="1" fill="hold">
                                          <p:stCondLst>
                                            <p:cond delay="0"/>
                                          </p:stCondLst>
                                        </p:cTn>
                                        <p:tgtEl>
                                          <p:spTgt spid="89091">
                                            <p:txEl>
                                              <p:pRg st="4" end="4"/>
                                            </p:txEl>
                                          </p:spTgt>
                                        </p:tgtEl>
                                        <p:attrNameLst>
                                          <p:attrName>style.visibility</p:attrName>
                                        </p:attrNameLst>
                                      </p:cBhvr>
                                      <p:to>
                                        <p:strVal val="visible"/>
                                      </p:to>
                                    </p:set>
                                    <p:animEffect transition="in" filter="fade">
                                      <p:cBhvr>
                                        <p:cTn id="31" dur="2000"/>
                                        <p:tgtEl>
                                          <p:spTgt spid="89091">
                                            <p:txEl>
                                              <p:pRg st="4" end="4"/>
                                            </p:txEl>
                                          </p:spTgt>
                                        </p:tgtEl>
                                      </p:cBhvr>
                                    </p:animEffect>
                                    <p:anim calcmode="lin" valueType="num">
                                      <p:cBhvr>
                                        <p:cTn id="32" dur="2000" fill="hold"/>
                                        <p:tgtEl>
                                          <p:spTgt spid="89091">
                                            <p:txEl>
                                              <p:pRg st="4" end="4"/>
                                            </p:txEl>
                                          </p:spTgt>
                                        </p:tgtEl>
                                        <p:attrNameLst>
                                          <p:attrName>ppt_x</p:attrName>
                                        </p:attrNameLst>
                                      </p:cBhvr>
                                      <p:tavLst>
                                        <p:tav tm="0">
                                          <p:val>
                                            <p:strVal val="#ppt_x"/>
                                          </p:val>
                                        </p:tav>
                                        <p:tav tm="100000">
                                          <p:val>
                                            <p:strVal val="#ppt_x"/>
                                          </p:val>
                                        </p:tav>
                                      </p:tavLst>
                                    </p:anim>
                                    <p:anim calcmode="lin" valueType="num">
                                      <p:cBhvr>
                                        <p:cTn id="33" dur="2000" fill="hold"/>
                                        <p:tgtEl>
                                          <p:spTgt spid="8909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3"/>
          <p:cNvSpPr>
            <a:spLocks noGrp="1" noChangeArrowheads="1"/>
          </p:cNvSpPr>
          <p:nvPr>
            <p:ph type="body" idx="1"/>
          </p:nvPr>
        </p:nvSpPr>
        <p:spPr>
          <a:xfrm>
            <a:off x="228600" y="1066800"/>
            <a:ext cx="8666018" cy="5562600"/>
          </a:xfrm>
        </p:spPr>
        <p:txBody>
          <a:bodyPr/>
          <a:lstStyle/>
          <a:p>
            <a:pPr eaLnBrk="1" hangingPunct="1">
              <a:lnSpc>
                <a:spcPct val="90000"/>
              </a:lnSpc>
              <a:buNone/>
            </a:pPr>
            <a:r>
              <a:rPr lang="en-US" sz="2400" dirty="0" smtClean="0">
                <a:cs typeface="Tahoma" pitchFamily="34" charset="0"/>
              </a:rPr>
              <a:t>	</a:t>
            </a:r>
            <a:r>
              <a:rPr lang="en-US" sz="2000" dirty="0" smtClean="0">
                <a:cs typeface="Tahoma" pitchFamily="34" charset="0"/>
              </a:rPr>
              <a:t>It </a:t>
            </a:r>
            <a:r>
              <a:rPr lang="en-US" sz="2000" dirty="0">
                <a:cs typeface="Tahoma" pitchFamily="34" charset="0"/>
              </a:rPr>
              <a:t>is important to decide how we are going to represent our algorithms. </a:t>
            </a:r>
            <a:endParaRPr lang="en-US" sz="2000" dirty="0" smtClean="0">
              <a:cs typeface="Tahoma" pitchFamily="34" charset="0"/>
            </a:endParaRPr>
          </a:p>
          <a:p>
            <a:pPr eaLnBrk="1" hangingPunct="1">
              <a:lnSpc>
                <a:spcPct val="90000"/>
              </a:lnSpc>
              <a:buFont typeface="Wingdings" pitchFamily="2" charset="2"/>
              <a:buNone/>
            </a:pPr>
            <a:r>
              <a:rPr lang="en-US" sz="2000" dirty="0">
                <a:cs typeface="Tahoma" pitchFamily="34" charset="0"/>
              </a:rPr>
              <a:t>	</a:t>
            </a:r>
            <a:r>
              <a:rPr lang="en-US" sz="2000" dirty="0" smtClean="0">
                <a:cs typeface="Tahoma" pitchFamily="34" charset="0"/>
              </a:rPr>
              <a:t>There are many methods (such as </a:t>
            </a:r>
            <a:r>
              <a:rPr lang="en-US" sz="2000" dirty="0" smtClean="0">
                <a:solidFill>
                  <a:srgbClr val="FF0000"/>
                </a:solidFill>
                <a:cs typeface="Tahoma" pitchFamily="34" charset="0"/>
              </a:rPr>
              <a:t>Natural Languages</a:t>
            </a:r>
            <a:r>
              <a:rPr lang="en-US" sz="2000" dirty="0" smtClean="0">
                <a:cs typeface="Tahoma" pitchFamily="34" charset="0"/>
              </a:rPr>
              <a:t>, </a:t>
            </a:r>
            <a:r>
              <a:rPr lang="en-US" sz="2000" dirty="0" smtClean="0">
                <a:solidFill>
                  <a:srgbClr val="FF0000"/>
                </a:solidFill>
                <a:cs typeface="Tahoma" pitchFamily="34" charset="0"/>
              </a:rPr>
              <a:t>Pseudocode</a:t>
            </a:r>
            <a:r>
              <a:rPr lang="en-US" sz="2000" dirty="0" smtClean="0">
                <a:cs typeface="Tahoma" pitchFamily="34" charset="0"/>
              </a:rPr>
              <a:t>) those can be used to specify algorithms.</a:t>
            </a:r>
          </a:p>
          <a:p>
            <a:pPr eaLnBrk="1" hangingPunct="1">
              <a:lnSpc>
                <a:spcPct val="90000"/>
              </a:lnSpc>
              <a:spcBef>
                <a:spcPts val="600"/>
              </a:spcBef>
              <a:spcAft>
                <a:spcPts val="0"/>
              </a:spcAft>
            </a:pPr>
            <a:r>
              <a:rPr lang="en-US" sz="2400" b="1" dirty="0" smtClean="0">
                <a:cs typeface="Tahoma" pitchFamily="34" charset="0"/>
              </a:rPr>
              <a:t>Natural languages</a:t>
            </a:r>
          </a:p>
          <a:p>
            <a:pPr lvl="1" algn="just" eaLnBrk="1" hangingPunct="1">
              <a:lnSpc>
                <a:spcPct val="90000"/>
              </a:lnSpc>
            </a:pPr>
            <a:r>
              <a:rPr lang="en-US" sz="1800" dirty="0" smtClean="0">
                <a:cs typeface="Tahoma" pitchFamily="34" charset="0"/>
              </a:rPr>
              <a:t>Natural languages (e. g., English, Arabic) are unsuitable to describe algorithms.</a:t>
            </a:r>
          </a:p>
          <a:p>
            <a:pPr lvl="1" algn="just" eaLnBrk="1" hangingPunct="1">
              <a:lnSpc>
                <a:spcPct val="90000"/>
              </a:lnSpc>
            </a:pPr>
            <a:r>
              <a:rPr lang="en-US" sz="1800" dirty="0" smtClean="0">
                <a:cs typeface="Tahoma" pitchFamily="34" charset="0"/>
              </a:rPr>
              <a:t>Algorithms which introduced by natural languages are ambiguous</a:t>
            </a:r>
          </a:p>
          <a:p>
            <a:pPr lvl="1" algn="just" eaLnBrk="1" hangingPunct="1">
              <a:lnSpc>
                <a:spcPct val="90000"/>
              </a:lnSpc>
            </a:pPr>
            <a:r>
              <a:rPr lang="en-US" sz="1800" dirty="0" smtClean="0">
                <a:cs typeface="Tahoma" pitchFamily="34" charset="0"/>
              </a:rPr>
              <a:t>Algorithms which introduced by natural languages are structure less</a:t>
            </a:r>
          </a:p>
          <a:p>
            <a:pPr lvl="1" algn="just" eaLnBrk="1" hangingPunct="1">
              <a:lnSpc>
                <a:spcPct val="90000"/>
              </a:lnSpc>
            </a:pPr>
            <a:r>
              <a:rPr lang="en-US" sz="1800" dirty="0" smtClean="0">
                <a:cs typeface="Tahoma" pitchFamily="34" charset="0"/>
              </a:rPr>
              <a:t>Natural languages are not universal</a:t>
            </a:r>
            <a:endParaRPr lang="en-US" sz="1800" dirty="0" smtClean="0"/>
          </a:p>
          <a:p>
            <a:pPr eaLnBrk="1" hangingPunct="1">
              <a:lnSpc>
                <a:spcPct val="90000"/>
              </a:lnSpc>
              <a:spcBef>
                <a:spcPts val="600"/>
              </a:spcBef>
            </a:pPr>
            <a:r>
              <a:rPr lang="en-US" sz="2400" b="1" dirty="0" smtClean="0">
                <a:cs typeface="Tahoma" pitchFamily="34" charset="0"/>
              </a:rPr>
              <a:t>Pseudocode</a:t>
            </a:r>
          </a:p>
          <a:p>
            <a:pPr lvl="1" algn="just" eaLnBrk="1" hangingPunct="1">
              <a:lnSpc>
                <a:spcPct val="90000"/>
              </a:lnSpc>
            </a:pPr>
            <a:r>
              <a:rPr lang="en-US" sz="1800" dirty="0" smtClean="0">
                <a:cs typeface="Tahoma" pitchFamily="34" charset="0"/>
              </a:rPr>
              <a:t>Pseudocode is a mixture of a natural language and programming language-like structures which used to presents algorithms.</a:t>
            </a:r>
          </a:p>
          <a:p>
            <a:pPr lvl="1" algn="just" eaLnBrk="1" hangingPunct="1">
              <a:lnSpc>
                <a:spcPct val="90000"/>
              </a:lnSpc>
            </a:pPr>
            <a:r>
              <a:rPr lang="en-US" sz="1800" dirty="0" smtClean="0">
                <a:cs typeface="Tahoma" pitchFamily="34" charset="0"/>
              </a:rPr>
              <a:t>Computer scientists an mathematicians prefer </a:t>
            </a:r>
            <a:r>
              <a:rPr lang="en-US" sz="1800" dirty="0" err="1" smtClean="0">
                <a:cs typeface="Tahoma" pitchFamily="34" charset="0"/>
              </a:rPr>
              <a:t>pseudocode</a:t>
            </a:r>
            <a:r>
              <a:rPr lang="en-US" sz="1800" dirty="0" smtClean="0">
                <a:cs typeface="Tahoma" pitchFamily="34" charset="0"/>
              </a:rPr>
              <a:t> because of its precision, structure, and universality.</a:t>
            </a:r>
          </a:p>
          <a:p>
            <a:pPr lvl="1" algn="just" eaLnBrk="1" hangingPunct="1">
              <a:lnSpc>
                <a:spcPct val="90000"/>
              </a:lnSpc>
            </a:pPr>
            <a:r>
              <a:rPr lang="en-US" sz="1800" dirty="0" smtClean="0">
                <a:cs typeface="Tahoma" pitchFamily="34" charset="0"/>
              </a:rPr>
              <a:t>Unlike actual programming languages, which fuss over semicolons, upper case and lower case letters, special words, and soon; </a:t>
            </a:r>
            <a:r>
              <a:rPr lang="en-US" sz="1800" dirty="0" err="1" smtClean="0">
                <a:cs typeface="Tahoma" pitchFamily="34" charset="0"/>
              </a:rPr>
              <a:t>pseudocode</a:t>
            </a:r>
            <a:r>
              <a:rPr lang="en-US" sz="1800" dirty="0" smtClean="0">
                <a:cs typeface="Tahoma" pitchFamily="34" charset="0"/>
              </a:rPr>
              <a:t> is acceptable as long as its instructions are </a:t>
            </a:r>
            <a:r>
              <a:rPr lang="en-US" sz="1800" dirty="0" err="1" smtClean="0">
                <a:cs typeface="Tahoma" pitchFamily="34" charset="0"/>
              </a:rPr>
              <a:t>unambigous</a:t>
            </a:r>
            <a:r>
              <a:rPr lang="en-US" sz="1800" dirty="0" smtClean="0">
                <a:cs typeface="Tahoma" pitchFamily="34" charset="0"/>
              </a:rPr>
              <a:t>.</a:t>
            </a:r>
          </a:p>
          <a:p>
            <a:pPr lvl="1" algn="just" eaLnBrk="1" hangingPunct="1">
              <a:lnSpc>
                <a:spcPct val="90000"/>
              </a:lnSpc>
            </a:pPr>
            <a:r>
              <a:rPr lang="en-US" sz="1800" dirty="0" smtClean="0">
                <a:cs typeface="Tahoma" pitchFamily="34" charset="0"/>
              </a:rPr>
              <a:t>There are many versions of </a:t>
            </a:r>
            <a:r>
              <a:rPr lang="en-US" sz="1800" dirty="0" err="1" smtClean="0">
                <a:cs typeface="Tahoma" pitchFamily="34" charset="0"/>
              </a:rPr>
              <a:t>pseudocode</a:t>
            </a:r>
            <a:r>
              <a:rPr lang="en-US" sz="1800" dirty="0" smtClean="0">
                <a:cs typeface="Tahoma" pitchFamily="34" charset="0"/>
              </a:rPr>
              <a:t>. </a:t>
            </a:r>
          </a:p>
        </p:txBody>
      </p:sp>
      <p:sp>
        <p:nvSpPr>
          <p:cNvPr id="6" name="Rectangle 2"/>
          <p:cNvSpPr>
            <a:spLocks noGrp="1" noChangeArrowheads="1"/>
          </p:cNvSpPr>
          <p:nvPr>
            <p:ph type="title"/>
          </p:nvPr>
        </p:nvSpPr>
        <p:spPr>
          <a:xfrm>
            <a:off x="228600" y="266700"/>
            <a:ext cx="8726488" cy="633845"/>
          </a:xfrm>
        </p:spPr>
        <p:txBody>
          <a:bodyPr/>
          <a:lstStyle/>
          <a:p>
            <a:pPr eaLnBrk="1" hangingPunct="1"/>
            <a:r>
              <a:rPr lang="en-US" sz="3200" b="1" dirty="0" smtClean="0"/>
              <a:t>1.3) </a:t>
            </a:r>
            <a:r>
              <a:rPr lang="en-US" sz="3200" b="1" dirty="0"/>
              <a:t>Methods of Algorithm’s Specifying</a:t>
            </a:r>
            <a:endParaRPr lang="en-CA" sz="3200" b="1" dirty="0" smtClean="0"/>
          </a:p>
        </p:txBody>
      </p:sp>
    </p:spTree>
    <p:extLst>
      <p:ext uri="{BB962C8B-B14F-4D97-AF65-F5344CB8AC3E}">
        <p14:creationId xmlns:p14="http://schemas.microsoft.com/office/powerpoint/2010/main" val="343274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364">
                                            <p:txEl>
                                              <p:pRg st="0" end="0"/>
                                            </p:txEl>
                                          </p:spTgt>
                                        </p:tgtEl>
                                        <p:attrNameLst>
                                          <p:attrName>style.visibility</p:attrName>
                                        </p:attrNameLst>
                                      </p:cBhvr>
                                      <p:to>
                                        <p:strVal val="visible"/>
                                      </p:to>
                                    </p:set>
                                    <p:animEffect transition="in" filter="fade">
                                      <p:cBhvr>
                                        <p:cTn id="7" dur="2000"/>
                                        <p:tgtEl>
                                          <p:spTgt spid="15364">
                                            <p:txEl>
                                              <p:pRg st="0" end="0"/>
                                            </p:txEl>
                                          </p:spTgt>
                                        </p:tgtEl>
                                      </p:cBhvr>
                                    </p:animEffect>
                                    <p:anim calcmode="lin" valueType="num">
                                      <p:cBhvr>
                                        <p:cTn id="8" dur="2000" fill="hold"/>
                                        <p:tgtEl>
                                          <p:spTgt spid="15364">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1536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0"/>
                                  </p:stCondLst>
                                  <p:childTnLst>
                                    <p:set>
                                      <p:cBhvr>
                                        <p:cTn id="12" dur="1" fill="hold">
                                          <p:stCondLst>
                                            <p:cond delay="0"/>
                                          </p:stCondLst>
                                        </p:cTn>
                                        <p:tgtEl>
                                          <p:spTgt spid="15364">
                                            <p:txEl>
                                              <p:pRg st="1" end="1"/>
                                            </p:txEl>
                                          </p:spTgt>
                                        </p:tgtEl>
                                        <p:attrNameLst>
                                          <p:attrName>style.visibility</p:attrName>
                                        </p:attrNameLst>
                                      </p:cBhvr>
                                      <p:to>
                                        <p:strVal val="visible"/>
                                      </p:to>
                                    </p:set>
                                    <p:animEffect transition="in" filter="fade">
                                      <p:cBhvr>
                                        <p:cTn id="13" dur="2000"/>
                                        <p:tgtEl>
                                          <p:spTgt spid="15364">
                                            <p:txEl>
                                              <p:pRg st="1" end="1"/>
                                            </p:txEl>
                                          </p:spTgt>
                                        </p:tgtEl>
                                      </p:cBhvr>
                                    </p:animEffect>
                                    <p:anim calcmode="lin" valueType="num">
                                      <p:cBhvr>
                                        <p:cTn id="14" dur="2000" fill="hold"/>
                                        <p:tgtEl>
                                          <p:spTgt spid="15364">
                                            <p:txEl>
                                              <p:pRg st="1" end="1"/>
                                            </p:txEl>
                                          </p:spTgt>
                                        </p:tgtEl>
                                        <p:attrNameLst>
                                          <p:attrName>ppt_x</p:attrName>
                                        </p:attrNameLst>
                                      </p:cBhvr>
                                      <p:tavLst>
                                        <p:tav tm="0">
                                          <p:val>
                                            <p:strVal val="#ppt_x"/>
                                          </p:val>
                                        </p:tav>
                                        <p:tav tm="100000">
                                          <p:val>
                                            <p:strVal val="#ppt_x"/>
                                          </p:val>
                                        </p:tav>
                                      </p:tavLst>
                                    </p:anim>
                                    <p:anim calcmode="lin" valueType="num">
                                      <p:cBhvr>
                                        <p:cTn id="15" dur="2000" fill="hold"/>
                                        <p:tgtEl>
                                          <p:spTgt spid="1536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4000"/>
                            </p:stCondLst>
                            <p:childTnLst>
                              <p:par>
                                <p:cTn id="17" presetID="42" presetClass="entr" presetSubtype="0" fill="hold" nodeType="afterEffect">
                                  <p:stCondLst>
                                    <p:cond delay="0"/>
                                  </p:stCondLst>
                                  <p:childTnLst>
                                    <p:set>
                                      <p:cBhvr>
                                        <p:cTn id="18" dur="1" fill="hold">
                                          <p:stCondLst>
                                            <p:cond delay="0"/>
                                          </p:stCondLst>
                                        </p:cTn>
                                        <p:tgtEl>
                                          <p:spTgt spid="15364">
                                            <p:txEl>
                                              <p:pRg st="2" end="2"/>
                                            </p:txEl>
                                          </p:spTgt>
                                        </p:tgtEl>
                                        <p:attrNameLst>
                                          <p:attrName>style.visibility</p:attrName>
                                        </p:attrNameLst>
                                      </p:cBhvr>
                                      <p:to>
                                        <p:strVal val="visible"/>
                                      </p:to>
                                    </p:set>
                                    <p:animEffect transition="in" filter="fade">
                                      <p:cBhvr>
                                        <p:cTn id="19" dur="2000"/>
                                        <p:tgtEl>
                                          <p:spTgt spid="15364">
                                            <p:txEl>
                                              <p:pRg st="2" end="2"/>
                                            </p:txEl>
                                          </p:spTgt>
                                        </p:tgtEl>
                                      </p:cBhvr>
                                    </p:animEffect>
                                    <p:anim calcmode="lin" valueType="num">
                                      <p:cBhvr>
                                        <p:cTn id="20" dur="2000" fill="hold"/>
                                        <p:tgtEl>
                                          <p:spTgt spid="15364">
                                            <p:txEl>
                                              <p:pRg st="2" end="2"/>
                                            </p:txEl>
                                          </p:spTgt>
                                        </p:tgtEl>
                                        <p:attrNameLst>
                                          <p:attrName>ppt_x</p:attrName>
                                        </p:attrNameLst>
                                      </p:cBhvr>
                                      <p:tavLst>
                                        <p:tav tm="0">
                                          <p:val>
                                            <p:strVal val="#ppt_x"/>
                                          </p:val>
                                        </p:tav>
                                        <p:tav tm="100000">
                                          <p:val>
                                            <p:strVal val="#ppt_x"/>
                                          </p:val>
                                        </p:tav>
                                      </p:tavLst>
                                    </p:anim>
                                    <p:anim calcmode="lin" valueType="num">
                                      <p:cBhvr>
                                        <p:cTn id="21" dur="2000" fill="hold"/>
                                        <p:tgtEl>
                                          <p:spTgt spid="1536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6000"/>
                            </p:stCondLst>
                            <p:childTnLst>
                              <p:par>
                                <p:cTn id="23" presetID="42" presetClass="entr" presetSubtype="0" fill="hold" nodeType="afterEffect">
                                  <p:stCondLst>
                                    <p:cond delay="0"/>
                                  </p:stCondLst>
                                  <p:childTnLst>
                                    <p:set>
                                      <p:cBhvr>
                                        <p:cTn id="24" dur="1" fill="hold">
                                          <p:stCondLst>
                                            <p:cond delay="0"/>
                                          </p:stCondLst>
                                        </p:cTn>
                                        <p:tgtEl>
                                          <p:spTgt spid="15364">
                                            <p:txEl>
                                              <p:pRg st="3" end="3"/>
                                            </p:txEl>
                                          </p:spTgt>
                                        </p:tgtEl>
                                        <p:attrNameLst>
                                          <p:attrName>style.visibility</p:attrName>
                                        </p:attrNameLst>
                                      </p:cBhvr>
                                      <p:to>
                                        <p:strVal val="visible"/>
                                      </p:to>
                                    </p:set>
                                    <p:animEffect transition="in" filter="fade">
                                      <p:cBhvr>
                                        <p:cTn id="25" dur="2000"/>
                                        <p:tgtEl>
                                          <p:spTgt spid="15364">
                                            <p:txEl>
                                              <p:pRg st="3" end="3"/>
                                            </p:txEl>
                                          </p:spTgt>
                                        </p:tgtEl>
                                      </p:cBhvr>
                                    </p:animEffect>
                                    <p:anim calcmode="lin" valueType="num">
                                      <p:cBhvr>
                                        <p:cTn id="26" dur="2000" fill="hold"/>
                                        <p:tgtEl>
                                          <p:spTgt spid="15364">
                                            <p:txEl>
                                              <p:pRg st="3" end="3"/>
                                            </p:txEl>
                                          </p:spTgt>
                                        </p:tgtEl>
                                        <p:attrNameLst>
                                          <p:attrName>ppt_x</p:attrName>
                                        </p:attrNameLst>
                                      </p:cBhvr>
                                      <p:tavLst>
                                        <p:tav tm="0">
                                          <p:val>
                                            <p:strVal val="#ppt_x"/>
                                          </p:val>
                                        </p:tav>
                                        <p:tav tm="100000">
                                          <p:val>
                                            <p:strVal val="#ppt_x"/>
                                          </p:val>
                                        </p:tav>
                                      </p:tavLst>
                                    </p:anim>
                                    <p:anim calcmode="lin" valueType="num">
                                      <p:cBhvr>
                                        <p:cTn id="27" dur="2000" fill="hold"/>
                                        <p:tgtEl>
                                          <p:spTgt spid="15364">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8000"/>
                            </p:stCondLst>
                            <p:childTnLst>
                              <p:par>
                                <p:cTn id="29" presetID="42" presetClass="entr" presetSubtype="0" fill="hold" nodeType="afterEffect">
                                  <p:stCondLst>
                                    <p:cond delay="0"/>
                                  </p:stCondLst>
                                  <p:childTnLst>
                                    <p:set>
                                      <p:cBhvr>
                                        <p:cTn id="30" dur="1" fill="hold">
                                          <p:stCondLst>
                                            <p:cond delay="0"/>
                                          </p:stCondLst>
                                        </p:cTn>
                                        <p:tgtEl>
                                          <p:spTgt spid="15364">
                                            <p:txEl>
                                              <p:pRg st="4" end="4"/>
                                            </p:txEl>
                                          </p:spTgt>
                                        </p:tgtEl>
                                        <p:attrNameLst>
                                          <p:attrName>style.visibility</p:attrName>
                                        </p:attrNameLst>
                                      </p:cBhvr>
                                      <p:to>
                                        <p:strVal val="visible"/>
                                      </p:to>
                                    </p:set>
                                    <p:animEffect transition="in" filter="fade">
                                      <p:cBhvr>
                                        <p:cTn id="31" dur="2000"/>
                                        <p:tgtEl>
                                          <p:spTgt spid="15364">
                                            <p:txEl>
                                              <p:pRg st="4" end="4"/>
                                            </p:txEl>
                                          </p:spTgt>
                                        </p:tgtEl>
                                      </p:cBhvr>
                                    </p:animEffect>
                                    <p:anim calcmode="lin" valueType="num">
                                      <p:cBhvr>
                                        <p:cTn id="32" dur="2000" fill="hold"/>
                                        <p:tgtEl>
                                          <p:spTgt spid="15364">
                                            <p:txEl>
                                              <p:pRg st="4" end="4"/>
                                            </p:txEl>
                                          </p:spTgt>
                                        </p:tgtEl>
                                        <p:attrNameLst>
                                          <p:attrName>ppt_x</p:attrName>
                                        </p:attrNameLst>
                                      </p:cBhvr>
                                      <p:tavLst>
                                        <p:tav tm="0">
                                          <p:val>
                                            <p:strVal val="#ppt_x"/>
                                          </p:val>
                                        </p:tav>
                                        <p:tav tm="100000">
                                          <p:val>
                                            <p:strVal val="#ppt_x"/>
                                          </p:val>
                                        </p:tav>
                                      </p:tavLst>
                                    </p:anim>
                                    <p:anim calcmode="lin" valueType="num">
                                      <p:cBhvr>
                                        <p:cTn id="33" dur="2000" fill="hold"/>
                                        <p:tgtEl>
                                          <p:spTgt spid="15364">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10000"/>
                            </p:stCondLst>
                            <p:childTnLst>
                              <p:par>
                                <p:cTn id="35" presetID="42" presetClass="entr" presetSubtype="0" fill="hold" nodeType="afterEffect">
                                  <p:stCondLst>
                                    <p:cond delay="0"/>
                                  </p:stCondLst>
                                  <p:childTnLst>
                                    <p:set>
                                      <p:cBhvr>
                                        <p:cTn id="36" dur="1" fill="hold">
                                          <p:stCondLst>
                                            <p:cond delay="0"/>
                                          </p:stCondLst>
                                        </p:cTn>
                                        <p:tgtEl>
                                          <p:spTgt spid="15364">
                                            <p:txEl>
                                              <p:pRg st="5" end="5"/>
                                            </p:txEl>
                                          </p:spTgt>
                                        </p:tgtEl>
                                        <p:attrNameLst>
                                          <p:attrName>style.visibility</p:attrName>
                                        </p:attrNameLst>
                                      </p:cBhvr>
                                      <p:to>
                                        <p:strVal val="visible"/>
                                      </p:to>
                                    </p:set>
                                    <p:animEffect transition="in" filter="fade">
                                      <p:cBhvr>
                                        <p:cTn id="37" dur="2000"/>
                                        <p:tgtEl>
                                          <p:spTgt spid="15364">
                                            <p:txEl>
                                              <p:pRg st="5" end="5"/>
                                            </p:txEl>
                                          </p:spTgt>
                                        </p:tgtEl>
                                      </p:cBhvr>
                                    </p:animEffect>
                                    <p:anim calcmode="lin" valueType="num">
                                      <p:cBhvr>
                                        <p:cTn id="38" dur="2000" fill="hold"/>
                                        <p:tgtEl>
                                          <p:spTgt spid="15364">
                                            <p:txEl>
                                              <p:pRg st="5" end="5"/>
                                            </p:txEl>
                                          </p:spTgt>
                                        </p:tgtEl>
                                        <p:attrNameLst>
                                          <p:attrName>ppt_x</p:attrName>
                                        </p:attrNameLst>
                                      </p:cBhvr>
                                      <p:tavLst>
                                        <p:tav tm="0">
                                          <p:val>
                                            <p:strVal val="#ppt_x"/>
                                          </p:val>
                                        </p:tav>
                                        <p:tav tm="100000">
                                          <p:val>
                                            <p:strVal val="#ppt_x"/>
                                          </p:val>
                                        </p:tav>
                                      </p:tavLst>
                                    </p:anim>
                                    <p:anim calcmode="lin" valueType="num">
                                      <p:cBhvr>
                                        <p:cTn id="39" dur="2000" fill="hold"/>
                                        <p:tgtEl>
                                          <p:spTgt spid="15364">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12000"/>
                            </p:stCondLst>
                            <p:childTnLst>
                              <p:par>
                                <p:cTn id="41" presetID="42" presetClass="entr" presetSubtype="0" fill="hold" nodeType="afterEffect">
                                  <p:stCondLst>
                                    <p:cond delay="0"/>
                                  </p:stCondLst>
                                  <p:childTnLst>
                                    <p:set>
                                      <p:cBhvr>
                                        <p:cTn id="42" dur="1" fill="hold">
                                          <p:stCondLst>
                                            <p:cond delay="0"/>
                                          </p:stCondLst>
                                        </p:cTn>
                                        <p:tgtEl>
                                          <p:spTgt spid="15364">
                                            <p:txEl>
                                              <p:pRg st="6" end="6"/>
                                            </p:txEl>
                                          </p:spTgt>
                                        </p:tgtEl>
                                        <p:attrNameLst>
                                          <p:attrName>style.visibility</p:attrName>
                                        </p:attrNameLst>
                                      </p:cBhvr>
                                      <p:to>
                                        <p:strVal val="visible"/>
                                      </p:to>
                                    </p:set>
                                    <p:animEffect transition="in" filter="fade">
                                      <p:cBhvr>
                                        <p:cTn id="43" dur="2000"/>
                                        <p:tgtEl>
                                          <p:spTgt spid="15364">
                                            <p:txEl>
                                              <p:pRg st="6" end="6"/>
                                            </p:txEl>
                                          </p:spTgt>
                                        </p:tgtEl>
                                      </p:cBhvr>
                                    </p:animEffect>
                                    <p:anim calcmode="lin" valueType="num">
                                      <p:cBhvr>
                                        <p:cTn id="44" dur="2000" fill="hold"/>
                                        <p:tgtEl>
                                          <p:spTgt spid="15364">
                                            <p:txEl>
                                              <p:pRg st="6" end="6"/>
                                            </p:txEl>
                                          </p:spTgt>
                                        </p:tgtEl>
                                        <p:attrNameLst>
                                          <p:attrName>ppt_x</p:attrName>
                                        </p:attrNameLst>
                                      </p:cBhvr>
                                      <p:tavLst>
                                        <p:tav tm="0">
                                          <p:val>
                                            <p:strVal val="#ppt_x"/>
                                          </p:val>
                                        </p:tav>
                                        <p:tav tm="100000">
                                          <p:val>
                                            <p:strVal val="#ppt_x"/>
                                          </p:val>
                                        </p:tav>
                                      </p:tavLst>
                                    </p:anim>
                                    <p:anim calcmode="lin" valueType="num">
                                      <p:cBhvr>
                                        <p:cTn id="45" dur="2000" fill="hold"/>
                                        <p:tgtEl>
                                          <p:spTgt spid="15364">
                                            <p:txEl>
                                              <p:pRg st="6" end="6"/>
                                            </p:txEl>
                                          </p:spTgt>
                                        </p:tgtEl>
                                        <p:attrNameLst>
                                          <p:attrName>ppt_y</p:attrName>
                                        </p:attrNameLst>
                                      </p:cBhvr>
                                      <p:tavLst>
                                        <p:tav tm="0">
                                          <p:val>
                                            <p:strVal val="#ppt_y+.1"/>
                                          </p:val>
                                        </p:tav>
                                        <p:tav tm="100000">
                                          <p:val>
                                            <p:strVal val="#ppt_y"/>
                                          </p:val>
                                        </p:tav>
                                      </p:tavLst>
                                    </p:anim>
                                  </p:childTnLst>
                                </p:cTn>
                              </p:par>
                            </p:childTnLst>
                          </p:cTn>
                        </p:par>
                        <p:par>
                          <p:cTn id="46" fill="hold">
                            <p:stCondLst>
                              <p:cond delay="14000"/>
                            </p:stCondLst>
                            <p:childTnLst>
                              <p:par>
                                <p:cTn id="47" presetID="42" presetClass="entr" presetSubtype="0" fill="hold" nodeType="afterEffect">
                                  <p:stCondLst>
                                    <p:cond delay="0"/>
                                  </p:stCondLst>
                                  <p:childTnLst>
                                    <p:set>
                                      <p:cBhvr>
                                        <p:cTn id="48" dur="1" fill="hold">
                                          <p:stCondLst>
                                            <p:cond delay="0"/>
                                          </p:stCondLst>
                                        </p:cTn>
                                        <p:tgtEl>
                                          <p:spTgt spid="15364">
                                            <p:txEl>
                                              <p:pRg st="7" end="7"/>
                                            </p:txEl>
                                          </p:spTgt>
                                        </p:tgtEl>
                                        <p:attrNameLst>
                                          <p:attrName>style.visibility</p:attrName>
                                        </p:attrNameLst>
                                      </p:cBhvr>
                                      <p:to>
                                        <p:strVal val="visible"/>
                                      </p:to>
                                    </p:set>
                                    <p:animEffect transition="in" filter="fade">
                                      <p:cBhvr>
                                        <p:cTn id="49" dur="2000"/>
                                        <p:tgtEl>
                                          <p:spTgt spid="15364">
                                            <p:txEl>
                                              <p:pRg st="7" end="7"/>
                                            </p:txEl>
                                          </p:spTgt>
                                        </p:tgtEl>
                                      </p:cBhvr>
                                    </p:animEffect>
                                    <p:anim calcmode="lin" valueType="num">
                                      <p:cBhvr>
                                        <p:cTn id="50" dur="2000" fill="hold"/>
                                        <p:tgtEl>
                                          <p:spTgt spid="15364">
                                            <p:txEl>
                                              <p:pRg st="7" end="7"/>
                                            </p:txEl>
                                          </p:spTgt>
                                        </p:tgtEl>
                                        <p:attrNameLst>
                                          <p:attrName>ppt_x</p:attrName>
                                        </p:attrNameLst>
                                      </p:cBhvr>
                                      <p:tavLst>
                                        <p:tav tm="0">
                                          <p:val>
                                            <p:strVal val="#ppt_x"/>
                                          </p:val>
                                        </p:tav>
                                        <p:tav tm="100000">
                                          <p:val>
                                            <p:strVal val="#ppt_x"/>
                                          </p:val>
                                        </p:tav>
                                      </p:tavLst>
                                    </p:anim>
                                    <p:anim calcmode="lin" valueType="num">
                                      <p:cBhvr>
                                        <p:cTn id="51" dur="2000" fill="hold"/>
                                        <p:tgtEl>
                                          <p:spTgt spid="15364">
                                            <p:txEl>
                                              <p:pRg st="7" end="7"/>
                                            </p:txEl>
                                          </p:spTgt>
                                        </p:tgtEl>
                                        <p:attrNameLst>
                                          <p:attrName>ppt_y</p:attrName>
                                        </p:attrNameLst>
                                      </p:cBhvr>
                                      <p:tavLst>
                                        <p:tav tm="0">
                                          <p:val>
                                            <p:strVal val="#ppt_y+.1"/>
                                          </p:val>
                                        </p:tav>
                                        <p:tav tm="100000">
                                          <p:val>
                                            <p:strVal val="#ppt_y"/>
                                          </p:val>
                                        </p:tav>
                                      </p:tavLst>
                                    </p:anim>
                                  </p:childTnLst>
                                </p:cTn>
                              </p:par>
                            </p:childTnLst>
                          </p:cTn>
                        </p:par>
                        <p:par>
                          <p:cTn id="52" fill="hold">
                            <p:stCondLst>
                              <p:cond delay="16000"/>
                            </p:stCondLst>
                            <p:childTnLst>
                              <p:par>
                                <p:cTn id="53" presetID="42" presetClass="entr" presetSubtype="0" fill="hold" nodeType="afterEffect">
                                  <p:stCondLst>
                                    <p:cond delay="0"/>
                                  </p:stCondLst>
                                  <p:childTnLst>
                                    <p:set>
                                      <p:cBhvr>
                                        <p:cTn id="54" dur="1" fill="hold">
                                          <p:stCondLst>
                                            <p:cond delay="0"/>
                                          </p:stCondLst>
                                        </p:cTn>
                                        <p:tgtEl>
                                          <p:spTgt spid="15364">
                                            <p:txEl>
                                              <p:pRg st="8" end="8"/>
                                            </p:txEl>
                                          </p:spTgt>
                                        </p:tgtEl>
                                        <p:attrNameLst>
                                          <p:attrName>style.visibility</p:attrName>
                                        </p:attrNameLst>
                                      </p:cBhvr>
                                      <p:to>
                                        <p:strVal val="visible"/>
                                      </p:to>
                                    </p:set>
                                    <p:animEffect transition="in" filter="fade">
                                      <p:cBhvr>
                                        <p:cTn id="55" dur="2000"/>
                                        <p:tgtEl>
                                          <p:spTgt spid="15364">
                                            <p:txEl>
                                              <p:pRg st="8" end="8"/>
                                            </p:txEl>
                                          </p:spTgt>
                                        </p:tgtEl>
                                      </p:cBhvr>
                                    </p:animEffect>
                                    <p:anim calcmode="lin" valueType="num">
                                      <p:cBhvr>
                                        <p:cTn id="56" dur="2000" fill="hold"/>
                                        <p:tgtEl>
                                          <p:spTgt spid="15364">
                                            <p:txEl>
                                              <p:pRg st="8" end="8"/>
                                            </p:txEl>
                                          </p:spTgt>
                                        </p:tgtEl>
                                        <p:attrNameLst>
                                          <p:attrName>ppt_x</p:attrName>
                                        </p:attrNameLst>
                                      </p:cBhvr>
                                      <p:tavLst>
                                        <p:tav tm="0">
                                          <p:val>
                                            <p:strVal val="#ppt_x"/>
                                          </p:val>
                                        </p:tav>
                                        <p:tav tm="100000">
                                          <p:val>
                                            <p:strVal val="#ppt_x"/>
                                          </p:val>
                                        </p:tav>
                                      </p:tavLst>
                                    </p:anim>
                                    <p:anim calcmode="lin" valueType="num">
                                      <p:cBhvr>
                                        <p:cTn id="57" dur="2000" fill="hold"/>
                                        <p:tgtEl>
                                          <p:spTgt spid="15364">
                                            <p:txEl>
                                              <p:pRg st="8" end="8"/>
                                            </p:txEl>
                                          </p:spTgt>
                                        </p:tgtEl>
                                        <p:attrNameLst>
                                          <p:attrName>ppt_y</p:attrName>
                                        </p:attrNameLst>
                                      </p:cBhvr>
                                      <p:tavLst>
                                        <p:tav tm="0">
                                          <p:val>
                                            <p:strVal val="#ppt_y+.1"/>
                                          </p:val>
                                        </p:tav>
                                        <p:tav tm="100000">
                                          <p:val>
                                            <p:strVal val="#ppt_y"/>
                                          </p:val>
                                        </p:tav>
                                      </p:tavLst>
                                    </p:anim>
                                  </p:childTnLst>
                                </p:cTn>
                              </p:par>
                            </p:childTnLst>
                          </p:cTn>
                        </p:par>
                        <p:par>
                          <p:cTn id="58" fill="hold">
                            <p:stCondLst>
                              <p:cond delay="18000"/>
                            </p:stCondLst>
                            <p:childTnLst>
                              <p:par>
                                <p:cTn id="59" presetID="42" presetClass="entr" presetSubtype="0" fill="hold" nodeType="afterEffect">
                                  <p:stCondLst>
                                    <p:cond delay="0"/>
                                  </p:stCondLst>
                                  <p:childTnLst>
                                    <p:set>
                                      <p:cBhvr>
                                        <p:cTn id="60" dur="1" fill="hold">
                                          <p:stCondLst>
                                            <p:cond delay="0"/>
                                          </p:stCondLst>
                                        </p:cTn>
                                        <p:tgtEl>
                                          <p:spTgt spid="15364">
                                            <p:txEl>
                                              <p:pRg st="9" end="9"/>
                                            </p:txEl>
                                          </p:spTgt>
                                        </p:tgtEl>
                                        <p:attrNameLst>
                                          <p:attrName>style.visibility</p:attrName>
                                        </p:attrNameLst>
                                      </p:cBhvr>
                                      <p:to>
                                        <p:strVal val="visible"/>
                                      </p:to>
                                    </p:set>
                                    <p:animEffect transition="in" filter="fade">
                                      <p:cBhvr>
                                        <p:cTn id="61" dur="2000"/>
                                        <p:tgtEl>
                                          <p:spTgt spid="15364">
                                            <p:txEl>
                                              <p:pRg st="9" end="9"/>
                                            </p:txEl>
                                          </p:spTgt>
                                        </p:tgtEl>
                                      </p:cBhvr>
                                    </p:animEffect>
                                    <p:anim calcmode="lin" valueType="num">
                                      <p:cBhvr>
                                        <p:cTn id="62" dur="2000" fill="hold"/>
                                        <p:tgtEl>
                                          <p:spTgt spid="15364">
                                            <p:txEl>
                                              <p:pRg st="9" end="9"/>
                                            </p:txEl>
                                          </p:spTgt>
                                        </p:tgtEl>
                                        <p:attrNameLst>
                                          <p:attrName>ppt_x</p:attrName>
                                        </p:attrNameLst>
                                      </p:cBhvr>
                                      <p:tavLst>
                                        <p:tav tm="0">
                                          <p:val>
                                            <p:strVal val="#ppt_x"/>
                                          </p:val>
                                        </p:tav>
                                        <p:tav tm="100000">
                                          <p:val>
                                            <p:strVal val="#ppt_x"/>
                                          </p:val>
                                        </p:tav>
                                      </p:tavLst>
                                    </p:anim>
                                    <p:anim calcmode="lin" valueType="num">
                                      <p:cBhvr>
                                        <p:cTn id="63" dur="2000" fill="hold"/>
                                        <p:tgtEl>
                                          <p:spTgt spid="15364">
                                            <p:txEl>
                                              <p:pRg st="9" end="9"/>
                                            </p:txEl>
                                          </p:spTgt>
                                        </p:tgtEl>
                                        <p:attrNameLst>
                                          <p:attrName>ppt_y</p:attrName>
                                        </p:attrNameLst>
                                      </p:cBhvr>
                                      <p:tavLst>
                                        <p:tav tm="0">
                                          <p:val>
                                            <p:strVal val="#ppt_y+.1"/>
                                          </p:val>
                                        </p:tav>
                                        <p:tav tm="100000">
                                          <p:val>
                                            <p:strVal val="#ppt_y"/>
                                          </p:val>
                                        </p:tav>
                                      </p:tavLst>
                                    </p:anim>
                                  </p:childTnLst>
                                </p:cTn>
                              </p:par>
                            </p:childTnLst>
                          </p:cTn>
                        </p:par>
                        <p:par>
                          <p:cTn id="64" fill="hold">
                            <p:stCondLst>
                              <p:cond delay="20000"/>
                            </p:stCondLst>
                            <p:childTnLst>
                              <p:par>
                                <p:cTn id="65" presetID="42" presetClass="entr" presetSubtype="0" fill="hold" nodeType="afterEffect">
                                  <p:stCondLst>
                                    <p:cond delay="0"/>
                                  </p:stCondLst>
                                  <p:childTnLst>
                                    <p:set>
                                      <p:cBhvr>
                                        <p:cTn id="66" dur="1" fill="hold">
                                          <p:stCondLst>
                                            <p:cond delay="0"/>
                                          </p:stCondLst>
                                        </p:cTn>
                                        <p:tgtEl>
                                          <p:spTgt spid="15364">
                                            <p:txEl>
                                              <p:pRg st="10" end="10"/>
                                            </p:txEl>
                                          </p:spTgt>
                                        </p:tgtEl>
                                        <p:attrNameLst>
                                          <p:attrName>style.visibility</p:attrName>
                                        </p:attrNameLst>
                                      </p:cBhvr>
                                      <p:to>
                                        <p:strVal val="visible"/>
                                      </p:to>
                                    </p:set>
                                    <p:animEffect transition="in" filter="fade">
                                      <p:cBhvr>
                                        <p:cTn id="67" dur="2000"/>
                                        <p:tgtEl>
                                          <p:spTgt spid="15364">
                                            <p:txEl>
                                              <p:pRg st="10" end="10"/>
                                            </p:txEl>
                                          </p:spTgt>
                                        </p:tgtEl>
                                      </p:cBhvr>
                                    </p:animEffect>
                                    <p:anim calcmode="lin" valueType="num">
                                      <p:cBhvr>
                                        <p:cTn id="68" dur="2000" fill="hold"/>
                                        <p:tgtEl>
                                          <p:spTgt spid="15364">
                                            <p:txEl>
                                              <p:pRg st="10" end="10"/>
                                            </p:txEl>
                                          </p:spTgt>
                                        </p:tgtEl>
                                        <p:attrNameLst>
                                          <p:attrName>ppt_x</p:attrName>
                                        </p:attrNameLst>
                                      </p:cBhvr>
                                      <p:tavLst>
                                        <p:tav tm="0">
                                          <p:val>
                                            <p:strVal val="#ppt_x"/>
                                          </p:val>
                                        </p:tav>
                                        <p:tav tm="100000">
                                          <p:val>
                                            <p:strVal val="#ppt_x"/>
                                          </p:val>
                                        </p:tav>
                                      </p:tavLst>
                                    </p:anim>
                                    <p:anim calcmode="lin" valueType="num">
                                      <p:cBhvr>
                                        <p:cTn id="69" dur="2000" fill="hold"/>
                                        <p:tgtEl>
                                          <p:spTgt spid="15364">
                                            <p:txEl>
                                              <p:pRg st="10" end="10"/>
                                            </p:txEl>
                                          </p:spTgt>
                                        </p:tgtEl>
                                        <p:attrNameLst>
                                          <p:attrName>ppt_y</p:attrName>
                                        </p:attrNameLst>
                                      </p:cBhvr>
                                      <p:tavLst>
                                        <p:tav tm="0">
                                          <p:val>
                                            <p:strVal val="#ppt_y+.1"/>
                                          </p:val>
                                        </p:tav>
                                        <p:tav tm="100000">
                                          <p:val>
                                            <p:strVal val="#ppt_y"/>
                                          </p:val>
                                        </p:tav>
                                      </p:tavLst>
                                    </p:anim>
                                  </p:childTnLst>
                                </p:cTn>
                              </p:par>
                            </p:childTnLst>
                          </p:cTn>
                        </p:par>
                        <p:par>
                          <p:cTn id="70" fill="hold">
                            <p:stCondLst>
                              <p:cond delay="22000"/>
                            </p:stCondLst>
                            <p:childTnLst>
                              <p:par>
                                <p:cTn id="71" presetID="42" presetClass="entr" presetSubtype="0" fill="hold" nodeType="afterEffect">
                                  <p:stCondLst>
                                    <p:cond delay="0"/>
                                  </p:stCondLst>
                                  <p:childTnLst>
                                    <p:set>
                                      <p:cBhvr>
                                        <p:cTn id="72" dur="1" fill="hold">
                                          <p:stCondLst>
                                            <p:cond delay="0"/>
                                          </p:stCondLst>
                                        </p:cTn>
                                        <p:tgtEl>
                                          <p:spTgt spid="15364">
                                            <p:txEl>
                                              <p:pRg st="11" end="11"/>
                                            </p:txEl>
                                          </p:spTgt>
                                        </p:tgtEl>
                                        <p:attrNameLst>
                                          <p:attrName>style.visibility</p:attrName>
                                        </p:attrNameLst>
                                      </p:cBhvr>
                                      <p:to>
                                        <p:strVal val="visible"/>
                                      </p:to>
                                    </p:set>
                                    <p:animEffect transition="in" filter="fade">
                                      <p:cBhvr>
                                        <p:cTn id="73" dur="2000"/>
                                        <p:tgtEl>
                                          <p:spTgt spid="15364">
                                            <p:txEl>
                                              <p:pRg st="11" end="11"/>
                                            </p:txEl>
                                          </p:spTgt>
                                        </p:tgtEl>
                                      </p:cBhvr>
                                    </p:animEffect>
                                    <p:anim calcmode="lin" valueType="num">
                                      <p:cBhvr>
                                        <p:cTn id="74" dur="2000" fill="hold"/>
                                        <p:tgtEl>
                                          <p:spTgt spid="15364">
                                            <p:txEl>
                                              <p:pRg st="11" end="11"/>
                                            </p:txEl>
                                          </p:spTgt>
                                        </p:tgtEl>
                                        <p:attrNameLst>
                                          <p:attrName>ppt_x</p:attrName>
                                        </p:attrNameLst>
                                      </p:cBhvr>
                                      <p:tavLst>
                                        <p:tav tm="0">
                                          <p:val>
                                            <p:strVal val="#ppt_x"/>
                                          </p:val>
                                        </p:tav>
                                        <p:tav tm="100000">
                                          <p:val>
                                            <p:strVal val="#ppt_x"/>
                                          </p:val>
                                        </p:tav>
                                      </p:tavLst>
                                    </p:anim>
                                    <p:anim calcmode="lin" valueType="num">
                                      <p:cBhvr>
                                        <p:cTn id="75" dur="2000" fill="hold"/>
                                        <p:tgtEl>
                                          <p:spTgt spid="1536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3"/>
          <p:cNvSpPr>
            <a:spLocks noGrp="1" noChangeArrowheads="1"/>
          </p:cNvSpPr>
          <p:nvPr>
            <p:ph type="body" idx="1"/>
          </p:nvPr>
        </p:nvSpPr>
        <p:spPr>
          <a:xfrm>
            <a:off x="228600" y="990600"/>
            <a:ext cx="8610600" cy="5715000"/>
          </a:xfrm>
        </p:spPr>
        <p:txBody>
          <a:bodyPr/>
          <a:lstStyle/>
          <a:p>
            <a:pPr marL="346075" lvl="1" indent="-346075" algn="just" eaLnBrk="1" hangingPunct="1">
              <a:spcBef>
                <a:spcPts val="600"/>
              </a:spcBef>
              <a:spcAft>
                <a:spcPts val="0"/>
              </a:spcAft>
              <a:buClrTx/>
              <a:buSzPct val="125000"/>
              <a:buFont typeface="Tahoma" panose="020B0604030504040204" pitchFamily="34" charset="0"/>
              <a:buChar char="•"/>
            </a:pPr>
            <a:r>
              <a:rPr lang="en-US" sz="2400" b="1" dirty="0">
                <a:solidFill>
                  <a:srgbClr val="000000"/>
                </a:solidFill>
                <a:latin typeface="Times New Roman" panose="02020603050405020304" pitchFamily="18" charset="0"/>
                <a:cs typeface="Times New Roman" panose="02020603050405020304" pitchFamily="18" charset="0"/>
              </a:rPr>
              <a:t>General Form of algorithms expressed by Pseudocode:</a:t>
            </a:r>
          </a:p>
          <a:p>
            <a:pPr marL="742950" lvl="2" indent="-342900" algn="just" eaLnBrk="1" hangingPunct="1">
              <a:spcBef>
                <a:spcPts val="0"/>
              </a:spcBef>
              <a:spcAft>
                <a:spcPts val="600"/>
              </a:spcAft>
              <a:buClrTx/>
              <a:buSzPct val="125000"/>
              <a:buFont typeface="Times New Roman" panose="02020603050405020304" pitchFamily="18" charset="0"/>
              <a:buChar char="–"/>
            </a:pPr>
            <a:r>
              <a:rPr lang="en-US" sz="2000" dirty="0">
                <a:solidFill>
                  <a:srgbClr val="000000"/>
                </a:solidFill>
                <a:latin typeface="Times New Roman" panose="02020603050405020304" pitchFamily="18" charset="0"/>
                <a:cs typeface="Times New Roman" panose="02020603050405020304" pitchFamily="18" charset="0"/>
              </a:rPr>
              <a:t>The form consist of a </a:t>
            </a:r>
            <a:r>
              <a:rPr lang="en-US" sz="2000" b="1" dirty="0">
                <a:solidFill>
                  <a:srgbClr val="000000"/>
                </a:solidFill>
                <a:latin typeface="Times New Roman" panose="02020603050405020304" pitchFamily="18" charset="0"/>
                <a:cs typeface="Times New Roman" panose="02020603050405020304" pitchFamily="18" charset="0"/>
              </a:rPr>
              <a:t>title</a:t>
            </a:r>
            <a:r>
              <a:rPr lang="en-US" sz="2000" dirty="0">
                <a:solidFill>
                  <a:srgbClr val="000000"/>
                </a:solidFill>
                <a:latin typeface="Times New Roman" panose="02020603050405020304" pitchFamily="18" charset="0"/>
                <a:cs typeface="Times New Roman" panose="02020603050405020304" pitchFamily="18" charset="0"/>
              </a:rPr>
              <a:t>, </a:t>
            </a:r>
            <a:r>
              <a:rPr lang="en-US" sz="2000" b="1" dirty="0">
                <a:solidFill>
                  <a:srgbClr val="000000"/>
                </a:solidFill>
                <a:latin typeface="Times New Roman" panose="02020603050405020304" pitchFamily="18" charset="0"/>
                <a:cs typeface="Times New Roman" panose="02020603050405020304" pitchFamily="18" charset="0"/>
              </a:rPr>
              <a:t>brief description</a:t>
            </a:r>
            <a:r>
              <a:rPr lang="en-US" sz="2000" dirty="0">
                <a:solidFill>
                  <a:srgbClr val="000000"/>
                </a:solidFill>
                <a:latin typeface="Times New Roman" panose="02020603050405020304" pitchFamily="18" charset="0"/>
                <a:cs typeface="Times New Roman" panose="02020603050405020304" pitchFamily="18" charset="0"/>
              </a:rPr>
              <a:t> of an algorithm, the </a:t>
            </a:r>
            <a:r>
              <a:rPr lang="en-US" sz="2000" b="1" dirty="0">
                <a:solidFill>
                  <a:srgbClr val="000000"/>
                </a:solidFill>
                <a:latin typeface="Times New Roman" panose="02020603050405020304" pitchFamily="18" charset="0"/>
                <a:cs typeface="Times New Roman" panose="02020603050405020304" pitchFamily="18" charset="0"/>
              </a:rPr>
              <a:t>input</a:t>
            </a:r>
            <a:r>
              <a:rPr lang="en-US" sz="2000" dirty="0">
                <a:solidFill>
                  <a:srgbClr val="000000"/>
                </a:solidFill>
                <a:latin typeface="Times New Roman" panose="02020603050405020304" pitchFamily="18" charset="0"/>
                <a:cs typeface="Times New Roman" panose="02020603050405020304" pitchFamily="18" charset="0"/>
              </a:rPr>
              <a:t> and </a:t>
            </a:r>
            <a:r>
              <a:rPr lang="en-US" sz="2000" b="1" dirty="0">
                <a:solidFill>
                  <a:srgbClr val="000000"/>
                </a:solidFill>
                <a:latin typeface="Times New Roman" panose="02020603050405020304" pitchFamily="18" charset="0"/>
                <a:cs typeface="Times New Roman" panose="02020603050405020304" pitchFamily="18" charset="0"/>
              </a:rPr>
              <a:t>output</a:t>
            </a:r>
            <a:r>
              <a:rPr lang="en-US" sz="2000" dirty="0">
                <a:solidFill>
                  <a:srgbClr val="000000"/>
                </a:solidFill>
                <a:latin typeface="Times New Roman" panose="02020603050405020304" pitchFamily="18" charset="0"/>
                <a:cs typeface="Times New Roman" panose="02020603050405020304" pitchFamily="18" charset="0"/>
              </a:rPr>
              <a:t> of the algorithm, and one or more </a:t>
            </a:r>
            <a:r>
              <a:rPr lang="en-US" sz="2000" b="1" dirty="0">
                <a:solidFill>
                  <a:srgbClr val="FF0000"/>
                </a:solidFill>
                <a:latin typeface="Times New Roman" panose="02020603050405020304" pitchFamily="18" charset="0"/>
                <a:cs typeface="Times New Roman" panose="02020603050405020304" pitchFamily="18" charset="0"/>
              </a:rPr>
              <a:t>procedures</a:t>
            </a:r>
            <a:r>
              <a:rPr lang="en-US" sz="2000" dirty="0">
                <a:solidFill>
                  <a:srgbClr val="000000"/>
                </a:solidFill>
                <a:latin typeface="Times New Roman" panose="02020603050405020304" pitchFamily="18" charset="0"/>
                <a:cs typeface="Times New Roman" panose="02020603050405020304" pitchFamily="18" charset="0"/>
              </a:rPr>
              <a:t> containing the </a:t>
            </a:r>
            <a:r>
              <a:rPr lang="en-US" sz="2000" b="1" dirty="0">
                <a:solidFill>
                  <a:srgbClr val="FF0000"/>
                </a:solidFill>
                <a:latin typeface="Times New Roman" panose="02020603050405020304" pitchFamily="18" charset="0"/>
                <a:cs typeface="Times New Roman" panose="02020603050405020304" pitchFamily="18" charset="0"/>
              </a:rPr>
              <a:t>steps of </a:t>
            </a:r>
            <a:r>
              <a:rPr lang="en-US" sz="2000" dirty="0">
                <a:solidFill>
                  <a:srgbClr val="000000"/>
                </a:solidFill>
                <a:latin typeface="Times New Roman" panose="02020603050405020304" pitchFamily="18" charset="0"/>
                <a:cs typeface="Times New Roman" panose="02020603050405020304" pitchFamily="18" charset="0"/>
              </a:rPr>
              <a:t>the </a:t>
            </a:r>
            <a:r>
              <a:rPr lang="en-US" sz="2000" b="1" dirty="0">
                <a:solidFill>
                  <a:srgbClr val="FF0000"/>
                </a:solidFill>
                <a:latin typeface="Times New Roman" panose="02020603050405020304" pitchFamily="18" charset="0"/>
                <a:cs typeface="Times New Roman" panose="02020603050405020304" pitchFamily="18" charset="0"/>
              </a:rPr>
              <a:t>algorithm</a:t>
            </a:r>
            <a:r>
              <a:rPr lang="en-US" sz="2000" dirty="0">
                <a:solidFill>
                  <a:srgbClr val="000000"/>
                </a:solidFill>
                <a:latin typeface="Times New Roman" panose="02020603050405020304" pitchFamily="18" charset="0"/>
                <a:cs typeface="Times New Roman" panose="02020603050405020304" pitchFamily="18" charset="0"/>
              </a:rPr>
              <a:t>.</a:t>
            </a:r>
            <a:endParaRPr lang="en-US" sz="2400" b="1" dirty="0" smtClean="0">
              <a:solidFill>
                <a:srgbClr val="000000"/>
              </a:solidFill>
              <a:latin typeface="Times New Roman" panose="02020603050405020304" pitchFamily="18" charset="0"/>
              <a:cs typeface="Times New Roman" panose="02020603050405020304" pitchFamily="18" charset="0"/>
            </a:endParaRPr>
          </a:p>
          <a:p>
            <a:pPr marL="346075" lvl="1" indent="-346075" algn="just" eaLnBrk="1" hangingPunct="1">
              <a:lnSpc>
                <a:spcPct val="150000"/>
              </a:lnSpc>
              <a:spcBef>
                <a:spcPts val="0"/>
              </a:spcBef>
              <a:spcAft>
                <a:spcPts val="0"/>
              </a:spcAft>
              <a:buClrTx/>
              <a:buSzPct val="125000"/>
              <a:buFont typeface="Tahoma" panose="020B0604030504040204" pitchFamily="34" charset="0"/>
              <a:buChar char="•"/>
            </a:pPr>
            <a:r>
              <a:rPr lang="en-US" sz="2400" b="1" dirty="0">
                <a:solidFill>
                  <a:srgbClr val="000000"/>
                </a:solidFill>
                <a:latin typeface="Times New Roman" panose="02020603050405020304" pitchFamily="18" charset="0"/>
                <a:cs typeface="Times New Roman" panose="02020603050405020304" pitchFamily="18" charset="0"/>
              </a:rPr>
              <a:t>Pseudocode of Euclid’s Algorithm</a:t>
            </a:r>
            <a:r>
              <a:rPr lang="en-US" sz="2400" b="1" dirty="0" smtClean="0">
                <a:solidFill>
                  <a:srgbClr val="000000"/>
                </a:solidFill>
                <a:latin typeface="Times New Roman" panose="02020603050405020304" pitchFamily="18" charset="0"/>
                <a:cs typeface="Times New Roman" panose="02020603050405020304" pitchFamily="18" charset="0"/>
              </a:rPr>
              <a:t>:</a:t>
            </a:r>
          </a:p>
          <a:p>
            <a:pPr lvl="0" indent="17463" eaLnBrk="1" hangingPunct="1">
              <a:lnSpc>
                <a:spcPct val="90000"/>
              </a:lnSpc>
              <a:spcBef>
                <a:spcPts val="600"/>
              </a:spcBef>
              <a:buClr>
                <a:srgbClr val="3333CC"/>
              </a:buClr>
              <a:buNone/>
              <a:defRPr/>
            </a:pPr>
            <a:r>
              <a:rPr lang="en-US" sz="1800" b="1" dirty="0" smtClean="0">
                <a:solidFill>
                  <a:srgbClr val="000000"/>
                </a:solidFill>
              </a:rPr>
              <a:t>	Algorithm</a:t>
            </a:r>
            <a:r>
              <a:rPr lang="en-US" sz="1800" dirty="0" smtClean="0">
                <a:solidFill>
                  <a:srgbClr val="000000"/>
                </a:solidFill>
              </a:rPr>
              <a:t> </a:t>
            </a:r>
            <a:r>
              <a:rPr lang="en-US" sz="1800" i="1" dirty="0">
                <a:solidFill>
                  <a:srgbClr val="000000"/>
                </a:solidFill>
              </a:rPr>
              <a:t>Euclid(m, n).</a:t>
            </a:r>
          </a:p>
          <a:p>
            <a:pPr lvl="0" eaLnBrk="1" hangingPunct="1">
              <a:lnSpc>
                <a:spcPct val="90000"/>
              </a:lnSpc>
              <a:buClr>
                <a:srgbClr val="3333CC"/>
              </a:buClr>
              <a:buNone/>
              <a:defRPr/>
            </a:pPr>
            <a:r>
              <a:rPr lang="en-US" sz="1800" dirty="0">
                <a:solidFill>
                  <a:srgbClr val="009900"/>
                </a:solidFill>
              </a:rPr>
              <a:t>	</a:t>
            </a:r>
            <a:r>
              <a:rPr lang="en-US" sz="1800" dirty="0" smtClean="0">
                <a:solidFill>
                  <a:srgbClr val="009900"/>
                </a:solidFill>
              </a:rPr>
              <a:t>	Computes </a:t>
            </a:r>
            <a:r>
              <a:rPr lang="en-US" sz="1800" dirty="0" err="1">
                <a:solidFill>
                  <a:srgbClr val="009900"/>
                </a:solidFill>
              </a:rPr>
              <a:t>gcd</a:t>
            </a:r>
            <a:r>
              <a:rPr lang="en-US" sz="1800" dirty="0">
                <a:solidFill>
                  <a:srgbClr val="009900"/>
                </a:solidFill>
              </a:rPr>
              <a:t>(m, n) by Euclid’s algorithm.</a:t>
            </a:r>
          </a:p>
          <a:p>
            <a:pPr lvl="0" eaLnBrk="1" hangingPunct="1">
              <a:lnSpc>
                <a:spcPct val="90000"/>
              </a:lnSpc>
              <a:buClr>
                <a:srgbClr val="3333CC"/>
              </a:buClr>
              <a:buNone/>
              <a:defRPr/>
            </a:pPr>
            <a:r>
              <a:rPr lang="en-US" sz="1800" dirty="0">
                <a:solidFill>
                  <a:srgbClr val="009900"/>
                </a:solidFill>
              </a:rPr>
              <a:t>	</a:t>
            </a:r>
            <a:r>
              <a:rPr lang="en-US" sz="1800" dirty="0" smtClean="0">
                <a:solidFill>
                  <a:srgbClr val="009900"/>
                </a:solidFill>
              </a:rPr>
              <a:t>	Input</a:t>
            </a:r>
            <a:r>
              <a:rPr lang="en-US" sz="1800" dirty="0">
                <a:solidFill>
                  <a:srgbClr val="009900"/>
                </a:solidFill>
              </a:rPr>
              <a:t>: Two nonnegative, not-both-zero integers m and n. </a:t>
            </a:r>
          </a:p>
          <a:p>
            <a:pPr lvl="0" eaLnBrk="1" hangingPunct="1">
              <a:lnSpc>
                <a:spcPct val="90000"/>
              </a:lnSpc>
              <a:spcAft>
                <a:spcPts val="600"/>
              </a:spcAft>
              <a:buClr>
                <a:srgbClr val="3333CC"/>
              </a:buClr>
              <a:buNone/>
              <a:defRPr/>
            </a:pPr>
            <a:r>
              <a:rPr lang="en-US" sz="1800" dirty="0">
                <a:solidFill>
                  <a:srgbClr val="009900"/>
                </a:solidFill>
              </a:rPr>
              <a:t>	</a:t>
            </a:r>
            <a:r>
              <a:rPr lang="en-US" sz="1800" dirty="0" smtClean="0">
                <a:solidFill>
                  <a:srgbClr val="009900"/>
                </a:solidFill>
              </a:rPr>
              <a:t>	Output</a:t>
            </a:r>
            <a:r>
              <a:rPr lang="en-US" sz="1800" dirty="0">
                <a:solidFill>
                  <a:srgbClr val="009900"/>
                </a:solidFill>
              </a:rPr>
              <a:t>: Greatest common divisor of m and n.</a:t>
            </a:r>
            <a:r>
              <a:rPr lang="en-US" sz="1800" dirty="0">
                <a:solidFill>
                  <a:srgbClr val="000000"/>
                </a:solidFill>
              </a:rPr>
              <a:t> </a:t>
            </a:r>
          </a:p>
          <a:p>
            <a:pPr marL="1260475" lvl="1" indent="-360363" eaLnBrk="1" hangingPunct="1">
              <a:lnSpc>
                <a:spcPct val="90000"/>
              </a:lnSpc>
              <a:buClrTx/>
              <a:buSzPct val="100000"/>
              <a:buFont typeface="+mj-lt"/>
              <a:buAutoNum type="arabicPeriod"/>
              <a:defRPr/>
            </a:pPr>
            <a:r>
              <a:rPr lang="en-US" sz="1600" dirty="0">
                <a:solidFill>
                  <a:srgbClr val="000000"/>
                </a:solidFill>
              </a:rPr>
              <a:t>Procedure </a:t>
            </a:r>
            <a:r>
              <a:rPr lang="en-US" sz="1600" i="1" dirty="0">
                <a:solidFill>
                  <a:srgbClr val="000000"/>
                </a:solidFill>
              </a:rPr>
              <a:t>Euclid(m, n)</a:t>
            </a:r>
          </a:p>
          <a:p>
            <a:pPr marL="1260475" lvl="1" indent="-360363" eaLnBrk="1" hangingPunct="1">
              <a:lnSpc>
                <a:spcPct val="90000"/>
              </a:lnSpc>
              <a:buClrTx/>
              <a:buSzPct val="100000"/>
              <a:buFont typeface="+mj-lt"/>
              <a:buAutoNum type="arabicPeriod"/>
              <a:defRPr/>
            </a:pPr>
            <a:r>
              <a:rPr lang="en-US" sz="1600" dirty="0">
                <a:solidFill>
                  <a:srgbClr val="000000"/>
                </a:solidFill>
              </a:rPr>
              <a:t>while n ≠ 0 do</a:t>
            </a:r>
          </a:p>
          <a:p>
            <a:pPr marL="1260475" lvl="1" indent="-360363" eaLnBrk="1" hangingPunct="1">
              <a:lnSpc>
                <a:spcPct val="90000"/>
              </a:lnSpc>
              <a:buClrTx/>
              <a:buSzPct val="100000"/>
              <a:buFont typeface="+mj-lt"/>
              <a:buAutoNum type="arabicPeriod"/>
              <a:defRPr/>
            </a:pPr>
            <a:r>
              <a:rPr lang="en-US" sz="1600" dirty="0">
                <a:solidFill>
                  <a:srgbClr val="000000"/>
                </a:solidFill>
              </a:rPr>
              <a:t>     begin</a:t>
            </a:r>
          </a:p>
          <a:p>
            <a:pPr marL="1260475" lvl="1" indent="-360363" eaLnBrk="1" hangingPunct="1">
              <a:lnSpc>
                <a:spcPct val="90000"/>
              </a:lnSpc>
              <a:buClrTx/>
              <a:buSzPct val="100000"/>
              <a:buFont typeface="+mj-lt"/>
              <a:buAutoNum type="arabicPeriod"/>
              <a:defRPr/>
            </a:pPr>
            <a:r>
              <a:rPr lang="en-US" sz="1600" dirty="0">
                <a:solidFill>
                  <a:srgbClr val="000000"/>
                </a:solidFill>
              </a:rPr>
              <a:t>     r </a:t>
            </a:r>
            <a:r>
              <a:rPr lang="en-US" sz="1600" dirty="0">
                <a:solidFill>
                  <a:srgbClr val="000000"/>
                </a:solidFill>
                <a:sym typeface="Wingdings" pitchFamily="2" charset="2"/>
              </a:rPr>
              <a:t>:= m mod n</a:t>
            </a:r>
            <a:endParaRPr lang="en-US" sz="1600" dirty="0">
              <a:solidFill>
                <a:srgbClr val="000000"/>
              </a:solidFill>
            </a:endParaRPr>
          </a:p>
          <a:p>
            <a:pPr marL="1260475" lvl="1" indent="-360363" eaLnBrk="1" hangingPunct="1">
              <a:lnSpc>
                <a:spcPct val="90000"/>
              </a:lnSpc>
              <a:buClrTx/>
              <a:buSzPct val="100000"/>
              <a:buFont typeface="+mj-lt"/>
              <a:buAutoNum type="arabicPeriod"/>
              <a:defRPr/>
            </a:pPr>
            <a:r>
              <a:rPr lang="en-US" sz="1600" dirty="0">
                <a:solidFill>
                  <a:srgbClr val="000000"/>
                </a:solidFill>
                <a:sym typeface="Wingdings" pitchFamily="2" charset="2"/>
              </a:rPr>
              <a:t>     m := n</a:t>
            </a:r>
            <a:r>
              <a:rPr lang="en-US" sz="1600" dirty="0">
                <a:solidFill>
                  <a:srgbClr val="000000"/>
                </a:solidFill>
              </a:rPr>
              <a:t> </a:t>
            </a:r>
          </a:p>
          <a:p>
            <a:pPr marL="1260475" lvl="1" indent="-360363" eaLnBrk="1" hangingPunct="1">
              <a:lnSpc>
                <a:spcPct val="90000"/>
              </a:lnSpc>
              <a:buClrTx/>
              <a:buSzPct val="100000"/>
              <a:buFont typeface="+mj-lt"/>
              <a:buAutoNum type="arabicPeriod"/>
              <a:defRPr/>
            </a:pPr>
            <a:r>
              <a:rPr lang="en-US" sz="1600" dirty="0">
                <a:solidFill>
                  <a:srgbClr val="000000"/>
                </a:solidFill>
                <a:sym typeface="Wingdings" pitchFamily="2" charset="2"/>
              </a:rPr>
              <a:t>     n := r</a:t>
            </a:r>
          </a:p>
          <a:p>
            <a:pPr marL="1260475" lvl="1" indent="-360363" eaLnBrk="1" hangingPunct="1">
              <a:lnSpc>
                <a:spcPct val="90000"/>
              </a:lnSpc>
              <a:buClrTx/>
              <a:buSzPct val="100000"/>
              <a:buFont typeface="+mj-lt"/>
              <a:buAutoNum type="arabicPeriod"/>
              <a:defRPr/>
            </a:pPr>
            <a:r>
              <a:rPr lang="en-US" sz="1600" dirty="0">
                <a:solidFill>
                  <a:srgbClr val="000000"/>
                </a:solidFill>
                <a:sym typeface="Wingdings" pitchFamily="2" charset="2"/>
              </a:rPr>
              <a:t>     end</a:t>
            </a:r>
            <a:endParaRPr lang="en-US" sz="1600" dirty="0">
              <a:solidFill>
                <a:srgbClr val="000000"/>
              </a:solidFill>
            </a:endParaRPr>
          </a:p>
          <a:p>
            <a:pPr marL="1260475" lvl="1" indent="-360363" eaLnBrk="1" hangingPunct="1">
              <a:lnSpc>
                <a:spcPct val="90000"/>
              </a:lnSpc>
              <a:buClrTx/>
              <a:buSzPct val="100000"/>
              <a:buFont typeface="+mj-lt"/>
              <a:buAutoNum type="arabicPeriod"/>
              <a:defRPr/>
            </a:pPr>
            <a:r>
              <a:rPr lang="en-US" sz="1600" dirty="0">
                <a:solidFill>
                  <a:srgbClr val="000000"/>
                </a:solidFill>
                <a:sym typeface="Wingdings" pitchFamily="2" charset="2"/>
              </a:rPr>
              <a:t>return (m)</a:t>
            </a:r>
            <a:r>
              <a:rPr lang="en-US" sz="1600" dirty="0">
                <a:solidFill>
                  <a:srgbClr val="000000"/>
                </a:solidFill>
              </a:rPr>
              <a:t> </a:t>
            </a:r>
          </a:p>
          <a:p>
            <a:pPr marL="1260475" lvl="1" indent="-360363" eaLnBrk="1" hangingPunct="1">
              <a:lnSpc>
                <a:spcPct val="90000"/>
              </a:lnSpc>
              <a:buClrTx/>
              <a:buSzPct val="100000"/>
              <a:buFont typeface="+mj-lt"/>
              <a:buAutoNum type="arabicPeriod"/>
              <a:defRPr/>
            </a:pPr>
            <a:r>
              <a:rPr lang="en-US" sz="1600" dirty="0">
                <a:solidFill>
                  <a:srgbClr val="000000"/>
                </a:solidFill>
              </a:rPr>
              <a:t>end </a:t>
            </a:r>
            <a:r>
              <a:rPr lang="en-US" sz="1600" i="1" dirty="0">
                <a:solidFill>
                  <a:srgbClr val="000000"/>
                </a:solidFill>
              </a:rPr>
              <a:t>Euclid</a:t>
            </a:r>
            <a:endParaRPr lang="en-US" sz="1600" dirty="0">
              <a:solidFill>
                <a:srgbClr val="000000"/>
              </a:solidFill>
            </a:endParaRPr>
          </a:p>
          <a:p>
            <a:pPr marL="0" lvl="1" indent="0" algn="just" eaLnBrk="1" hangingPunct="1">
              <a:spcBef>
                <a:spcPts val="600"/>
              </a:spcBef>
              <a:spcAft>
                <a:spcPts val="0"/>
              </a:spcAft>
              <a:buClrTx/>
              <a:buSzPct val="125000"/>
              <a:buNone/>
            </a:pPr>
            <a:endParaRPr lang="en-US" sz="2400" b="1" dirty="0">
              <a:solidFill>
                <a:srgbClr val="000000"/>
              </a:solidFill>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type="title"/>
          </p:nvPr>
        </p:nvSpPr>
        <p:spPr>
          <a:xfrm>
            <a:off x="228600" y="266700"/>
            <a:ext cx="8726488" cy="633845"/>
          </a:xfrm>
        </p:spPr>
        <p:txBody>
          <a:bodyPr/>
          <a:lstStyle/>
          <a:p>
            <a:pPr eaLnBrk="1" hangingPunct="1"/>
            <a:r>
              <a:rPr lang="en-US" sz="3200" b="1" dirty="0"/>
              <a:t>1.3) Methods of Algorithm’s Specifying</a:t>
            </a:r>
            <a:endParaRPr lang="en-CA" sz="3200" b="1" dirty="0" smtClean="0"/>
          </a:p>
        </p:txBody>
      </p:sp>
    </p:spTree>
    <p:extLst>
      <p:ext uri="{BB962C8B-B14F-4D97-AF65-F5344CB8AC3E}">
        <p14:creationId xmlns:p14="http://schemas.microsoft.com/office/powerpoint/2010/main" val="233394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5364">
                                            <p:txEl>
                                              <p:pRg st="0" end="0"/>
                                            </p:txEl>
                                          </p:spTgt>
                                        </p:tgtEl>
                                        <p:attrNameLst>
                                          <p:attrName>style.visibility</p:attrName>
                                        </p:attrNameLst>
                                      </p:cBhvr>
                                      <p:to>
                                        <p:strVal val="visible"/>
                                      </p:to>
                                    </p:set>
                                    <p:animEffect transition="in" filter="fade">
                                      <p:cBhvr>
                                        <p:cTn id="7" dur="2000"/>
                                        <p:tgtEl>
                                          <p:spTgt spid="15364">
                                            <p:txEl>
                                              <p:pRg st="0" end="0"/>
                                            </p:txEl>
                                          </p:spTgt>
                                        </p:tgtEl>
                                      </p:cBhvr>
                                    </p:animEffect>
                                    <p:anim calcmode="lin" valueType="num">
                                      <p:cBhvr>
                                        <p:cTn id="8" dur="2000" fill="hold"/>
                                        <p:tgtEl>
                                          <p:spTgt spid="15364">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1536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0"/>
                                  </p:stCondLst>
                                  <p:childTnLst>
                                    <p:set>
                                      <p:cBhvr>
                                        <p:cTn id="12" dur="1" fill="hold">
                                          <p:stCondLst>
                                            <p:cond delay="0"/>
                                          </p:stCondLst>
                                        </p:cTn>
                                        <p:tgtEl>
                                          <p:spTgt spid="15364">
                                            <p:txEl>
                                              <p:pRg st="1" end="1"/>
                                            </p:txEl>
                                          </p:spTgt>
                                        </p:tgtEl>
                                        <p:attrNameLst>
                                          <p:attrName>style.visibility</p:attrName>
                                        </p:attrNameLst>
                                      </p:cBhvr>
                                      <p:to>
                                        <p:strVal val="visible"/>
                                      </p:to>
                                    </p:set>
                                    <p:animEffect transition="in" filter="fade">
                                      <p:cBhvr>
                                        <p:cTn id="13" dur="2000"/>
                                        <p:tgtEl>
                                          <p:spTgt spid="15364">
                                            <p:txEl>
                                              <p:pRg st="1" end="1"/>
                                            </p:txEl>
                                          </p:spTgt>
                                        </p:tgtEl>
                                      </p:cBhvr>
                                    </p:animEffect>
                                    <p:anim calcmode="lin" valueType="num">
                                      <p:cBhvr>
                                        <p:cTn id="14" dur="2000" fill="hold"/>
                                        <p:tgtEl>
                                          <p:spTgt spid="15364">
                                            <p:txEl>
                                              <p:pRg st="1" end="1"/>
                                            </p:txEl>
                                          </p:spTgt>
                                        </p:tgtEl>
                                        <p:attrNameLst>
                                          <p:attrName>ppt_x</p:attrName>
                                        </p:attrNameLst>
                                      </p:cBhvr>
                                      <p:tavLst>
                                        <p:tav tm="0">
                                          <p:val>
                                            <p:strVal val="#ppt_x"/>
                                          </p:val>
                                        </p:tav>
                                        <p:tav tm="100000">
                                          <p:val>
                                            <p:strVal val="#ppt_x"/>
                                          </p:val>
                                        </p:tav>
                                      </p:tavLst>
                                    </p:anim>
                                    <p:anim calcmode="lin" valueType="num">
                                      <p:cBhvr>
                                        <p:cTn id="15" dur="2000" fill="hold"/>
                                        <p:tgtEl>
                                          <p:spTgt spid="1536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4000"/>
                            </p:stCondLst>
                            <p:childTnLst>
                              <p:par>
                                <p:cTn id="17" presetID="42" presetClass="entr" presetSubtype="0" fill="hold" nodeType="afterEffect">
                                  <p:stCondLst>
                                    <p:cond delay="0"/>
                                  </p:stCondLst>
                                  <p:childTnLst>
                                    <p:set>
                                      <p:cBhvr>
                                        <p:cTn id="18" dur="1" fill="hold">
                                          <p:stCondLst>
                                            <p:cond delay="0"/>
                                          </p:stCondLst>
                                        </p:cTn>
                                        <p:tgtEl>
                                          <p:spTgt spid="15364">
                                            <p:txEl>
                                              <p:pRg st="2" end="2"/>
                                            </p:txEl>
                                          </p:spTgt>
                                        </p:tgtEl>
                                        <p:attrNameLst>
                                          <p:attrName>style.visibility</p:attrName>
                                        </p:attrNameLst>
                                      </p:cBhvr>
                                      <p:to>
                                        <p:strVal val="visible"/>
                                      </p:to>
                                    </p:set>
                                    <p:animEffect transition="in" filter="fade">
                                      <p:cBhvr>
                                        <p:cTn id="19" dur="2000"/>
                                        <p:tgtEl>
                                          <p:spTgt spid="15364">
                                            <p:txEl>
                                              <p:pRg st="2" end="2"/>
                                            </p:txEl>
                                          </p:spTgt>
                                        </p:tgtEl>
                                      </p:cBhvr>
                                    </p:animEffect>
                                    <p:anim calcmode="lin" valueType="num">
                                      <p:cBhvr>
                                        <p:cTn id="20" dur="2000" fill="hold"/>
                                        <p:tgtEl>
                                          <p:spTgt spid="15364">
                                            <p:txEl>
                                              <p:pRg st="2" end="2"/>
                                            </p:txEl>
                                          </p:spTgt>
                                        </p:tgtEl>
                                        <p:attrNameLst>
                                          <p:attrName>ppt_x</p:attrName>
                                        </p:attrNameLst>
                                      </p:cBhvr>
                                      <p:tavLst>
                                        <p:tav tm="0">
                                          <p:val>
                                            <p:strVal val="#ppt_x"/>
                                          </p:val>
                                        </p:tav>
                                        <p:tav tm="100000">
                                          <p:val>
                                            <p:strVal val="#ppt_x"/>
                                          </p:val>
                                        </p:tav>
                                      </p:tavLst>
                                    </p:anim>
                                    <p:anim calcmode="lin" valueType="num">
                                      <p:cBhvr>
                                        <p:cTn id="21" dur="2000" fill="hold"/>
                                        <p:tgtEl>
                                          <p:spTgt spid="1536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6000"/>
                            </p:stCondLst>
                            <p:childTnLst>
                              <p:par>
                                <p:cTn id="23" presetID="42" presetClass="entr" presetSubtype="0" fill="hold" nodeType="afterEffect">
                                  <p:stCondLst>
                                    <p:cond delay="0"/>
                                  </p:stCondLst>
                                  <p:childTnLst>
                                    <p:set>
                                      <p:cBhvr>
                                        <p:cTn id="24" dur="1" fill="hold">
                                          <p:stCondLst>
                                            <p:cond delay="0"/>
                                          </p:stCondLst>
                                        </p:cTn>
                                        <p:tgtEl>
                                          <p:spTgt spid="15364">
                                            <p:txEl>
                                              <p:pRg st="3" end="3"/>
                                            </p:txEl>
                                          </p:spTgt>
                                        </p:tgtEl>
                                        <p:attrNameLst>
                                          <p:attrName>style.visibility</p:attrName>
                                        </p:attrNameLst>
                                      </p:cBhvr>
                                      <p:to>
                                        <p:strVal val="visible"/>
                                      </p:to>
                                    </p:set>
                                    <p:animEffect transition="in" filter="fade">
                                      <p:cBhvr>
                                        <p:cTn id="25" dur="2000"/>
                                        <p:tgtEl>
                                          <p:spTgt spid="15364">
                                            <p:txEl>
                                              <p:pRg st="3" end="3"/>
                                            </p:txEl>
                                          </p:spTgt>
                                        </p:tgtEl>
                                      </p:cBhvr>
                                    </p:animEffect>
                                    <p:anim calcmode="lin" valueType="num">
                                      <p:cBhvr>
                                        <p:cTn id="26" dur="2000" fill="hold"/>
                                        <p:tgtEl>
                                          <p:spTgt spid="15364">
                                            <p:txEl>
                                              <p:pRg st="3" end="3"/>
                                            </p:txEl>
                                          </p:spTgt>
                                        </p:tgtEl>
                                        <p:attrNameLst>
                                          <p:attrName>ppt_x</p:attrName>
                                        </p:attrNameLst>
                                      </p:cBhvr>
                                      <p:tavLst>
                                        <p:tav tm="0">
                                          <p:val>
                                            <p:strVal val="#ppt_x"/>
                                          </p:val>
                                        </p:tav>
                                        <p:tav tm="100000">
                                          <p:val>
                                            <p:strVal val="#ppt_x"/>
                                          </p:val>
                                        </p:tav>
                                      </p:tavLst>
                                    </p:anim>
                                    <p:anim calcmode="lin" valueType="num">
                                      <p:cBhvr>
                                        <p:cTn id="27" dur="2000" fill="hold"/>
                                        <p:tgtEl>
                                          <p:spTgt spid="15364">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8000"/>
                            </p:stCondLst>
                            <p:childTnLst>
                              <p:par>
                                <p:cTn id="29" presetID="42" presetClass="entr" presetSubtype="0" fill="hold" nodeType="afterEffect">
                                  <p:stCondLst>
                                    <p:cond delay="0"/>
                                  </p:stCondLst>
                                  <p:childTnLst>
                                    <p:set>
                                      <p:cBhvr>
                                        <p:cTn id="30" dur="1" fill="hold">
                                          <p:stCondLst>
                                            <p:cond delay="0"/>
                                          </p:stCondLst>
                                        </p:cTn>
                                        <p:tgtEl>
                                          <p:spTgt spid="15364">
                                            <p:txEl>
                                              <p:pRg st="4" end="4"/>
                                            </p:txEl>
                                          </p:spTgt>
                                        </p:tgtEl>
                                        <p:attrNameLst>
                                          <p:attrName>style.visibility</p:attrName>
                                        </p:attrNameLst>
                                      </p:cBhvr>
                                      <p:to>
                                        <p:strVal val="visible"/>
                                      </p:to>
                                    </p:set>
                                    <p:animEffect transition="in" filter="fade">
                                      <p:cBhvr>
                                        <p:cTn id="31" dur="2000"/>
                                        <p:tgtEl>
                                          <p:spTgt spid="15364">
                                            <p:txEl>
                                              <p:pRg st="4" end="4"/>
                                            </p:txEl>
                                          </p:spTgt>
                                        </p:tgtEl>
                                      </p:cBhvr>
                                    </p:animEffect>
                                    <p:anim calcmode="lin" valueType="num">
                                      <p:cBhvr>
                                        <p:cTn id="32" dur="2000" fill="hold"/>
                                        <p:tgtEl>
                                          <p:spTgt spid="15364">
                                            <p:txEl>
                                              <p:pRg st="4" end="4"/>
                                            </p:txEl>
                                          </p:spTgt>
                                        </p:tgtEl>
                                        <p:attrNameLst>
                                          <p:attrName>ppt_x</p:attrName>
                                        </p:attrNameLst>
                                      </p:cBhvr>
                                      <p:tavLst>
                                        <p:tav tm="0">
                                          <p:val>
                                            <p:strVal val="#ppt_x"/>
                                          </p:val>
                                        </p:tav>
                                        <p:tav tm="100000">
                                          <p:val>
                                            <p:strVal val="#ppt_x"/>
                                          </p:val>
                                        </p:tav>
                                      </p:tavLst>
                                    </p:anim>
                                    <p:anim calcmode="lin" valueType="num">
                                      <p:cBhvr>
                                        <p:cTn id="33" dur="2000" fill="hold"/>
                                        <p:tgtEl>
                                          <p:spTgt spid="15364">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10000"/>
                            </p:stCondLst>
                            <p:childTnLst>
                              <p:par>
                                <p:cTn id="35" presetID="42" presetClass="entr" presetSubtype="0" fill="hold" nodeType="afterEffect">
                                  <p:stCondLst>
                                    <p:cond delay="0"/>
                                  </p:stCondLst>
                                  <p:childTnLst>
                                    <p:set>
                                      <p:cBhvr>
                                        <p:cTn id="36" dur="1" fill="hold">
                                          <p:stCondLst>
                                            <p:cond delay="0"/>
                                          </p:stCondLst>
                                        </p:cTn>
                                        <p:tgtEl>
                                          <p:spTgt spid="15364">
                                            <p:txEl>
                                              <p:pRg st="5" end="5"/>
                                            </p:txEl>
                                          </p:spTgt>
                                        </p:tgtEl>
                                        <p:attrNameLst>
                                          <p:attrName>style.visibility</p:attrName>
                                        </p:attrNameLst>
                                      </p:cBhvr>
                                      <p:to>
                                        <p:strVal val="visible"/>
                                      </p:to>
                                    </p:set>
                                    <p:animEffect transition="in" filter="fade">
                                      <p:cBhvr>
                                        <p:cTn id="37" dur="2000"/>
                                        <p:tgtEl>
                                          <p:spTgt spid="15364">
                                            <p:txEl>
                                              <p:pRg st="5" end="5"/>
                                            </p:txEl>
                                          </p:spTgt>
                                        </p:tgtEl>
                                      </p:cBhvr>
                                    </p:animEffect>
                                    <p:anim calcmode="lin" valueType="num">
                                      <p:cBhvr>
                                        <p:cTn id="38" dur="2000" fill="hold"/>
                                        <p:tgtEl>
                                          <p:spTgt spid="15364">
                                            <p:txEl>
                                              <p:pRg st="5" end="5"/>
                                            </p:txEl>
                                          </p:spTgt>
                                        </p:tgtEl>
                                        <p:attrNameLst>
                                          <p:attrName>ppt_x</p:attrName>
                                        </p:attrNameLst>
                                      </p:cBhvr>
                                      <p:tavLst>
                                        <p:tav tm="0">
                                          <p:val>
                                            <p:strVal val="#ppt_x"/>
                                          </p:val>
                                        </p:tav>
                                        <p:tav tm="100000">
                                          <p:val>
                                            <p:strVal val="#ppt_x"/>
                                          </p:val>
                                        </p:tav>
                                      </p:tavLst>
                                    </p:anim>
                                    <p:anim calcmode="lin" valueType="num">
                                      <p:cBhvr>
                                        <p:cTn id="39" dur="2000" fill="hold"/>
                                        <p:tgtEl>
                                          <p:spTgt spid="15364">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12000"/>
                            </p:stCondLst>
                            <p:childTnLst>
                              <p:par>
                                <p:cTn id="41" presetID="42" presetClass="entr" presetSubtype="0" fill="hold" nodeType="afterEffect">
                                  <p:stCondLst>
                                    <p:cond delay="0"/>
                                  </p:stCondLst>
                                  <p:childTnLst>
                                    <p:set>
                                      <p:cBhvr>
                                        <p:cTn id="42" dur="1" fill="hold">
                                          <p:stCondLst>
                                            <p:cond delay="0"/>
                                          </p:stCondLst>
                                        </p:cTn>
                                        <p:tgtEl>
                                          <p:spTgt spid="15364">
                                            <p:txEl>
                                              <p:pRg st="6" end="6"/>
                                            </p:txEl>
                                          </p:spTgt>
                                        </p:tgtEl>
                                        <p:attrNameLst>
                                          <p:attrName>style.visibility</p:attrName>
                                        </p:attrNameLst>
                                      </p:cBhvr>
                                      <p:to>
                                        <p:strVal val="visible"/>
                                      </p:to>
                                    </p:set>
                                    <p:animEffect transition="in" filter="fade">
                                      <p:cBhvr>
                                        <p:cTn id="43" dur="2000"/>
                                        <p:tgtEl>
                                          <p:spTgt spid="15364">
                                            <p:txEl>
                                              <p:pRg st="6" end="6"/>
                                            </p:txEl>
                                          </p:spTgt>
                                        </p:tgtEl>
                                      </p:cBhvr>
                                    </p:animEffect>
                                    <p:anim calcmode="lin" valueType="num">
                                      <p:cBhvr>
                                        <p:cTn id="44" dur="2000" fill="hold"/>
                                        <p:tgtEl>
                                          <p:spTgt spid="15364">
                                            <p:txEl>
                                              <p:pRg st="6" end="6"/>
                                            </p:txEl>
                                          </p:spTgt>
                                        </p:tgtEl>
                                        <p:attrNameLst>
                                          <p:attrName>ppt_x</p:attrName>
                                        </p:attrNameLst>
                                      </p:cBhvr>
                                      <p:tavLst>
                                        <p:tav tm="0">
                                          <p:val>
                                            <p:strVal val="#ppt_x"/>
                                          </p:val>
                                        </p:tav>
                                        <p:tav tm="100000">
                                          <p:val>
                                            <p:strVal val="#ppt_x"/>
                                          </p:val>
                                        </p:tav>
                                      </p:tavLst>
                                    </p:anim>
                                    <p:anim calcmode="lin" valueType="num">
                                      <p:cBhvr>
                                        <p:cTn id="45" dur="2000" fill="hold"/>
                                        <p:tgtEl>
                                          <p:spTgt spid="15364">
                                            <p:txEl>
                                              <p:pRg st="6" end="6"/>
                                            </p:txEl>
                                          </p:spTgt>
                                        </p:tgtEl>
                                        <p:attrNameLst>
                                          <p:attrName>ppt_y</p:attrName>
                                        </p:attrNameLst>
                                      </p:cBhvr>
                                      <p:tavLst>
                                        <p:tav tm="0">
                                          <p:val>
                                            <p:strVal val="#ppt_y+.1"/>
                                          </p:val>
                                        </p:tav>
                                        <p:tav tm="100000">
                                          <p:val>
                                            <p:strVal val="#ppt_y"/>
                                          </p:val>
                                        </p:tav>
                                      </p:tavLst>
                                    </p:anim>
                                  </p:childTnLst>
                                </p:cTn>
                              </p:par>
                            </p:childTnLst>
                          </p:cTn>
                        </p:par>
                        <p:par>
                          <p:cTn id="46" fill="hold">
                            <p:stCondLst>
                              <p:cond delay="14000"/>
                            </p:stCondLst>
                            <p:childTnLst>
                              <p:par>
                                <p:cTn id="47" presetID="42" presetClass="entr" presetSubtype="0" fill="hold" nodeType="afterEffect">
                                  <p:stCondLst>
                                    <p:cond delay="0"/>
                                  </p:stCondLst>
                                  <p:childTnLst>
                                    <p:set>
                                      <p:cBhvr>
                                        <p:cTn id="48" dur="1" fill="hold">
                                          <p:stCondLst>
                                            <p:cond delay="0"/>
                                          </p:stCondLst>
                                        </p:cTn>
                                        <p:tgtEl>
                                          <p:spTgt spid="15364">
                                            <p:txEl>
                                              <p:pRg st="7" end="7"/>
                                            </p:txEl>
                                          </p:spTgt>
                                        </p:tgtEl>
                                        <p:attrNameLst>
                                          <p:attrName>style.visibility</p:attrName>
                                        </p:attrNameLst>
                                      </p:cBhvr>
                                      <p:to>
                                        <p:strVal val="visible"/>
                                      </p:to>
                                    </p:set>
                                    <p:animEffect transition="in" filter="fade">
                                      <p:cBhvr>
                                        <p:cTn id="49" dur="2000"/>
                                        <p:tgtEl>
                                          <p:spTgt spid="15364">
                                            <p:txEl>
                                              <p:pRg st="7" end="7"/>
                                            </p:txEl>
                                          </p:spTgt>
                                        </p:tgtEl>
                                      </p:cBhvr>
                                    </p:animEffect>
                                    <p:anim calcmode="lin" valueType="num">
                                      <p:cBhvr>
                                        <p:cTn id="50" dur="2000" fill="hold"/>
                                        <p:tgtEl>
                                          <p:spTgt spid="15364">
                                            <p:txEl>
                                              <p:pRg st="7" end="7"/>
                                            </p:txEl>
                                          </p:spTgt>
                                        </p:tgtEl>
                                        <p:attrNameLst>
                                          <p:attrName>ppt_x</p:attrName>
                                        </p:attrNameLst>
                                      </p:cBhvr>
                                      <p:tavLst>
                                        <p:tav tm="0">
                                          <p:val>
                                            <p:strVal val="#ppt_x"/>
                                          </p:val>
                                        </p:tav>
                                        <p:tav tm="100000">
                                          <p:val>
                                            <p:strVal val="#ppt_x"/>
                                          </p:val>
                                        </p:tav>
                                      </p:tavLst>
                                    </p:anim>
                                    <p:anim calcmode="lin" valueType="num">
                                      <p:cBhvr>
                                        <p:cTn id="51" dur="2000" fill="hold"/>
                                        <p:tgtEl>
                                          <p:spTgt spid="15364">
                                            <p:txEl>
                                              <p:pRg st="7" end="7"/>
                                            </p:txEl>
                                          </p:spTgt>
                                        </p:tgtEl>
                                        <p:attrNameLst>
                                          <p:attrName>ppt_y</p:attrName>
                                        </p:attrNameLst>
                                      </p:cBhvr>
                                      <p:tavLst>
                                        <p:tav tm="0">
                                          <p:val>
                                            <p:strVal val="#ppt_y+.1"/>
                                          </p:val>
                                        </p:tav>
                                        <p:tav tm="100000">
                                          <p:val>
                                            <p:strVal val="#ppt_y"/>
                                          </p:val>
                                        </p:tav>
                                      </p:tavLst>
                                    </p:anim>
                                  </p:childTnLst>
                                </p:cTn>
                              </p:par>
                            </p:childTnLst>
                          </p:cTn>
                        </p:par>
                        <p:par>
                          <p:cTn id="52" fill="hold">
                            <p:stCondLst>
                              <p:cond delay="16000"/>
                            </p:stCondLst>
                            <p:childTnLst>
                              <p:par>
                                <p:cTn id="53" presetID="42" presetClass="entr" presetSubtype="0" fill="hold" nodeType="afterEffect">
                                  <p:stCondLst>
                                    <p:cond delay="0"/>
                                  </p:stCondLst>
                                  <p:childTnLst>
                                    <p:set>
                                      <p:cBhvr>
                                        <p:cTn id="54" dur="1" fill="hold">
                                          <p:stCondLst>
                                            <p:cond delay="0"/>
                                          </p:stCondLst>
                                        </p:cTn>
                                        <p:tgtEl>
                                          <p:spTgt spid="15364">
                                            <p:txEl>
                                              <p:pRg st="8" end="8"/>
                                            </p:txEl>
                                          </p:spTgt>
                                        </p:tgtEl>
                                        <p:attrNameLst>
                                          <p:attrName>style.visibility</p:attrName>
                                        </p:attrNameLst>
                                      </p:cBhvr>
                                      <p:to>
                                        <p:strVal val="visible"/>
                                      </p:to>
                                    </p:set>
                                    <p:animEffect transition="in" filter="fade">
                                      <p:cBhvr>
                                        <p:cTn id="55" dur="2000"/>
                                        <p:tgtEl>
                                          <p:spTgt spid="15364">
                                            <p:txEl>
                                              <p:pRg st="8" end="8"/>
                                            </p:txEl>
                                          </p:spTgt>
                                        </p:tgtEl>
                                      </p:cBhvr>
                                    </p:animEffect>
                                    <p:anim calcmode="lin" valueType="num">
                                      <p:cBhvr>
                                        <p:cTn id="56" dur="2000" fill="hold"/>
                                        <p:tgtEl>
                                          <p:spTgt spid="15364">
                                            <p:txEl>
                                              <p:pRg st="8" end="8"/>
                                            </p:txEl>
                                          </p:spTgt>
                                        </p:tgtEl>
                                        <p:attrNameLst>
                                          <p:attrName>ppt_x</p:attrName>
                                        </p:attrNameLst>
                                      </p:cBhvr>
                                      <p:tavLst>
                                        <p:tav tm="0">
                                          <p:val>
                                            <p:strVal val="#ppt_x"/>
                                          </p:val>
                                        </p:tav>
                                        <p:tav tm="100000">
                                          <p:val>
                                            <p:strVal val="#ppt_x"/>
                                          </p:val>
                                        </p:tav>
                                      </p:tavLst>
                                    </p:anim>
                                    <p:anim calcmode="lin" valueType="num">
                                      <p:cBhvr>
                                        <p:cTn id="57" dur="2000" fill="hold"/>
                                        <p:tgtEl>
                                          <p:spTgt spid="15364">
                                            <p:txEl>
                                              <p:pRg st="8" end="8"/>
                                            </p:txEl>
                                          </p:spTgt>
                                        </p:tgtEl>
                                        <p:attrNameLst>
                                          <p:attrName>ppt_y</p:attrName>
                                        </p:attrNameLst>
                                      </p:cBhvr>
                                      <p:tavLst>
                                        <p:tav tm="0">
                                          <p:val>
                                            <p:strVal val="#ppt_y+.1"/>
                                          </p:val>
                                        </p:tav>
                                        <p:tav tm="100000">
                                          <p:val>
                                            <p:strVal val="#ppt_y"/>
                                          </p:val>
                                        </p:tav>
                                      </p:tavLst>
                                    </p:anim>
                                  </p:childTnLst>
                                </p:cTn>
                              </p:par>
                            </p:childTnLst>
                          </p:cTn>
                        </p:par>
                        <p:par>
                          <p:cTn id="58" fill="hold">
                            <p:stCondLst>
                              <p:cond delay="18000"/>
                            </p:stCondLst>
                            <p:childTnLst>
                              <p:par>
                                <p:cTn id="59" presetID="42" presetClass="entr" presetSubtype="0" fill="hold" nodeType="afterEffect">
                                  <p:stCondLst>
                                    <p:cond delay="0"/>
                                  </p:stCondLst>
                                  <p:childTnLst>
                                    <p:set>
                                      <p:cBhvr>
                                        <p:cTn id="60" dur="1" fill="hold">
                                          <p:stCondLst>
                                            <p:cond delay="0"/>
                                          </p:stCondLst>
                                        </p:cTn>
                                        <p:tgtEl>
                                          <p:spTgt spid="15364">
                                            <p:txEl>
                                              <p:pRg st="9" end="9"/>
                                            </p:txEl>
                                          </p:spTgt>
                                        </p:tgtEl>
                                        <p:attrNameLst>
                                          <p:attrName>style.visibility</p:attrName>
                                        </p:attrNameLst>
                                      </p:cBhvr>
                                      <p:to>
                                        <p:strVal val="visible"/>
                                      </p:to>
                                    </p:set>
                                    <p:animEffect transition="in" filter="fade">
                                      <p:cBhvr>
                                        <p:cTn id="61" dur="2000"/>
                                        <p:tgtEl>
                                          <p:spTgt spid="15364">
                                            <p:txEl>
                                              <p:pRg st="9" end="9"/>
                                            </p:txEl>
                                          </p:spTgt>
                                        </p:tgtEl>
                                      </p:cBhvr>
                                    </p:animEffect>
                                    <p:anim calcmode="lin" valueType="num">
                                      <p:cBhvr>
                                        <p:cTn id="62" dur="2000" fill="hold"/>
                                        <p:tgtEl>
                                          <p:spTgt spid="15364">
                                            <p:txEl>
                                              <p:pRg st="9" end="9"/>
                                            </p:txEl>
                                          </p:spTgt>
                                        </p:tgtEl>
                                        <p:attrNameLst>
                                          <p:attrName>ppt_x</p:attrName>
                                        </p:attrNameLst>
                                      </p:cBhvr>
                                      <p:tavLst>
                                        <p:tav tm="0">
                                          <p:val>
                                            <p:strVal val="#ppt_x"/>
                                          </p:val>
                                        </p:tav>
                                        <p:tav tm="100000">
                                          <p:val>
                                            <p:strVal val="#ppt_x"/>
                                          </p:val>
                                        </p:tav>
                                      </p:tavLst>
                                    </p:anim>
                                    <p:anim calcmode="lin" valueType="num">
                                      <p:cBhvr>
                                        <p:cTn id="63" dur="2000" fill="hold"/>
                                        <p:tgtEl>
                                          <p:spTgt spid="15364">
                                            <p:txEl>
                                              <p:pRg st="9" end="9"/>
                                            </p:txEl>
                                          </p:spTgt>
                                        </p:tgtEl>
                                        <p:attrNameLst>
                                          <p:attrName>ppt_y</p:attrName>
                                        </p:attrNameLst>
                                      </p:cBhvr>
                                      <p:tavLst>
                                        <p:tav tm="0">
                                          <p:val>
                                            <p:strVal val="#ppt_y+.1"/>
                                          </p:val>
                                        </p:tav>
                                        <p:tav tm="100000">
                                          <p:val>
                                            <p:strVal val="#ppt_y"/>
                                          </p:val>
                                        </p:tav>
                                      </p:tavLst>
                                    </p:anim>
                                  </p:childTnLst>
                                </p:cTn>
                              </p:par>
                            </p:childTnLst>
                          </p:cTn>
                        </p:par>
                        <p:par>
                          <p:cTn id="64" fill="hold">
                            <p:stCondLst>
                              <p:cond delay="20000"/>
                            </p:stCondLst>
                            <p:childTnLst>
                              <p:par>
                                <p:cTn id="65" presetID="42" presetClass="entr" presetSubtype="0" fill="hold" nodeType="afterEffect">
                                  <p:stCondLst>
                                    <p:cond delay="0"/>
                                  </p:stCondLst>
                                  <p:childTnLst>
                                    <p:set>
                                      <p:cBhvr>
                                        <p:cTn id="66" dur="1" fill="hold">
                                          <p:stCondLst>
                                            <p:cond delay="0"/>
                                          </p:stCondLst>
                                        </p:cTn>
                                        <p:tgtEl>
                                          <p:spTgt spid="15364">
                                            <p:txEl>
                                              <p:pRg st="10" end="10"/>
                                            </p:txEl>
                                          </p:spTgt>
                                        </p:tgtEl>
                                        <p:attrNameLst>
                                          <p:attrName>style.visibility</p:attrName>
                                        </p:attrNameLst>
                                      </p:cBhvr>
                                      <p:to>
                                        <p:strVal val="visible"/>
                                      </p:to>
                                    </p:set>
                                    <p:animEffect transition="in" filter="fade">
                                      <p:cBhvr>
                                        <p:cTn id="67" dur="2000"/>
                                        <p:tgtEl>
                                          <p:spTgt spid="15364">
                                            <p:txEl>
                                              <p:pRg st="10" end="10"/>
                                            </p:txEl>
                                          </p:spTgt>
                                        </p:tgtEl>
                                      </p:cBhvr>
                                    </p:animEffect>
                                    <p:anim calcmode="lin" valueType="num">
                                      <p:cBhvr>
                                        <p:cTn id="68" dur="2000" fill="hold"/>
                                        <p:tgtEl>
                                          <p:spTgt spid="15364">
                                            <p:txEl>
                                              <p:pRg st="10" end="10"/>
                                            </p:txEl>
                                          </p:spTgt>
                                        </p:tgtEl>
                                        <p:attrNameLst>
                                          <p:attrName>ppt_x</p:attrName>
                                        </p:attrNameLst>
                                      </p:cBhvr>
                                      <p:tavLst>
                                        <p:tav tm="0">
                                          <p:val>
                                            <p:strVal val="#ppt_x"/>
                                          </p:val>
                                        </p:tav>
                                        <p:tav tm="100000">
                                          <p:val>
                                            <p:strVal val="#ppt_x"/>
                                          </p:val>
                                        </p:tav>
                                      </p:tavLst>
                                    </p:anim>
                                    <p:anim calcmode="lin" valueType="num">
                                      <p:cBhvr>
                                        <p:cTn id="69" dur="2000" fill="hold"/>
                                        <p:tgtEl>
                                          <p:spTgt spid="15364">
                                            <p:txEl>
                                              <p:pRg st="10" end="10"/>
                                            </p:txEl>
                                          </p:spTgt>
                                        </p:tgtEl>
                                        <p:attrNameLst>
                                          <p:attrName>ppt_y</p:attrName>
                                        </p:attrNameLst>
                                      </p:cBhvr>
                                      <p:tavLst>
                                        <p:tav tm="0">
                                          <p:val>
                                            <p:strVal val="#ppt_y+.1"/>
                                          </p:val>
                                        </p:tav>
                                        <p:tav tm="100000">
                                          <p:val>
                                            <p:strVal val="#ppt_y"/>
                                          </p:val>
                                        </p:tav>
                                      </p:tavLst>
                                    </p:anim>
                                  </p:childTnLst>
                                </p:cTn>
                              </p:par>
                            </p:childTnLst>
                          </p:cTn>
                        </p:par>
                        <p:par>
                          <p:cTn id="70" fill="hold">
                            <p:stCondLst>
                              <p:cond delay="22000"/>
                            </p:stCondLst>
                            <p:childTnLst>
                              <p:par>
                                <p:cTn id="71" presetID="42" presetClass="entr" presetSubtype="0" fill="hold" nodeType="afterEffect">
                                  <p:stCondLst>
                                    <p:cond delay="0"/>
                                  </p:stCondLst>
                                  <p:childTnLst>
                                    <p:set>
                                      <p:cBhvr>
                                        <p:cTn id="72" dur="1" fill="hold">
                                          <p:stCondLst>
                                            <p:cond delay="0"/>
                                          </p:stCondLst>
                                        </p:cTn>
                                        <p:tgtEl>
                                          <p:spTgt spid="15364">
                                            <p:txEl>
                                              <p:pRg st="11" end="11"/>
                                            </p:txEl>
                                          </p:spTgt>
                                        </p:tgtEl>
                                        <p:attrNameLst>
                                          <p:attrName>style.visibility</p:attrName>
                                        </p:attrNameLst>
                                      </p:cBhvr>
                                      <p:to>
                                        <p:strVal val="visible"/>
                                      </p:to>
                                    </p:set>
                                    <p:animEffect transition="in" filter="fade">
                                      <p:cBhvr>
                                        <p:cTn id="73" dur="2000"/>
                                        <p:tgtEl>
                                          <p:spTgt spid="15364">
                                            <p:txEl>
                                              <p:pRg st="11" end="11"/>
                                            </p:txEl>
                                          </p:spTgt>
                                        </p:tgtEl>
                                      </p:cBhvr>
                                    </p:animEffect>
                                    <p:anim calcmode="lin" valueType="num">
                                      <p:cBhvr>
                                        <p:cTn id="74" dur="2000" fill="hold"/>
                                        <p:tgtEl>
                                          <p:spTgt spid="15364">
                                            <p:txEl>
                                              <p:pRg st="11" end="11"/>
                                            </p:txEl>
                                          </p:spTgt>
                                        </p:tgtEl>
                                        <p:attrNameLst>
                                          <p:attrName>ppt_x</p:attrName>
                                        </p:attrNameLst>
                                      </p:cBhvr>
                                      <p:tavLst>
                                        <p:tav tm="0">
                                          <p:val>
                                            <p:strVal val="#ppt_x"/>
                                          </p:val>
                                        </p:tav>
                                        <p:tav tm="100000">
                                          <p:val>
                                            <p:strVal val="#ppt_x"/>
                                          </p:val>
                                        </p:tav>
                                      </p:tavLst>
                                    </p:anim>
                                    <p:anim calcmode="lin" valueType="num">
                                      <p:cBhvr>
                                        <p:cTn id="75" dur="2000" fill="hold"/>
                                        <p:tgtEl>
                                          <p:spTgt spid="15364">
                                            <p:txEl>
                                              <p:pRg st="11" end="11"/>
                                            </p:txEl>
                                          </p:spTgt>
                                        </p:tgtEl>
                                        <p:attrNameLst>
                                          <p:attrName>ppt_y</p:attrName>
                                        </p:attrNameLst>
                                      </p:cBhvr>
                                      <p:tavLst>
                                        <p:tav tm="0">
                                          <p:val>
                                            <p:strVal val="#ppt_y+.1"/>
                                          </p:val>
                                        </p:tav>
                                        <p:tav tm="100000">
                                          <p:val>
                                            <p:strVal val="#ppt_y"/>
                                          </p:val>
                                        </p:tav>
                                      </p:tavLst>
                                    </p:anim>
                                  </p:childTnLst>
                                </p:cTn>
                              </p:par>
                            </p:childTnLst>
                          </p:cTn>
                        </p:par>
                        <p:par>
                          <p:cTn id="76" fill="hold">
                            <p:stCondLst>
                              <p:cond delay="24000"/>
                            </p:stCondLst>
                            <p:childTnLst>
                              <p:par>
                                <p:cTn id="77" presetID="42" presetClass="entr" presetSubtype="0" fill="hold" nodeType="afterEffect">
                                  <p:stCondLst>
                                    <p:cond delay="0"/>
                                  </p:stCondLst>
                                  <p:childTnLst>
                                    <p:set>
                                      <p:cBhvr>
                                        <p:cTn id="78" dur="1" fill="hold">
                                          <p:stCondLst>
                                            <p:cond delay="0"/>
                                          </p:stCondLst>
                                        </p:cTn>
                                        <p:tgtEl>
                                          <p:spTgt spid="15364">
                                            <p:txEl>
                                              <p:pRg st="12" end="12"/>
                                            </p:txEl>
                                          </p:spTgt>
                                        </p:tgtEl>
                                        <p:attrNameLst>
                                          <p:attrName>style.visibility</p:attrName>
                                        </p:attrNameLst>
                                      </p:cBhvr>
                                      <p:to>
                                        <p:strVal val="visible"/>
                                      </p:to>
                                    </p:set>
                                    <p:animEffect transition="in" filter="fade">
                                      <p:cBhvr>
                                        <p:cTn id="79" dur="2000"/>
                                        <p:tgtEl>
                                          <p:spTgt spid="15364">
                                            <p:txEl>
                                              <p:pRg st="12" end="12"/>
                                            </p:txEl>
                                          </p:spTgt>
                                        </p:tgtEl>
                                      </p:cBhvr>
                                    </p:animEffect>
                                    <p:anim calcmode="lin" valueType="num">
                                      <p:cBhvr>
                                        <p:cTn id="80" dur="2000" fill="hold"/>
                                        <p:tgtEl>
                                          <p:spTgt spid="15364">
                                            <p:txEl>
                                              <p:pRg st="12" end="12"/>
                                            </p:txEl>
                                          </p:spTgt>
                                        </p:tgtEl>
                                        <p:attrNameLst>
                                          <p:attrName>ppt_x</p:attrName>
                                        </p:attrNameLst>
                                      </p:cBhvr>
                                      <p:tavLst>
                                        <p:tav tm="0">
                                          <p:val>
                                            <p:strVal val="#ppt_x"/>
                                          </p:val>
                                        </p:tav>
                                        <p:tav tm="100000">
                                          <p:val>
                                            <p:strVal val="#ppt_x"/>
                                          </p:val>
                                        </p:tav>
                                      </p:tavLst>
                                    </p:anim>
                                    <p:anim calcmode="lin" valueType="num">
                                      <p:cBhvr>
                                        <p:cTn id="81" dur="2000" fill="hold"/>
                                        <p:tgtEl>
                                          <p:spTgt spid="15364">
                                            <p:txEl>
                                              <p:pRg st="12" end="12"/>
                                            </p:txEl>
                                          </p:spTgt>
                                        </p:tgtEl>
                                        <p:attrNameLst>
                                          <p:attrName>ppt_y</p:attrName>
                                        </p:attrNameLst>
                                      </p:cBhvr>
                                      <p:tavLst>
                                        <p:tav tm="0">
                                          <p:val>
                                            <p:strVal val="#ppt_y+.1"/>
                                          </p:val>
                                        </p:tav>
                                        <p:tav tm="100000">
                                          <p:val>
                                            <p:strVal val="#ppt_y"/>
                                          </p:val>
                                        </p:tav>
                                      </p:tavLst>
                                    </p:anim>
                                  </p:childTnLst>
                                </p:cTn>
                              </p:par>
                            </p:childTnLst>
                          </p:cTn>
                        </p:par>
                        <p:par>
                          <p:cTn id="82" fill="hold">
                            <p:stCondLst>
                              <p:cond delay="26000"/>
                            </p:stCondLst>
                            <p:childTnLst>
                              <p:par>
                                <p:cTn id="83" presetID="42" presetClass="entr" presetSubtype="0" fill="hold" nodeType="afterEffect">
                                  <p:stCondLst>
                                    <p:cond delay="0"/>
                                  </p:stCondLst>
                                  <p:childTnLst>
                                    <p:set>
                                      <p:cBhvr>
                                        <p:cTn id="84" dur="1" fill="hold">
                                          <p:stCondLst>
                                            <p:cond delay="0"/>
                                          </p:stCondLst>
                                        </p:cTn>
                                        <p:tgtEl>
                                          <p:spTgt spid="15364">
                                            <p:txEl>
                                              <p:pRg st="13" end="13"/>
                                            </p:txEl>
                                          </p:spTgt>
                                        </p:tgtEl>
                                        <p:attrNameLst>
                                          <p:attrName>style.visibility</p:attrName>
                                        </p:attrNameLst>
                                      </p:cBhvr>
                                      <p:to>
                                        <p:strVal val="visible"/>
                                      </p:to>
                                    </p:set>
                                    <p:animEffect transition="in" filter="fade">
                                      <p:cBhvr>
                                        <p:cTn id="85" dur="2000"/>
                                        <p:tgtEl>
                                          <p:spTgt spid="15364">
                                            <p:txEl>
                                              <p:pRg st="13" end="13"/>
                                            </p:txEl>
                                          </p:spTgt>
                                        </p:tgtEl>
                                      </p:cBhvr>
                                    </p:animEffect>
                                    <p:anim calcmode="lin" valueType="num">
                                      <p:cBhvr>
                                        <p:cTn id="86" dur="2000" fill="hold"/>
                                        <p:tgtEl>
                                          <p:spTgt spid="15364">
                                            <p:txEl>
                                              <p:pRg st="13" end="13"/>
                                            </p:txEl>
                                          </p:spTgt>
                                        </p:tgtEl>
                                        <p:attrNameLst>
                                          <p:attrName>ppt_x</p:attrName>
                                        </p:attrNameLst>
                                      </p:cBhvr>
                                      <p:tavLst>
                                        <p:tav tm="0">
                                          <p:val>
                                            <p:strVal val="#ppt_x"/>
                                          </p:val>
                                        </p:tav>
                                        <p:tav tm="100000">
                                          <p:val>
                                            <p:strVal val="#ppt_x"/>
                                          </p:val>
                                        </p:tav>
                                      </p:tavLst>
                                    </p:anim>
                                    <p:anim calcmode="lin" valueType="num">
                                      <p:cBhvr>
                                        <p:cTn id="87" dur="2000" fill="hold"/>
                                        <p:tgtEl>
                                          <p:spTgt spid="15364">
                                            <p:txEl>
                                              <p:pRg st="13" end="13"/>
                                            </p:txEl>
                                          </p:spTgt>
                                        </p:tgtEl>
                                        <p:attrNameLst>
                                          <p:attrName>ppt_y</p:attrName>
                                        </p:attrNameLst>
                                      </p:cBhvr>
                                      <p:tavLst>
                                        <p:tav tm="0">
                                          <p:val>
                                            <p:strVal val="#ppt_y+.1"/>
                                          </p:val>
                                        </p:tav>
                                        <p:tav tm="100000">
                                          <p:val>
                                            <p:strVal val="#ppt_y"/>
                                          </p:val>
                                        </p:tav>
                                      </p:tavLst>
                                    </p:anim>
                                  </p:childTnLst>
                                </p:cTn>
                              </p:par>
                            </p:childTnLst>
                          </p:cTn>
                        </p:par>
                        <p:par>
                          <p:cTn id="88" fill="hold">
                            <p:stCondLst>
                              <p:cond delay="28000"/>
                            </p:stCondLst>
                            <p:childTnLst>
                              <p:par>
                                <p:cTn id="89" presetID="42" presetClass="entr" presetSubtype="0" fill="hold" nodeType="afterEffect">
                                  <p:stCondLst>
                                    <p:cond delay="0"/>
                                  </p:stCondLst>
                                  <p:childTnLst>
                                    <p:set>
                                      <p:cBhvr>
                                        <p:cTn id="90" dur="1" fill="hold">
                                          <p:stCondLst>
                                            <p:cond delay="0"/>
                                          </p:stCondLst>
                                        </p:cTn>
                                        <p:tgtEl>
                                          <p:spTgt spid="15364">
                                            <p:txEl>
                                              <p:pRg st="14" end="14"/>
                                            </p:txEl>
                                          </p:spTgt>
                                        </p:tgtEl>
                                        <p:attrNameLst>
                                          <p:attrName>style.visibility</p:attrName>
                                        </p:attrNameLst>
                                      </p:cBhvr>
                                      <p:to>
                                        <p:strVal val="visible"/>
                                      </p:to>
                                    </p:set>
                                    <p:animEffect transition="in" filter="fade">
                                      <p:cBhvr>
                                        <p:cTn id="91" dur="2000"/>
                                        <p:tgtEl>
                                          <p:spTgt spid="15364">
                                            <p:txEl>
                                              <p:pRg st="14" end="14"/>
                                            </p:txEl>
                                          </p:spTgt>
                                        </p:tgtEl>
                                      </p:cBhvr>
                                    </p:animEffect>
                                    <p:anim calcmode="lin" valueType="num">
                                      <p:cBhvr>
                                        <p:cTn id="92" dur="2000" fill="hold"/>
                                        <p:tgtEl>
                                          <p:spTgt spid="15364">
                                            <p:txEl>
                                              <p:pRg st="14" end="14"/>
                                            </p:txEl>
                                          </p:spTgt>
                                        </p:tgtEl>
                                        <p:attrNameLst>
                                          <p:attrName>ppt_x</p:attrName>
                                        </p:attrNameLst>
                                      </p:cBhvr>
                                      <p:tavLst>
                                        <p:tav tm="0">
                                          <p:val>
                                            <p:strVal val="#ppt_x"/>
                                          </p:val>
                                        </p:tav>
                                        <p:tav tm="100000">
                                          <p:val>
                                            <p:strVal val="#ppt_x"/>
                                          </p:val>
                                        </p:tav>
                                      </p:tavLst>
                                    </p:anim>
                                    <p:anim calcmode="lin" valueType="num">
                                      <p:cBhvr>
                                        <p:cTn id="93" dur="2000" fill="hold"/>
                                        <p:tgtEl>
                                          <p:spTgt spid="15364">
                                            <p:txEl>
                                              <p:pRg st="14" end="14"/>
                                            </p:txEl>
                                          </p:spTgt>
                                        </p:tgtEl>
                                        <p:attrNameLst>
                                          <p:attrName>ppt_y</p:attrName>
                                        </p:attrNameLst>
                                      </p:cBhvr>
                                      <p:tavLst>
                                        <p:tav tm="0">
                                          <p:val>
                                            <p:strVal val="#ppt_y+.1"/>
                                          </p:val>
                                        </p:tav>
                                        <p:tav tm="100000">
                                          <p:val>
                                            <p:strVal val="#ppt_y"/>
                                          </p:val>
                                        </p:tav>
                                      </p:tavLst>
                                    </p:anim>
                                  </p:childTnLst>
                                </p:cTn>
                              </p:par>
                            </p:childTnLst>
                          </p:cTn>
                        </p:par>
                        <p:par>
                          <p:cTn id="94" fill="hold">
                            <p:stCondLst>
                              <p:cond delay="30000"/>
                            </p:stCondLst>
                            <p:childTnLst>
                              <p:par>
                                <p:cTn id="95" presetID="42" presetClass="entr" presetSubtype="0" fill="hold" nodeType="afterEffect">
                                  <p:stCondLst>
                                    <p:cond delay="0"/>
                                  </p:stCondLst>
                                  <p:childTnLst>
                                    <p:set>
                                      <p:cBhvr>
                                        <p:cTn id="96" dur="1" fill="hold">
                                          <p:stCondLst>
                                            <p:cond delay="0"/>
                                          </p:stCondLst>
                                        </p:cTn>
                                        <p:tgtEl>
                                          <p:spTgt spid="15364">
                                            <p:txEl>
                                              <p:pRg st="15" end="15"/>
                                            </p:txEl>
                                          </p:spTgt>
                                        </p:tgtEl>
                                        <p:attrNameLst>
                                          <p:attrName>style.visibility</p:attrName>
                                        </p:attrNameLst>
                                      </p:cBhvr>
                                      <p:to>
                                        <p:strVal val="visible"/>
                                      </p:to>
                                    </p:set>
                                    <p:animEffect transition="in" filter="fade">
                                      <p:cBhvr>
                                        <p:cTn id="97" dur="2000"/>
                                        <p:tgtEl>
                                          <p:spTgt spid="15364">
                                            <p:txEl>
                                              <p:pRg st="15" end="15"/>
                                            </p:txEl>
                                          </p:spTgt>
                                        </p:tgtEl>
                                      </p:cBhvr>
                                    </p:animEffect>
                                    <p:anim calcmode="lin" valueType="num">
                                      <p:cBhvr>
                                        <p:cTn id="98" dur="2000" fill="hold"/>
                                        <p:tgtEl>
                                          <p:spTgt spid="15364">
                                            <p:txEl>
                                              <p:pRg st="15" end="15"/>
                                            </p:txEl>
                                          </p:spTgt>
                                        </p:tgtEl>
                                        <p:attrNameLst>
                                          <p:attrName>ppt_x</p:attrName>
                                        </p:attrNameLst>
                                      </p:cBhvr>
                                      <p:tavLst>
                                        <p:tav tm="0">
                                          <p:val>
                                            <p:strVal val="#ppt_x"/>
                                          </p:val>
                                        </p:tav>
                                        <p:tav tm="100000">
                                          <p:val>
                                            <p:strVal val="#ppt_x"/>
                                          </p:val>
                                        </p:tav>
                                      </p:tavLst>
                                    </p:anim>
                                    <p:anim calcmode="lin" valueType="num">
                                      <p:cBhvr>
                                        <p:cTn id="99" dur="2000" fill="hold"/>
                                        <p:tgtEl>
                                          <p:spTgt spid="15364">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97" name="Shape 89097"/>
        <p:cNvGrpSpPr/>
        <p:nvPr/>
      </p:nvGrpSpPr>
      <p:grpSpPr>
        <a:xfrm>
          <a:off x="0" y="0"/>
          <a:ext cx="0" cy="0"/>
          <a:chOff x="0" y="0"/>
          <a:chExt cx="0" cy="0"/>
        </a:xfrm>
      </p:grpSpPr>
      <p:sp>
        <p:nvSpPr>
          <p:cNvPr id="89098" name="Google Shape;89098;p2"/>
          <p:cNvSpPr txBox="1"/>
          <p:nvPr>
            <p:ph idx="1" type="body"/>
          </p:nvPr>
        </p:nvSpPr>
        <p:spPr>
          <a:xfrm>
            <a:off x="228600" y="900545"/>
            <a:ext cx="8610600" cy="56526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Clr>
                <a:srgbClr val="000000"/>
              </a:buClr>
              <a:buSzPts val="3000"/>
              <a:buFont typeface="Tahoma"/>
              <a:buChar char="•"/>
            </a:pPr>
            <a:r>
              <a:rPr b="1" lang="en-US" sz="2400">
                <a:solidFill>
                  <a:srgbClr val="000000"/>
                </a:solidFill>
                <a:latin typeface="Times New Roman"/>
                <a:ea typeface="Times New Roman"/>
                <a:cs typeface="Times New Roman"/>
                <a:sym typeface="Times New Roman"/>
              </a:rPr>
              <a:t>Writing Procedures with Pseudocode:</a:t>
            </a:r>
            <a:endParaRPr b="1" sz="2400">
              <a:solidFill>
                <a:srgbClr val="000000"/>
              </a:solidFill>
              <a:latin typeface="Times New Roman"/>
              <a:ea typeface="Times New Roman"/>
              <a:cs typeface="Times New Roman"/>
              <a:sym typeface="Times New Roman"/>
            </a:endParaRPr>
          </a:p>
          <a:p>
            <a:pPr indent="-342900" lvl="1" marL="703262" rtl="0" algn="just">
              <a:spcBef>
                <a:spcPts val="600"/>
              </a:spcBef>
              <a:spcAft>
                <a:spcPts val="0"/>
              </a:spcAft>
              <a:buClr>
                <a:schemeClr val="dk1"/>
              </a:buClr>
              <a:buSzPts val="1620"/>
              <a:buFont typeface="Noto Sans Symbols"/>
              <a:buChar char="✔"/>
            </a:pPr>
            <a:r>
              <a:rPr lang="en-US" sz="1800">
                <a:latin typeface="Times New Roman"/>
                <a:ea typeface="Times New Roman"/>
                <a:cs typeface="Times New Roman"/>
                <a:sym typeface="Times New Roman"/>
              </a:rPr>
              <a:t>Each procedure consists of many numbered lines.</a:t>
            </a:r>
            <a:endParaRPr/>
          </a:p>
          <a:p>
            <a:pPr indent="-342900" lvl="1" marL="703262" rtl="0" algn="just">
              <a:spcBef>
                <a:spcPts val="360"/>
              </a:spcBef>
              <a:spcAft>
                <a:spcPts val="0"/>
              </a:spcAft>
              <a:buClr>
                <a:schemeClr val="dk1"/>
              </a:buClr>
              <a:buSzPts val="1620"/>
              <a:buFont typeface="Noto Sans Symbols"/>
              <a:buChar char="✔"/>
            </a:pPr>
            <a:r>
              <a:rPr lang="en-US" sz="1800">
                <a:latin typeface="Times New Roman"/>
                <a:ea typeface="Times New Roman"/>
                <a:cs typeface="Times New Roman"/>
                <a:sym typeface="Times New Roman"/>
              </a:rPr>
              <a:t>The first line of the procedure consist of the word procedure, the name of the procedure, and then in parentheses the parameters which supplied to the procedure.</a:t>
            </a:r>
            <a:endParaRPr/>
          </a:p>
          <a:p>
            <a:pPr indent="-342900" lvl="1" marL="703262" rtl="0" algn="just">
              <a:spcBef>
                <a:spcPts val="360"/>
              </a:spcBef>
              <a:spcAft>
                <a:spcPts val="0"/>
              </a:spcAft>
              <a:buClr>
                <a:schemeClr val="dk1"/>
              </a:buClr>
              <a:buSzPts val="1620"/>
              <a:buFont typeface="Noto Sans Symbols"/>
              <a:buChar char="✔"/>
            </a:pPr>
            <a:r>
              <a:rPr lang="en-US" sz="1800">
                <a:latin typeface="Times New Roman"/>
                <a:ea typeface="Times New Roman"/>
                <a:cs typeface="Times New Roman"/>
                <a:sym typeface="Times New Roman"/>
              </a:rPr>
              <a:t>The last line of the procedure consist of the word end followed by the name of the procedure.</a:t>
            </a:r>
            <a:endParaRPr/>
          </a:p>
          <a:p>
            <a:pPr indent="-342900" lvl="1" marL="703262" rtl="0" algn="just">
              <a:spcBef>
                <a:spcPts val="360"/>
              </a:spcBef>
              <a:spcAft>
                <a:spcPts val="0"/>
              </a:spcAft>
              <a:buClr>
                <a:schemeClr val="dk1"/>
              </a:buClr>
              <a:buSzPts val="1620"/>
              <a:buFont typeface="Noto Sans Symbols"/>
              <a:buChar char="✔"/>
            </a:pPr>
            <a:r>
              <a:rPr lang="en-US" sz="1800">
                <a:latin typeface="Times New Roman"/>
                <a:ea typeface="Times New Roman"/>
                <a:cs typeface="Times New Roman"/>
                <a:sym typeface="Times New Roman"/>
              </a:rPr>
              <a:t>Between the first and last lines are the executable lines of the procedure.</a:t>
            </a:r>
            <a:endParaRPr/>
          </a:p>
          <a:p>
            <a:pPr indent="-342900" lvl="1" marL="703262" rtl="0" algn="just">
              <a:spcBef>
                <a:spcPts val="360"/>
              </a:spcBef>
              <a:spcAft>
                <a:spcPts val="0"/>
              </a:spcAft>
              <a:buClr>
                <a:schemeClr val="dk1"/>
              </a:buClr>
              <a:buSzPts val="1620"/>
              <a:buFont typeface="Noto Sans Symbols"/>
              <a:buChar char="✔"/>
            </a:pPr>
            <a:r>
              <a:rPr lang="en-US" sz="1800">
                <a:latin typeface="Times New Roman"/>
                <a:ea typeface="Times New Roman"/>
                <a:cs typeface="Times New Roman"/>
                <a:sym typeface="Times New Roman"/>
              </a:rPr>
              <a:t>omits declarations of variables</a:t>
            </a:r>
            <a:endParaRPr/>
          </a:p>
          <a:p>
            <a:pPr indent="-342900" lvl="1" marL="703262" rtl="0" algn="just">
              <a:spcBef>
                <a:spcPts val="360"/>
              </a:spcBef>
              <a:spcAft>
                <a:spcPts val="0"/>
              </a:spcAft>
              <a:buClr>
                <a:schemeClr val="dk1"/>
              </a:buClr>
              <a:buSzPts val="1620"/>
              <a:buFont typeface="Noto Sans Symbols"/>
              <a:buChar char="✔"/>
            </a:pPr>
            <a:r>
              <a:rPr lang="en-US" sz="1800">
                <a:latin typeface="Times New Roman"/>
                <a:ea typeface="Times New Roman"/>
                <a:cs typeface="Times New Roman"/>
                <a:sym typeface="Times New Roman"/>
              </a:rPr>
              <a:t>Pseudocode uses := for assignment. Also it uses arithmetic operators +, ―, * (for multiplication) , and /; as well as the relational operators =, ≠, &lt;, ≥, &gt;, ≥; and the logical operators and, or, not.</a:t>
            </a:r>
            <a:endParaRPr/>
          </a:p>
          <a:p>
            <a:pPr indent="-342900" lvl="1" marL="703262" rtl="0" algn="just">
              <a:spcBef>
                <a:spcPts val="360"/>
              </a:spcBef>
              <a:spcAft>
                <a:spcPts val="0"/>
              </a:spcAft>
              <a:buClr>
                <a:schemeClr val="dk1"/>
              </a:buClr>
              <a:buSzPts val="1620"/>
              <a:buFont typeface="Noto Sans Symbols"/>
              <a:buChar char="✔"/>
            </a:pPr>
            <a:r>
              <a:rPr lang="en-US" sz="1800">
                <a:latin typeface="Times New Roman"/>
                <a:ea typeface="Times New Roman"/>
                <a:cs typeface="Times New Roman"/>
                <a:sym typeface="Times New Roman"/>
              </a:rPr>
              <a:t>Some times it uses less formal English espressions (e. g., choose an element X from S) when doing otherwise would obscure the meaning</a:t>
            </a:r>
            <a:endParaRPr/>
          </a:p>
          <a:p>
            <a:pPr indent="-342900" lvl="1" marL="703262" rtl="0" algn="just">
              <a:spcBef>
                <a:spcPts val="360"/>
              </a:spcBef>
              <a:spcAft>
                <a:spcPts val="0"/>
              </a:spcAft>
              <a:buClr>
                <a:schemeClr val="dk1"/>
              </a:buClr>
              <a:buSzPts val="1620"/>
              <a:buFont typeface="Noto Sans Symbols"/>
              <a:buChar char="✔"/>
            </a:pPr>
            <a:r>
              <a:rPr lang="en-US" sz="1800">
                <a:latin typeface="Times New Roman"/>
                <a:ea typeface="Times New Roman"/>
                <a:cs typeface="Times New Roman"/>
                <a:sym typeface="Times New Roman"/>
              </a:rPr>
              <a:t>The return(x) statement terminates the procedure and returns the value of X, whereas the return statement (without X) would just terminates the procedure.</a:t>
            </a:r>
            <a:endParaRPr/>
          </a:p>
          <a:p>
            <a:pPr indent="-342900" lvl="1" marL="703262" rtl="0" algn="just">
              <a:spcBef>
                <a:spcPts val="360"/>
              </a:spcBef>
              <a:spcAft>
                <a:spcPts val="0"/>
              </a:spcAft>
              <a:buClr>
                <a:schemeClr val="dk1"/>
              </a:buClr>
              <a:buSzPts val="1620"/>
              <a:buFont typeface="Noto Sans Symbols"/>
              <a:buChar char="✔"/>
            </a:pPr>
            <a:r>
              <a:rPr lang="en-US" sz="1800">
                <a:latin typeface="Times New Roman"/>
                <a:ea typeface="Times New Roman"/>
                <a:cs typeface="Times New Roman"/>
                <a:sym typeface="Times New Roman"/>
              </a:rPr>
              <a:t>The executable lines of the procedure are typically assignment statements, if statements, loops, return statements, or combinations of these statements.</a:t>
            </a:r>
            <a:endParaRPr sz="1800">
              <a:latin typeface="Times New Roman"/>
              <a:ea typeface="Times New Roman"/>
              <a:cs typeface="Times New Roman"/>
              <a:sym typeface="Times New Roman"/>
            </a:endParaRPr>
          </a:p>
        </p:txBody>
      </p:sp>
      <p:sp>
        <p:nvSpPr>
          <p:cNvPr id="89099" name="Google Shape;89099;p2"/>
          <p:cNvSpPr txBox="1"/>
          <p:nvPr>
            <p:ph type="title"/>
          </p:nvPr>
        </p:nvSpPr>
        <p:spPr>
          <a:xfrm>
            <a:off x="228600" y="266700"/>
            <a:ext cx="8726400" cy="63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b="1" lang="en-US" sz="3200"/>
              <a:t>1.3) Methods of Algorithm’s Specifying</a:t>
            </a:r>
            <a:endParaRPr b="1" sz="3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9098">
                                            <p:txEl>
                                              <p:pRg end="0" st="0"/>
                                            </p:txEl>
                                          </p:spTgt>
                                        </p:tgtEl>
                                        <p:attrNameLst>
                                          <p:attrName>style.visibility</p:attrName>
                                        </p:attrNameLst>
                                      </p:cBhvr>
                                      <p:to>
                                        <p:strVal val="visible"/>
                                      </p:to>
                                    </p:set>
                                    <p:animEffect filter="fade" transition="in">
                                      <p:cBhvr>
                                        <p:cTn dur="1750"/>
                                        <p:tgtEl>
                                          <p:spTgt spid="89098">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8">
                                            <p:txEl>
                                              <p:pRg end="1" st="1"/>
                                            </p:txEl>
                                          </p:spTgt>
                                        </p:tgtEl>
                                        <p:attrNameLst>
                                          <p:attrName>style.visibility</p:attrName>
                                        </p:attrNameLst>
                                      </p:cBhvr>
                                      <p:to>
                                        <p:strVal val="visible"/>
                                      </p:to>
                                    </p:set>
                                    <p:animEffect filter="fade" transition="in">
                                      <p:cBhvr>
                                        <p:cTn dur="1750"/>
                                        <p:tgtEl>
                                          <p:spTgt spid="89098">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8">
                                            <p:txEl>
                                              <p:pRg end="2" st="2"/>
                                            </p:txEl>
                                          </p:spTgt>
                                        </p:tgtEl>
                                        <p:attrNameLst>
                                          <p:attrName>style.visibility</p:attrName>
                                        </p:attrNameLst>
                                      </p:cBhvr>
                                      <p:to>
                                        <p:strVal val="visible"/>
                                      </p:to>
                                    </p:set>
                                    <p:animEffect filter="fade" transition="in">
                                      <p:cBhvr>
                                        <p:cTn dur="1750"/>
                                        <p:tgtEl>
                                          <p:spTgt spid="89098">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8">
                                            <p:txEl>
                                              <p:pRg end="3" st="3"/>
                                            </p:txEl>
                                          </p:spTgt>
                                        </p:tgtEl>
                                        <p:attrNameLst>
                                          <p:attrName>style.visibility</p:attrName>
                                        </p:attrNameLst>
                                      </p:cBhvr>
                                      <p:to>
                                        <p:strVal val="visible"/>
                                      </p:to>
                                    </p:set>
                                    <p:animEffect filter="fade" transition="in">
                                      <p:cBhvr>
                                        <p:cTn dur="1750"/>
                                        <p:tgtEl>
                                          <p:spTgt spid="89098">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8">
                                            <p:txEl>
                                              <p:pRg end="4" st="4"/>
                                            </p:txEl>
                                          </p:spTgt>
                                        </p:tgtEl>
                                        <p:attrNameLst>
                                          <p:attrName>style.visibility</p:attrName>
                                        </p:attrNameLst>
                                      </p:cBhvr>
                                      <p:to>
                                        <p:strVal val="visible"/>
                                      </p:to>
                                    </p:set>
                                    <p:animEffect filter="fade" transition="in">
                                      <p:cBhvr>
                                        <p:cTn dur="1750"/>
                                        <p:tgtEl>
                                          <p:spTgt spid="89098">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8">
                                            <p:txEl>
                                              <p:pRg end="5" st="5"/>
                                            </p:txEl>
                                          </p:spTgt>
                                        </p:tgtEl>
                                        <p:attrNameLst>
                                          <p:attrName>style.visibility</p:attrName>
                                        </p:attrNameLst>
                                      </p:cBhvr>
                                      <p:to>
                                        <p:strVal val="visible"/>
                                      </p:to>
                                    </p:set>
                                    <p:animEffect filter="fade" transition="in">
                                      <p:cBhvr>
                                        <p:cTn dur="1750"/>
                                        <p:tgtEl>
                                          <p:spTgt spid="89098">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8">
                                            <p:txEl>
                                              <p:pRg end="6" st="6"/>
                                            </p:txEl>
                                          </p:spTgt>
                                        </p:tgtEl>
                                        <p:attrNameLst>
                                          <p:attrName>style.visibility</p:attrName>
                                        </p:attrNameLst>
                                      </p:cBhvr>
                                      <p:to>
                                        <p:strVal val="visible"/>
                                      </p:to>
                                    </p:set>
                                    <p:animEffect filter="fade" transition="in">
                                      <p:cBhvr>
                                        <p:cTn dur="1750"/>
                                        <p:tgtEl>
                                          <p:spTgt spid="89098">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8">
                                            <p:txEl>
                                              <p:pRg end="7" st="7"/>
                                            </p:txEl>
                                          </p:spTgt>
                                        </p:tgtEl>
                                        <p:attrNameLst>
                                          <p:attrName>style.visibility</p:attrName>
                                        </p:attrNameLst>
                                      </p:cBhvr>
                                      <p:to>
                                        <p:strVal val="visible"/>
                                      </p:to>
                                    </p:set>
                                    <p:animEffect filter="fade" transition="in">
                                      <p:cBhvr>
                                        <p:cTn dur="1750"/>
                                        <p:tgtEl>
                                          <p:spTgt spid="89098">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8">
                                            <p:txEl>
                                              <p:pRg end="8" st="8"/>
                                            </p:txEl>
                                          </p:spTgt>
                                        </p:tgtEl>
                                        <p:attrNameLst>
                                          <p:attrName>style.visibility</p:attrName>
                                        </p:attrNameLst>
                                      </p:cBhvr>
                                      <p:to>
                                        <p:strVal val="visible"/>
                                      </p:to>
                                    </p:set>
                                    <p:animEffect filter="fade" transition="in">
                                      <p:cBhvr>
                                        <p:cTn dur="1750"/>
                                        <p:tgtEl>
                                          <p:spTgt spid="89098">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89098">
                                            <p:txEl>
                                              <p:pRg end="9" st="9"/>
                                            </p:txEl>
                                          </p:spTgt>
                                        </p:tgtEl>
                                        <p:attrNameLst>
                                          <p:attrName>style.visibility</p:attrName>
                                        </p:attrNameLst>
                                      </p:cBhvr>
                                      <p:to>
                                        <p:strVal val="visible"/>
                                      </p:to>
                                    </p:set>
                                    <p:animEffect filter="fade" transition="in">
                                      <p:cBhvr>
                                        <p:cTn dur="1750"/>
                                        <p:tgtEl>
                                          <p:spTgt spid="8909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3"/>
          <p:cNvSpPr>
            <a:spLocks noGrp="1" noChangeArrowheads="1"/>
          </p:cNvSpPr>
          <p:nvPr>
            <p:ph type="body" idx="1"/>
          </p:nvPr>
        </p:nvSpPr>
        <p:spPr>
          <a:xfrm>
            <a:off x="228600" y="900545"/>
            <a:ext cx="8726488" cy="5728855"/>
          </a:xfrm>
        </p:spPr>
        <p:txBody>
          <a:bodyPr/>
          <a:lstStyle/>
          <a:p>
            <a:pPr marL="55563" lvl="1" indent="0" algn="just" eaLnBrk="1" hangingPunct="1">
              <a:lnSpc>
                <a:spcPct val="90000"/>
              </a:lnSpc>
              <a:buSzPct val="111000"/>
              <a:buFont typeface="Wingdings" pitchFamily="2" charset="2"/>
              <a:buNone/>
              <a:tabLst>
                <a:tab pos="55563" algn="l"/>
              </a:tabLst>
              <a:defRPr/>
            </a:pPr>
            <a:r>
              <a:rPr lang="en-US" sz="2400" b="1" dirty="0" smtClean="0">
                <a:solidFill>
                  <a:srgbClr val="FF0000"/>
                </a:solidFill>
              </a:rPr>
              <a:t>Tracing of an algorithm</a:t>
            </a:r>
            <a:r>
              <a:rPr lang="en-US" sz="2400" dirty="0" smtClean="0">
                <a:solidFill>
                  <a:schemeClr val="tx2">
                    <a:lumMod val="75000"/>
                  </a:schemeClr>
                </a:solidFill>
              </a:rPr>
              <a:t> </a:t>
            </a:r>
            <a:r>
              <a:rPr lang="en-US" sz="2400" dirty="0" smtClean="0"/>
              <a:t>is a term that refers to the simulation for the execution of  the algorithm by the use of some specific values (i.e., an instance).</a:t>
            </a:r>
          </a:p>
          <a:p>
            <a:pPr marL="0" lvl="2" indent="0" algn="r" rtl="1" eaLnBrk="1" hangingPunct="1">
              <a:spcBef>
                <a:spcPts val="1800"/>
              </a:spcBef>
              <a:buSzPct val="111000"/>
              <a:buNone/>
              <a:defRPr/>
            </a:pPr>
            <a:r>
              <a:rPr lang="ar-SA" dirty="0" smtClean="0">
                <a:latin typeface="Times New Roman" panose="02020603050405020304" pitchFamily="18" charset="0"/>
                <a:cs typeface="Times New Roman" panose="02020603050405020304" pitchFamily="18" charset="0"/>
              </a:rPr>
              <a:t>يشير المصطلح (</a:t>
            </a:r>
            <a:r>
              <a:rPr lang="en-US" b="1" dirty="0">
                <a:solidFill>
                  <a:srgbClr val="FF0000"/>
                </a:solidFill>
                <a:latin typeface="Times New Roman" panose="02020603050405020304" pitchFamily="18" charset="0"/>
                <a:cs typeface="Times New Roman" panose="02020603050405020304" pitchFamily="18" charset="0"/>
              </a:rPr>
              <a:t>Tracing </a:t>
            </a:r>
            <a:r>
              <a:rPr lang="en-US" b="1" dirty="0" smtClean="0">
                <a:solidFill>
                  <a:srgbClr val="FF0000"/>
                </a:solidFill>
                <a:latin typeface="Times New Roman" panose="02020603050405020304" pitchFamily="18" charset="0"/>
                <a:cs typeface="Times New Roman" panose="02020603050405020304" pitchFamily="18" charset="0"/>
              </a:rPr>
              <a:t>of an </a:t>
            </a:r>
            <a:r>
              <a:rPr lang="en-US" b="1" dirty="0">
                <a:solidFill>
                  <a:srgbClr val="FF0000"/>
                </a:solidFill>
                <a:latin typeface="Times New Roman" panose="02020603050405020304" pitchFamily="18" charset="0"/>
                <a:cs typeface="Times New Roman" panose="02020603050405020304" pitchFamily="18" charset="0"/>
              </a:rPr>
              <a:t>algorithm</a:t>
            </a:r>
            <a:r>
              <a:rPr lang="ar-SA" dirty="0" smtClean="0">
                <a:latin typeface="Times New Roman" panose="02020603050405020304" pitchFamily="18" charset="0"/>
                <a:cs typeface="Times New Roman" panose="02020603050405020304" pitchFamily="18" charset="0"/>
              </a:rPr>
              <a:t>) الى عملية محاكاة تنفيذ الخوارزمية التي ننجزها بإستخدام مدخلات محددة للخوازمية (</a:t>
            </a:r>
            <a:r>
              <a:rPr lang="en-US" b="1" dirty="0" smtClean="0">
                <a:latin typeface="Times New Roman" panose="02020603050405020304" pitchFamily="18" charset="0"/>
                <a:cs typeface="Times New Roman" panose="02020603050405020304" pitchFamily="18" charset="0"/>
              </a:rPr>
              <a:t>Instance</a:t>
            </a:r>
            <a:r>
              <a:rPr lang="ar-SA"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914400" lvl="1" indent="-457200" eaLnBrk="1" hangingPunct="1">
              <a:lnSpc>
                <a:spcPct val="90000"/>
              </a:lnSpc>
              <a:buSzPct val="111000"/>
              <a:buFont typeface="Wingdings" pitchFamily="2" charset="2"/>
              <a:buNone/>
              <a:defRPr/>
            </a:pPr>
            <a:endParaRPr lang="en-US" sz="2000" dirty="0" smtClean="0"/>
          </a:p>
          <a:p>
            <a:pPr eaLnBrk="1" hangingPunct="1">
              <a:lnSpc>
                <a:spcPct val="90000"/>
              </a:lnSpc>
              <a:buFont typeface="Wingdings" pitchFamily="2" charset="2"/>
              <a:buNone/>
              <a:defRPr/>
            </a:pPr>
            <a:r>
              <a:rPr lang="en-US" sz="2800" b="1" dirty="0" smtClean="0">
                <a:latin typeface="Times New Roman" panose="02020603050405020304" pitchFamily="18" charset="0"/>
                <a:cs typeface="Times New Roman" panose="02020603050405020304" pitchFamily="18" charset="0"/>
              </a:rPr>
              <a:t>Example:</a:t>
            </a:r>
          </a:p>
          <a:p>
            <a:pPr marL="0" lvl="2" indent="0" algn="r" rtl="1" eaLnBrk="1" hangingPunct="1">
              <a:spcBef>
                <a:spcPts val="600"/>
              </a:spcBef>
              <a:buClr>
                <a:srgbClr val="3333CC"/>
              </a:buClr>
              <a:buSzPct val="111000"/>
              <a:buNone/>
              <a:defRPr/>
            </a:pPr>
            <a:r>
              <a:rPr lang="ar-SA" dirty="0" smtClean="0">
                <a:latin typeface="Times New Roman" panose="02020603050405020304" pitchFamily="18" charset="0"/>
                <a:cs typeface="Times New Roman" panose="02020603050405020304" pitchFamily="18" charset="0"/>
              </a:rPr>
              <a:t>كمثال أجري عملية </a:t>
            </a:r>
            <a:r>
              <a:rPr lang="en-US" dirty="0" smtClean="0">
                <a:latin typeface="Times New Roman" panose="02020603050405020304" pitchFamily="18" charset="0"/>
                <a:cs typeface="Times New Roman" panose="02020603050405020304" pitchFamily="18" charset="0"/>
              </a:rPr>
              <a:t>Tracing</a:t>
            </a:r>
            <a:r>
              <a:rPr lang="ar-SA" b="1" dirty="0" smtClean="0">
                <a:latin typeface="Times New Roman" panose="02020603050405020304" pitchFamily="18" charset="0"/>
                <a:cs typeface="Times New Roman" panose="02020603050405020304" pitchFamily="18" charset="0"/>
              </a:rPr>
              <a:t> </a:t>
            </a:r>
            <a:r>
              <a:rPr lang="ar-SA" dirty="0" smtClean="0">
                <a:latin typeface="Times New Roman" panose="02020603050405020304" pitchFamily="18" charset="0"/>
                <a:cs typeface="Times New Roman" panose="02020603050405020304" pitchFamily="18" charset="0"/>
              </a:rPr>
              <a:t>لخوارزمية إقليديس (</a:t>
            </a:r>
            <a:r>
              <a:rPr lang="en-US" dirty="0">
                <a:latin typeface="Times New Roman" panose="02020603050405020304" pitchFamily="18" charset="0"/>
                <a:cs typeface="Times New Roman" panose="02020603050405020304" pitchFamily="18" charset="0"/>
              </a:rPr>
              <a:t>Euclid’s Algorithm</a:t>
            </a:r>
            <a:r>
              <a:rPr lang="ar-SA" dirty="0" smtClean="0">
                <a:latin typeface="Times New Roman" panose="02020603050405020304" pitchFamily="18" charset="0"/>
                <a:cs typeface="Times New Roman" panose="02020603050405020304" pitchFamily="18" charset="0"/>
              </a:rPr>
              <a:t>) التي تعمل على حل مسألة الـ</a:t>
            </a:r>
            <a:r>
              <a:rPr lang="en-US" dirty="0" smtClean="0">
                <a:latin typeface="Times New Roman" panose="02020603050405020304" pitchFamily="18" charset="0"/>
                <a:cs typeface="Times New Roman" panose="02020603050405020304" pitchFamily="18" charset="0"/>
              </a:rPr>
              <a:t>GCD</a:t>
            </a:r>
          </a:p>
          <a:p>
            <a:pPr marL="0" lvl="2" indent="0" algn="r" rtl="1" eaLnBrk="1" hangingPunct="1">
              <a:spcBef>
                <a:spcPts val="600"/>
              </a:spcBef>
              <a:buClr>
                <a:srgbClr val="3333CC"/>
              </a:buClr>
              <a:buSzPct val="111000"/>
              <a:buNone/>
              <a:defRPr/>
            </a:pPr>
            <a:endParaRPr lang="en-US" dirty="0">
              <a:latin typeface="Times New Roman" panose="02020603050405020304" pitchFamily="18" charset="0"/>
              <a:cs typeface="Times New Roman" panose="02020603050405020304" pitchFamily="18" charset="0"/>
            </a:endParaRPr>
          </a:p>
          <a:p>
            <a:pPr marL="0" lvl="2" indent="0" algn="r" rtl="1" eaLnBrk="1" hangingPunct="1">
              <a:spcBef>
                <a:spcPts val="600"/>
              </a:spcBef>
              <a:buClr>
                <a:srgbClr val="3333CC"/>
              </a:buClr>
              <a:buSzPct val="111000"/>
              <a:buNone/>
              <a:defRPr/>
            </a:pPr>
            <a:endParaRPr lang="en-US" dirty="0" smtClean="0">
              <a:latin typeface="Times New Roman" panose="02020603050405020304" pitchFamily="18" charset="0"/>
              <a:cs typeface="Times New Roman" panose="02020603050405020304" pitchFamily="18" charset="0"/>
            </a:endParaRPr>
          </a:p>
          <a:p>
            <a:pPr marL="0" lvl="2" indent="0" algn="r" rtl="1" eaLnBrk="1" hangingPunct="1">
              <a:spcBef>
                <a:spcPts val="1800"/>
              </a:spcBef>
              <a:buClr>
                <a:srgbClr val="3333CC"/>
              </a:buClr>
              <a:buSzPct val="111000"/>
              <a:buNone/>
              <a:defRPr/>
            </a:pPr>
            <a:r>
              <a:rPr lang="ar-SA" dirty="0" smtClean="0">
                <a:latin typeface="Times New Roman" panose="02020603050405020304" pitchFamily="18" charset="0"/>
                <a:cs typeface="Times New Roman" panose="02020603050405020304" pitchFamily="18" charset="0"/>
              </a:rPr>
              <a:t>تجرى عملية الـ</a:t>
            </a:r>
            <a:r>
              <a:rPr lang="en-US" dirty="0" smtClean="0">
                <a:latin typeface="Times New Roman" panose="02020603050405020304" pitchFamily="18" charset="0"/>
                <a:cs typeface="Times New Roman" panose="02020603050405020304" pitchFamily="18" charset="0"/>
              </a:rPr>
              <a:t>Tracing</a:t>
            </a:r>
            <a:r>
              <a:rPr lang="ar-SA" dirty="0" smtClean="0">
                <a:latin typeface="Times New Roman" panose="02020603050405020304" pitchFamily="18" charset="0"/>
                <a:cs typeface="Times New Roman" panose="02020603050405020304" pitchFamily="18" charset="0"/>
              </a:rPr>
              <a:t> كما يلي:</a:t>
            </a:r>
            <a:endParaRPr lang="en-US" dirty="0">
              <a:latin typeface="Times New Roman" panose="02020603050405020304" pitchFamily="18" charset="0"/>
              <a:cs typeface="Times New Roman" panose="02020603050405020304" pitchFamily="18" charset="0"/>
            </a:endParaRPr>
          </a:p>
          <a:p>
            <a:pPr eaLnBrk="1" hangingPunct="1">
              <a:lnSpc>
                <a:spcPct val="90000"/>
              </a:lnSpc>
              <a:buFont typeface="Wingdings" pitchFamily="2" charset="2"/>
              <a:buNone/>
              <a:defRPr/>
            </a:pPr>
            <a:r>
              <a:rPr lang="en-CA" sz="2400" dirty="0" smtClean="0"/>
              <a:t>	</a:t>
            </a:r>
            <a:r>
              <a:rPr lang="en-US" sz="2400" dirty="0" smtClean="0"/>
              <a:t>	</a:t>
            </a:r>
          </a:p>
          <a:p>
            <a:pPr eaLnBrk="1" hangingPunct="1">
              <a:lnSpc>
                <a:spcPct val="90000"/>
              </a:lnSpc>
              <a:buFont typeface="Wingdings" pitchFamily="2" charset="2"/>
              <a:buNone/>
              <a:defRPr/>
            </a:pPr>
            <a:r>
              <a:rPr lang="en-US" sz="2400" dirty="0" smtClean="0"/>
              <a:t>		  	</a:t>
            </a:r>
          </a:p>
          <a:p>
            <a:pPr eaLnBrk="1" hangingPunct="1">
              <a:lnSpc>
                <a:spcPct val="90000"/>
              </a:lnSpc>
              <a:buFont typeface="Wingdings" pitchFamily="2" charset="2"/>
              <a:buNone/>
              <a:defRPr/>
            </a:pPr>
            <a:r>
              <a:rPr lang="en-US" sz="2400" dirty="0" smtClean="0"/>
              <a:t>	</a:t>
            </a:r>
            <a:endParaRPr lang="en-CA" sz="2400" dirty="0" smtClean="0"/>
          </a:p>
        </p:txBody>
      </p:sp>
      <p:grpSp>
        <p:nvGrpSpPr>
          <p:cNvPr id="2" name="Group 19"/>
          <p:cNvGrpSpPr>
            <a:grpSpLocks/>
          </p:cNvGrpSpPr>
          <p:nvPr/>
        </p:nvGrpSpPr>
        <p:grpSpPr bwMode="auto">
          <a:xfrm>
            <a:off x="1676400" y="5100637"/>
            <a:ext cx="5867400" cy="461963"/>
            <a:chOff x="1219200" y="5715000"/>
            <a:chExt cx="5867400" cy="461665"/>
          </a:xfrm>
        </p:grpSpPr>
        <p:cxnSp>
          <p:nvCxnSpPr>
            <p:cNvPr id="19462" name="Straight Arrow Connector 11"/>
            <p:cNvCxnSpPr>
              <a:cxnSpLocks noChangeShapeType="1"/>
            </p:cNvCxnSpPr>
            <p:nvPr/>
          </p:nvCxnSpPr>
          <p:spPr bwMode="auto">
            <a:xfrm>
              <a:off x="3886200" y="5943600"/>
              <a:ext cx="1066800" cy="1588"/>
            </a:xfrm>
            <a:prstGeom prst="straightConnector1">
              <a:avLst/>
            </a:prstGeom>
            <a:noFill/>
            <a:ln w="25400" algn="ctr">
              <a:solidFill>
                <a:schemeClr val="tx2"/>
              </a:solidFill>
              <a:miter lim="800000"/>
              <a:headEnd/>
              <a:tailEnd type="arrow" w="med" len="med"/>
            </a:ln>
          </p:spPr>
        </p:cxnSp>
        <p:sp>
          <p:nvSpPr>
            <p:cNvPr id="19463" name="TextBox 17"/>
            <p:cNvSpPr txBox="1">
              <a:spLocks noChangeArrowheads="1"/>
            </p:cNvSpPr>
            <p:nvPr/>
          </p:nvSpPr>
          <p:spPr bwMode="auto">
            <a:xfrm>
              <a:off x="1219200" y="5715000"/>
              <a:ext cx="2819400" cy="461665"/>
            </a:xfrm>
            <a:prstGeom prst="rect">
              <a:avLst/>
            </a:prstGeom>
            <a:noFill/>
            <a:ln w="9525">
              <a:noFill/>
              <a:miter lim="800000"/>
              <a:headEnd/>
              <a:tailEnd/>
            </a:ln>
          </p:spPr>
          <p:txBody>
            <a:bodyPr>
              <a:spAutoFit/>
            </a:bodyPr>
            <a:lstStyle/>
            <a:p>
              <a:r>
                <a:rPr lang="en-US" dirty="0">
                  <a:solidFill>
                    <a:schemeClr val="tx2"/>
                  </a:solidFill>
                </a:rPr>
                <a:t>The used instance </a:t>
              </a:r>
              <a:endParaRPr lang="ar-EG" dirty="0">
                <a:solidFill>
                  <a:schemeClr val="tx2"/>
                </a:solidFill>
              </a:endParaRPr>
            </a:p>
          </p:txBody>
        </p:sp>
        <p:sp>
          <p:nvSpPr>
            <p:cNvPr id="19464" name="TextBox 18"/>
            <p:cNvSpPr txBox="1">
              <a:spLocks noChangeArrowheads="1"/>
            </p:cNvSpPr>
            <p:nvPr/>
          </p:nvSpPr>
          <p:spPr bwMode="auto">
            <a:xfrm>
              <a:off x="5105400" y="5715000"/>
              <a:ext cx="1981200" cy="461665"/>
            </a:xfrm>
            <a:prstGeom prst="rect">
              <a:avLst/>
            </a:prstGeom>
            <a:noFill/>
            <a:ln w="9525">
              <a:noFill/>
              <a:miter lim="800000"/>
              <a:headEnd/>
              <a:tailEnd/>
            </a:ln>
          </p:spPr>
          <p:txBody>
            <a:bodyPr>
              <a:spAutoFit/>
            </a:bodyPr>
            <a:lstStyle/>
            <a:p>
              <a:r>
                <a:rPr lang="en-US" dirty="0">
                  <a:solidFill>
                    <a:srgbClr val="C00000"/>
                  </a:solidFill>
                </a:rPr>
                <a:t>Euclid(15, 9)</a:t>
              </a:r>
              <a:endParaRPr lang="ar-EG" dirty="0">
                <a:solidFill>
                  <a:srgbClr val="C00000"/>
                </a:solidFill>
              </a:endParaRPr>
            </a:p>
          </p:txBody>
        </p:sp>
      </p:grpSp>
      <p:sp>
        <p:nvSpPr>
          <p:cNvPr id="10" name="Rectangle 2"/>
          <p:cNvSpPr>
            <a:spLocks noGrp="1" noChangeArrowheads="1"/>
          </p:cNvSpPr>
          <p:nvPr>
            <p:ph type="title"/>
          </p:nvPr>
        </p:nvSpPr>
        <p:spPr>
          <a:xfrm>
            <a:off x="228600" y="266700"/>
            <a:ext cx="8726488" cy="633845"/>
          </a:xfrm>
        </p:spPr>
        <p:txBody>
          <a:bodyPr/>
          <a:lstStyle/>
          <a:p>
            <a:pPr eaLnBrk="1" hangingPunct="1"/>
            <a:r>
              <a:rPr lang="en-US" sz="3200" b="1" dirty="0" smtClean="0"/>
              <a:t>1.4) Tracing of Algorithm’s Performance</a:t>
            </a:r>
            <a:endParaRPr lang="en-CA" sz="3200" b="1" dirty="0" smtClean="0"/>
          </a:p>
        </p:txBody>
      </p:sp>
    </p:spTree>
    <p:extLst>
      <p:ext uri="{BB962C8B-B14F-4D97-AF65-F5344CB8AC3E}">
        <p14:creationId xmlns:p14="http://schemas.microsoft.com/office/powerpoint/2010/main" val="1188971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animEffect transition="in" filter="fade">
                                      <p:cBhvr>
                                        <p:cTn id="7" dur="2000"/>
                                        <p:tgtEl>
                                          <p:spTgt spid="16388">
                                            <p:txEl>
                                              <p:pRg st="0" end="0"/>
                                            </p:txEl>
                                          </p:spTgt>
                                        </p:tgtEl>
                                      </p:cBhvr>
                                    </p:animEffect>
                                    <p:anim calcmode="lin" valueType="num">
                                      <p:cBhvr>
                                        <p:cTn id="8" dur="2000" fill="hold"/>
                                        <p:tgtEl>
                                          <p:spTgt spid="16388">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16388">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0"/>
                                  </p:stCondLst>
                                  <p:childTnLst>
                                    <p:set>
                                      <p:cBhvr>
                                        <p:cTn id="12" dur="1" fill="hold">
                                          <p:stCondLst>
                                            <p:cond delay="0"/>
                                          </p:stCondLst>
                                        </p:cTn>
                                        <p:tgtEl>
                                          <p:spTgt spid="16388">
                                            <p:txEl>
                                              <p:pRg st="1" end="1"/>
                                            </p:txEl>
                                          </p:spTgt>
                                        </p:tgtEl>
                                        <p:attrNameLst>
                                          <p:attrName>style.visibility</p:attrName>
                                        </p:attrNameLst>
                                      </p:cBhvr>
                                      <p:to>
                                        <p:strVal val="visible"/>
                                      </p:to>
                                    </p:set>
                                    <p:animEffect transition="in" filter="fade">
                                      <p:cBhvr>
                                        <p:cTn id="13" dur="2000"/>
                                        <p:tgtEl>
                                          <p:spTgt spid="16388">
                                            <p:txEl>
                                              <p:pRg st="1" end="1"/>
                                            </p:txEl>
                                          </p:spTgt>
                                        </p:tgtEl>
                                      </p:cBhvr>
                                    </p:animEffect>
                                    <p:anim calcmode="lin" valueType="num">
                                      <p:cBhvr>
                                        <p:cTn id="14" dur="2000" fill="hold"/>
                                        <p:tgtEl>
                                          <p:spTgt spid="16388">
                                            <p:txEl>
                                              <p:pRg st="1" end="1"/>
                                            </p:txEl>
                                          </p:spTgt>
                                        </p:tgtEl>
                                        <p:attrNameLst>
                                          <p:attrName>ppt_x</p:attrName>
                                        </p:attrNameLst>
                                      </p:cBhvr>
                                      <p:tavLst>
                                        <p:tav tm="0">
                                          <p:val>
                                            <p:strVal val="#ppt_x"/>
                                          </p:val>
                                        </p:tav>
                                        <p:tav tm="100000">
                                          <p:val>
                                            <p:strVal val="#ppt_x"/>
                                          </p:val>
                                        </p:tav>
                                      </p:tavLst>
                                    </p:anim>
                                    <p:anim calcmode="lin" valueType="num">
                                      <p:cBhvr>
                                        <p:cTn id="15" dur="2000" fill="hold"/>
                                        <p:tgtEl>
                                          <p:spTgt spid="16388">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4000"/>
                            </p:stCondLst>
                            <p:childTnLst>
                              <p:par>
                                <p:cTn id="17" presetID="42" presetClass="entr" presetSubtype="0" fill="hold" nodeType="afterEffect">
                                  <p:stCondLst>
                                    <p:cond delay="0"/>
                                  </p:stCondLst>
                                  <p:childTnLst>
                                    <p:set>
                                      <p:cBhvr>
                                        <p:cTn id="18" dur="1" fill="hold">
                                          <p:stCondLst>
                                            <p:cond delay="0"/>
                                          </p:stCondLst>
                                        </p:cTn>
                                        <p:tgtEl>
                                          <p:spTgt spid="16388">
                                            <p:txEl>
                                              <p:pRg st="3" end="3"/>
                                            </p:txEl>
                                          </p:spTgt>
                                        </p:tgtEl>
                                        <p:attrNameLst>
                                          <p:attrName>style.visibility</p:attrName>
                                        </p:attrNameLst>
                                      </p:cBhvr>
                                      <p:to>
                                        <p:strVal val="visible"/>
                                      </p:to>
                                    </p:set>
                                    <p:animEffect transition="in" filter="fade">
                                      <p:cBhvr>
                                        <p:cTn id="19" dur="2000"/>
                                        <p:tgtEl>
                                          <p:spTgt spid="16388">
                                            <p:txEl>
                                              <p:pRg st="3" end="3"/>
                                            </p:txEl>
                                          </p:spTgt>
                                        </p:tgtEl>
                                      </p:cBhvr>
                                    </p:animEffect>
                                    <p:anim calcmode="lin" valueType="num">
                                      <p:cBhvr>
                                        <p:cTn id="20" dur="2000" fill="hold"/>
                                        <p:tgtEl>
                                          <p:spTgt spid="16388">
                                            <p:txEl>
                                              <p:pRg st="3" end="3"/>
                                            </p:txEl>
                                          </p:spTgt>
                                        </p:tgtEl>
                                        <p:attrNameLst>
                                          <p:attrName>ppt_x</p:attrName>
                                        </p:attrNameLst>
                                      </p:cBhvr>
                                      <p:tavLst>
                                        <p:tav tm="0">
                                          <p:val>
                                            <p:strVal val="#ppt_x"/>
                                          </p:val>
                                        </p:tav>
                                        <p:tav tm="100000">
                                          <p:val>
                                            <p:strVal val="#ppt_x"/>
                                          </p:val>
                                        </p:tav>
                                      </p:tavLst>
                                    </p:anim>
                                    <p:anim calcmode="lin" valueType="num">
                                      <p:cBhvr>
                                        <p:cTn id="21" dur="2000" fill="hold"/>
                                        <p:tgtEl>
                                          <p:spTgt spid="16388">
                                            <p:txEl>
                                              <p:pRg st="3" end="3"/>
                                            </p:txEl>
                                          </p:spTgt>
                                        </p:tgtEl>
                                        <p:attrNameLst>
                                          <p:attrName>ppt_y</p:attrName>
                                        </p:attrNameLst>
                                      </p:cBhvr>
                                      <p:tavLst>
                                        <p:tav tm="0">
                                          <p:val>
                                            <p:strVal val="#ppt_y+.1"/>
                                          </p:val>
                                        </p:tav>
                                        <p:tav tm="100000">
                                          <p:val>
                                            <p:strVal val="#ppt_y"/>
                                          </p:val>
                                        </p:tav>
                                      </p:tavLst>
                                    </p:anim>
                                  </p:childTnLst>
                                </p:cTn>
                              </p:par>
                            </p:childTnLst>
                          </p:cTn>
                        </p:par>
                        <p:par>
                          <p:cTn id="22" fill="hold">
                            <p:stCondLst>
                              <p:cond delay="6000"/>
                            </p:stCondLst>
                            <p:childTnLst>
                              <p:par>
                                <p:cTn id="23" presetID="42" presetClass="entr" presetSubtype="0" fill="hold" nodeType="afterEffect">
                                  <p:stCondLst>
                                    <p:cond delay="0"/>
                                  </p:stCondLst>
                                  <p:childTnLst>
                                    <p:set>
                                      <p:cBhvr>
                                        <p:cTn id="24" dur="1" fill="hold">
                                          <p:stCondLst>
                                            <p:cond delay="0"/>
                                          </p:stCondLst>
                                        </p:cTn>
                                        <p:tgtEl>
                                          <p:spTgt spid="16388">
                                            <p:txEl>
                                              <p:pRg st="4" end="4"/>
                                            </p:txEl>
                                          </p:spTgt>
                                        </p:tgtEl>
                                        <p:attrNameLst>
                                          <p:attrName>style.visibility</p:attrName>
                                        </p:attrNameLst>
                                      </p:cBhvr>
                                      <p:to>
                                        <p:strVal val="visible"/>
                                      </p:to>
                                    </p:set>
                                    <p:animEffect transition="in" filter="fade">
                                      <p:cBhvr>
                                        <p:cTn id="25" dur="2000"/>
                                        <p:tgtEl>
                                          <p:spTgt spid="16388">
                                            <p:txEl>
                                              <p:pRg st="4" end="4"/>
                                            </p:txEl>
                                          </p:spTgt>
                                        </p:tgtEl>
                                      </p:cBhvr>
                                    </p:animEffect>
                                    <p:anim calcmode="lin" valueType="num">
                                      <p:cBhvr>
                                        <p:cTn id="26" dur="2000" fill="hold"/>
                                        <p:tgtEl>
                                          <p:spTgt spid="16388">
                                            <p:txEl>
                                              <p:pRg st="4" end="4"/>
                                            </p:txEl>
                                          </p:spTgt>
                                        </p:tgtEl>
                                        <p:attrNameLst>
                                          <p:attrName>ppt_x</p:attrName>
                                        </p:attrNameLst>
                                      </p:cBhvr>
                                      <p:tavLst>
                                        <p:tav tm="0">
                                          <p:val>
                                            <p:strVal val="#ppt_x"/>
                                          </p:val>
                                        </p:tav>
                                        <p:tav tm="100000">
                                          <p:val>
                                            <p:strVal val="#ppt_x"/>
                                          </p:val>
                                        </p:tav>
                                      </p:tavLst>
                                    </p:anim>
                                    <p:anim calcmode="lin" valueType="num">
                                      <p:cBhvr>
                                        <p:cTn id="27" dur="2000" fill="hold"/>
                                        <p:tgtEl>
                                          <p:spTgt spid="16388">
                                            <p:txEl>
                                              <p:pRg st="4" end="4"/>
                                            </p:txEl>
                                          </p:spTgt>
                                        </p:tgtEl>
                                        <p:attrNameLst>
                                          <p:attrName>ppt_y</p:attrName>
                                        </p:attrNameLst>
                                      </p:cBhvr>
                                      <p:tavLst>
                                        <p:tav tm="0">
                                          <p:val>
                                            <p:strVal val="#ppt_y+.1"/>
                                          </p:val>
                                        </p:tav>
                                        <p:tav tm="100000">
                                          <p:val>
                                            <p:strVal val="#ppt_y"/>
                                          </p:val>
                                        </p:tav>
                                      </p:tavLst>
                                    </p:anim>
                                  </p:childTnLst>
                                </p:cTn>
                              </p:par>
                            </p:childTnLst>
                          </p:cTn>
                        </p:par>
                        <p:par>
                          <p:cTn id="28" fill="hold">
                            <p:stCondLst>
                              <p:cond delay="8000"/>
                            </p:stCondLst>
                            <p:childTnLst>
                              <p:par>
                                <p:cTn id="29" presetID="42" presetClass="entr" presetSubtype="0"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2000"/>
                                        <p:tgtEl>
                                          <p:spTgt spid="2"/>
                                        </p:tgtEl>
                                      </p:cBhvr>
                                    </p:animEffect>
                                    <p:anim calcmode="lin" valueType="num">
                                      <p:cBhvr>
                                        <p:cTn id="32" dur="2000" fill="hold"/>
                                        <p:tgtEl>
                                          <p:spTgt spid="2"/>
                                        </p:tgtEl>
                                        <p:attrNameLst>
                                          <p:attrName>ppt_x</p:attrName>
                                        </p:attrNameLst>
                                      </p:cBhvr>
                                      <p:tavLst>
                                        <p:tav tm="0">
                                          <p:val>
                                            <p:strVal val="#ppt_x"/>
                                          </p:val>
                                        </p:tav>
                                        <p:tav tm="100000">
                                          <p:val>
                                            <p:strVal val="#ppt_x"/>
                                          </p:val>
                                        </p:tav>
                                      </p:tavLst>
                                    </p:anim>
                                    <p:anim calcmode="lin" valueType="num">
                                      <p:cBhvr>
                                        <p:cTn id="33" dur="2000" fill="hold"/>
                                        <p:tgtEl>
                                          <p:spTgt spid="2"/>
                                        </p:tgtEl>
                                        <p:attrNameLst>
                                          <p:attrName>ppt_y</p:attrName>
                                        </p:attrNameLst>
                                      </p:cBhvr>
                                      <p:tavLst>
                                        <p:tav tm="0">
                                          <p:val>
                                            <p:strVal val="#ppt_y+.1"/>
                                          </p:val>
                                        </p:tav>
                                        <p:tav tm="100000">
                                          <p:val>
                                            <p:strVal val="#ppt_y"/>
                                          </p:val>
                                        </p:tav>
                                      </p:tavLst>
                                    </p:anim>
                                  </p:childTnLst>
                                </p:cTn>
                              </p:par>
                            </p:childTnLst>
                          </p:cTn>
                        </p:par>
                        <p:par>
                          <p:cTn id="34" fill="hold">
                            <p:stCondLst>
                              <p:cond delay="10000"/>
                            </p:stCondLst>
                            <p:childTnLst>
                              <p:par>
                                <p:cTn id="35" presetID="42" presetClass="entr" presetSubtype="0" fill="hold" nodeType="afterEffect">
                                  <p:stCondLst>
                                    <p:cond delay="0"/>
                                  </p:stCondLst>
                                  <p:childTnLst>
                                    <p:set>
                                      <p:cBhvr>
                                        <p:cTn id="36" dur="1" fill="hold">
                                          <p:stCondLst>
                                            <p:cond delay="0"/>
                                          </p:stCondLst>
                                        </p:cTn>
                                        <p:tgtEl>
                                          <p:spTgt spid="16388">
                                            <p:txEl>
                                              <p:pRg st="7" end="7"/>
                                            </p:txEl>
                                          </p:spTgt>
                                        </p:tgtEl>
                                        <p:attrNameLst>
                                          <p:attrName>style.visibility</p:attrName>
                                        </p:attrNameLst>
                                      </p:cBhvr>
                                      <p:to>
                                        <p:strVal val="visible"/>
                                      </p:to>
                                    </p:set>
                                    <p:animEffect transition="in" filter="fade">
                                      <p:cBhvr>
                                        <p:cTn id="37" dur="2000"/>
                                        <p:tgtEl>
                                          <p:spTgt spid="16388">
                                            <p:txEl>
                                              <p:pRg st="7" end="7"/>
                                            </p:txEl>
                                          </p:spTgt>
                                        </p:tgtEl>
                                      </p:cBhvr>
                                    </p:animEffect>
                                    <p:anim calcmode="lin" valueType="num">
                                      <p:cBhvr>
                                        <p:cTn id="38" dur="2000" fill="hold"/>
                                        <p:tgtEl>
                                          <p:spTgt spid="16388">
                                            <p:txEl>
                                              <p:pRg st="7" end="7"/>
                                            </p:txEl>
                                          </p:spTgt>
                                        </p:tgtEl>
                                        <p:attrNameLst>
                                          <p:attrName>ppt_x</p:attrName>
                                        </p:attrNameLst>
                                      </p:cBhvr>
                                      <p:tavLst>
                                        <p:tav tm="0">
                                          <p:val>
                                            <p:strVal val="#ppt_x"/>
                                          </p:val>
                                        </p:tav>
                                        <p:tav tm="100000">
                                          <p:val>
                                            <p:strVal val="#ppt_x"/>
                                          </p:val>
                                        </p:tav>
                                      </p:tavLst>
                                    </p:anim>
                                    <p:anim calcmode="lin" valueType="num">
                                      <p:cBhvr>
                                        <p:cTn id="39" dur="2000" fill="hold"/>
                                        <p:tgtEl>
                                          <p:spTgt spid="1638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38"/>
          <p:cNvSpPr txBox="1">
            <a:spLocks noChangeArrowheads="1"/>
          </p:cNvSpPr>
          <p:nvPr/>
        </p:nvSpPr>
        <p:spPr bwMode="auto">
          <a:xfrm>
            <a:off x="5791200" y="2895600"/>
            <a:ext cx="457200" cy="369888"/>
          </a:xfrm>
          <a:prstGeom prst="rect">
            <a:avLst/>
          </a:prstGeom>
          <a:noFill/>
          <a:ln w="9525">
            <a:noFill/>
            <a:miter lim="800000"/>
            <a:headEnd/>
            <a:tailEnd/>
          </a:ln>
        </p:spPr>
        <p:txBody>
          <a:bodyPr>
            <a:spAutoFit/>
          </a:bodyPr>
          <a:lstStyle/>
          <a:p>
            <a:r>
              <a:rPr lang="en-US" sz="1800"/>
              <a:t>15</a:t>
            </a:r>
            <a:endParaRPr lang="ar-EG" sz="1800"/>
          </a:p>
        </p:txBody>
      </p:sp>
      <p:sp>
        <p:nvSpPr>
          <p:cNvPr id="20483" name="TextBox 39"/>
          <p:cNvSpPr txBox="1">
            <a:spLocks noChangeArrowheads="1"/>
          </p:cNvSpPr>
          <p:nvPr/>
        </p:nvSpPr>
        <p:spPr bwMode="auto">
          <a:xfrm>
            <a:off x="5791200" y="4191000"/>
            <a:ext cx="457200" cy="369888"/>
          </a:xfrm>
          <a:prstGeom prst="rect">
            <a:avLst/>
          </a:prstGeom>
          <a:noFill/>
          <a:ln w="9525">
            <a:noFill/>
            <a:miter lim="800000"/>
            <a:headEnd/>
            <a:tailEnd/>
          </a:ln>
        </p:spPr>
        <p:txBody>
          <a:bodyPr>
            <a:spAutoFit/>
          </a:bodyPr>
          <a:lstStyle/>
          <a:p>
            <a:r>
              <a:rPr lang="en-US" sz="1800"/>
              <a:t>9</a:t>
            </a:r>
            <a:endParaRPr lang="ar-EG" sz="1800"/>
          </a:p>
        </p:txBody>
      </p:sp>
      <p:grpSp>
        <p:nvGrpSpPr>
          <p:cNvPr id="20484" name="Group 32"/>
          <p:cNvGrpSpPr>
            <a:grpSpLocks/>
          </p:cNvGrpSpPr>
          <p:nvPr/>
        </p:nvGrpSpPr>
        <p:grpSpPr bwMode="auto">
          <a:xfrm>
            <a:off x="585788" y="1905000"/>
            <a:ext cx="7872412" cy="4876800"/>
            <a:chOff x="585788" y="1905000"/>
            <a:chExt cx="7872412" cy="4876800"/>
          </a:xfrm>
        </p:grpSpPr>
        <p:grpSp>
          <p:nvGrpSpPr>
            <p:cNvPr id="20486" name="Group 31"/>
            <p:cNvGrpSpPr>
              <a:grpSpLocks/>
            </p:cNvGrpSpPr>
            <p:nvPr/>
          </p:nvGrpSpPr>
          <p:grpSpPr bwMode="auto">
            <a:xfrm>
              <a:off x="1371600" y="1905000"/>
              <a:ext cx="3733800" cy="2667000"/>
              <a:chOff x="1371600" y="1905000"/>
              <a:chExt cx="3733800" cy="2667000"/>
            </a:xfrm>
          </p:grpSpPr>
          <p:sp>
            <p:nvSpPr>
              <p:cNvPr id="5"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sp>
            <p:nvSpPr>
              <p:cNvPr id="20510" name="AutoShape 13"/>
              <p:cNvSpPr>
                <a:spLocks noChangeArrowheads="1"/>
              </p:cNvSpPr>
              <p:nvPr/>
            </p:nvSpPr>
            <p:spPr bwMode="auto">
              <a:xfrm>
                <a:off x="1371600" y="20574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grpSp>
          <p:nvGrpSpPr>
            <p:cNvPr id="20487" name="Group 42"/>
            <p:cNvGrpSpPr>
              <a:grpSpLocks/>
            </p:cNvGrpSpPr>
            <p:nvPr/>
          </p:nvGrpSpPr>
          <p:grpSpPr bwMode="auto">
            <a:xfrm>
              <a:off x="5715000" y="2068513"/>
              <a:ext cx="2743200" cy="4027487"/>
              <a:chOff x="5715000" y="2069068"/>
              <a:chExt cx="2743200" cy="4026932"/>
            </a:xfrm>
          </p:grpSpPr>
          <p:grpSp>
            <p:nvGrpSpPr>
              <p:cNvPr id="20489" name="Group 34"/>
              <p:cNvGrpSpPr>
                <a:grpSpLocks/>
              </p:cNvGrpSpPr>
              <p:nvPr/>
            </p:nvGrpSpPr>
            <p:grpSpPr bwMode="auto">
              <a:xfrm>
                <a:off x="5715000" y="2362200"/>
                <a:ext cx="2743200" cy="3733800"/>
                <a:chOff x="5715000" y="2438400"/>
                <a:chExt cx="2743200" cy="3733800"/>
              </a:xfrm>
            </p:grpSpPr>
            <p:cxnSp>
              <p:nvCxnSpPr>
                <p:cNvPr id="20491"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20492"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20493"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20494"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20495"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20496"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20497" name="Group 27"/>
                <p:cNvGrpSpPr>
                  <a:grpSpLocks/>
                </p:cNvGrpSpPr>
                <p:nvPr/>
              </p:nvGrpSpPr>
              <p:grpSpPr bwMode="auto">
                <a:xfrm>
                  <a:off x="7620000" y="2438400"/>
                  <a:ext cx="838200" cy="704910"/>
                  <a:chOff x="7620000" y="2438400"/>
                  <a:chExt cx="838200" cy="704910"/>
                </a:xfrm>
              </p:grpSpPr>
              <p:cxnSp>
                <p:nvCxnSpPr>
                  <p:cNvPr id="20507"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20508"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20498" name="Group 33"/>
                <p:cNvGrpSpPr>
                  <a:grpSpLocks/>
                </p:cNvGrpSpPr>
                <p:nvPr/>
              </p:nvGrpSpPr>
              <p:grpSpPr bwMode="auto">
                <a:xfrm>
                  <a:off x="7620000" y="3733800"/>
                  <a:ext cx="838200" cy="704910"/>
                  <a:chOff x="7620000" y="3733800"/>
                  <a:chExt cx="838200" cy="704910"/>
                </a:xfrm>
              </p:grpSpPr>
              <p:cxnSp>
                <p:nvCxnSpPr>
                  <p:cNvPr id="20505"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20506"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20499"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20500"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20501"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20502" name="Group 32"/>
                <p:cNvGrpSpPr>
                  <a:grpSpLocks/>
                </p:cNvGrpSpPr>
                <p:nvPr/>
              </p:nvGrpSpPr>
              <p:grpSpPr bwMode="auto">
                <a:xfrm>
                  <a:off x="7620000" y="5029200"/>
                  <a:ext cx="838200" cy="704910"/>
                  <a:chOff x="7620000" y="5029200"/>
                  <a:chExt cx="838200" cy="704910"/>
                </a:xfrm>
              </p:grpSpPr>
              <p:cxnSp>
                <p:nvCxnSpPr>
                  <p:cNvPr id="20503"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20504"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20490" name="TextBox 41"/>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20488" name="Picture 29"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grpSp>
      <p:sp>
        <p:nvSpPr>
          <p:cNvPr id="34"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13051823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extBox 38"/>
          <p:cNvSpPr txBox="1">
            <a:spLocks noChangeArrowheads="1"/>
          </p:cNvSpPr>
          <p:nvPr/>
        </p:nvSpPr>
        <p:spPr bwMode="auto">
          <a:xfrm>
            <a:off x="5791200" y="2895600"/>
            <a:ext cx="457200" cy="369888"/>
          </a:xfrm>
          <a:prstGeom prst="rect">
            <a:avLst/>
          </a:prstGeom>
          <a:noFill/>
          <a:ln w="9525">
            <a:noFill/>
            <a:miter lim="800000"/>
            <a:headEnd/>
            <a:tailEnd/>
          </a:ln>
        </p:spPr>
        <p:txBody>
          <a:bodyPr>
            <a:spAutoFit/>
          </a:bodyPr>
          <a:lstStyle/>
          <a:p>
            <a:r>
              <a:rPr lang="en-US" sz="1800"/>
              <a:t>15</a:t>
            </a:r>
            <a:endParaRPr lang="ar-EG" sz="1800"/>
          </a:p>
        </p:txBody>
      </p:sp>
      <p:sp>
        <p:nvSpPr>
          <p:cNvPr id="21508" name="TextBox 39"/>
          <p:cNvSpPr txBox="1">
            <a:spLocks noChangeArrowheads="1"/>
          </p:cNvSpPr>
          <p:nvPr/>
        </p:nvSpPr>
        <p:spPr bwMode="auto">
          <a:xfrm>
            <a:off x="5791200" y="4191000"/>
            <a:ext cx="457200" cy="369888"/>
          </a:xfrm>
          <a:prstGeom prst="rect">
            <a:avLst/>
          </a:prstGeom>
          <a:noFill/>
          <a:ln w="9525">
            <a:noFill/>
            <a:miter lim="800000"/>
            <a:headEnd/>
            <a:tailEnd/>
          </a:ln>
        </p:spPr>
        <p:txBody>
          <a:bodyPr>
            <a:spAutoFit/>
          </a:bodyPr>
          <a:lstStyle/>
          <a:p>
            <a:r>
              <a:rPr lang="en-US" sz="1800"/>
              <a:t>9</a:t>
            </a:r>
            <a:endParaRPr lang="ar-EG" sz="1800"/>
          </a:p>
        </p:txBody>
      </p:sp>
      <p:grpSp>
        <p:nvGrpSpPr>
          <p:cNvPr id="21509" name="Group 31"/>
          <p:cNvGrpSpPr>
            <a:grpSpLocks/>
          </p:cNvGrpSpPr>
          <p:nvPr/>
        </p:nvGrpSpPr>
        <p:grpSpPr bwMode="auto">
          <a:xfrm>
            <a:off x="585788" y="1905000"/>
            <a:ext cx="7872412" cy="4876800"/>
            <a:chOff x="585788" y="1905000"/>
            <a:chExt cx="7872412" cy="4876800"/>
          </a:xfrm>
        </p:grpSpPr>
        <p:sp>
          <p:nvSpPr>
            <p:cNvPr id="21510" name="AutoShape 13"/>
            <p:cNvSpPr>
              <a:spLocks noChangeArrowheads="1"/>
            </p:cNvSpPr>
            <p:nvPr/>
          </p:nvSpPr>
          <p:spPr bwMode="auto">
            <a:xfrm>
              <a:off x="1371600" y="22860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21511" name="Group 33"/>
            <p:cNvGrpSpPr>
              <a:grpSpLocks/>
            </p:cNvGrpSpPr>
            <p:nvPr/>
          </p:nvGrpSpPr>
          <p:grpSpPr bwMode="auto">
            <a:xfrm>
              <a:off x="5715000" y="2068513"/>
              <a:ext cx="2743200" cy="4027487"/>
              <a:chOff x="5715000" y="2069068"/>
              <a:chExt cx="2743200" cy="4026932"/>
            </a:xfrm>
          </p:grpSpPr>
          <p:grpSp>
            <p:nvGrpSpPr>
              <p:cNvPr id="21514" name="Group 34"/>
              <p:cNvGrpSpPr>
                <a:grpSpLocks/>
              </p:cNvGrpSpPr>
              <p:nvPr/>
            </p:nvGrpSpPr>
            <p:grpSpPr bwMode="auto">
              <a:xfrm>
                <a:off x="5715000" y="2362200"/>
                <a:ext cx="2743200" cy="3733800"/>
                <a:chOff x="5715000" y="2438400"/>
                <a:chExt cx="2743200" cy="3733800"/>
              </a:xfrm>
            </p:grpSpPr>
            <p:cxnSp>
              <p:nvCxnSpPr>
                <p:cNvPr id="21516"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21517"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21518"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21519"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21520"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21521"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21522" name="Group 27"/>
                <p:cNvGrpSpPr>
                  <a:grpSpLocks/>
                </p:cNvGrpSpPr>
                <p:nvPr/>
              </p:nvGrpSpPr>
              <p:grpSpPr bwMode="auto">
                <a:xfrm>
                  <a:off x="7620000" y="2438400"/>
                  <a:ext cx="838200" cy="704910"/>
                  <a:chOff x="7620000" y="2438400"/>
                  <a:chExt cx="838200" cy="704910"/>
                </a:xfrm>
              </p:grpSpPr>
              <p:cxnSp>
                <p:nvCxnSpPr>
                  <p:cNvPr id="21532"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21533"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21523" name="Group 33"/>
                <p:cNvGrpSpPr>
                  <a:grpSpLocks/>
                </p:cNvGrpSpPr>
                <p:nvPr/>
              </p:nvGrpSpPr>
              <p:grpSpPr bwMode="auto">
                <a:xfrm>
                  <a:off x="7620000" y="3733800"/>
                  <a:ext cx="838200" cy="704910"/>
                  <a:chOff x="7620000" y="3733800"/>
                  <a:chExt cx="838200" cy="704910"/>
                </a:xfrm>
              </p:grpSpPr>
              <p:cxnSp>
                <p:nvCxnSpPr>
                  <p:cNvPr id="21530"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21531"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21524"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21525"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21526"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21527" name="Group 32"/>
                <p:cNvGrpSpPr>
                  <a:grpSpLocks/>
                </p:cNvGrpSpPr>
                <p:nvPr/>
              </p:nvGrpSpPr>
              <p:grpSpPr bwMode="auto">
                <a:xfrm>
                  <a:off x="7620000" y="5029200"/>
                  <a:ext cx="838200" cy="704910"/>
                  <a:chOff x="7620000" y="5029200"/>
                  <a:chExt cx="838200" cy="704910"/>
                </a:xfrm>
              </p:grpSpPr>
              <p:cxnSp>
                <p:nvCxnSpPr>
                  <p:cNvPr id="21528"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21529"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21515" name="TextBox 32"/>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21512" name="Picture 29"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31"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34"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33268863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Box 38"/>
          <p:cNvSpPr txBox="1">
            <a:spLocks noChangeArrowheads="1"/>
          </p:cNvSpPr>
          <p:nvPr/>
        </p:nvSpPr>
        <p:spPr bwMode="auto">
          <a:xfrm>
            <a:off x="5791200" y="2895600"/>
            <a:ext cx="457200" cy="369888"/>
          </a:xfrm>
          <a:prstGeom prst="rect">
            <a:avLst/>
          </a:prstGeom>
          <a:noFill/>
          <a:ln w="9525">
            <a:noFill/>
            <a:miter lim="800000"/>
            <a:headEnd/>
            <a:tailEnd/>
          </a:ln>
        </p:spPr>
        <p:txBody>
          <a:bodyPr>
            <a:spAutoFit/>
          </a:bodyPr>
          <a:lstStyle/>
          <a:p>
            <a:r>
              <a:rPr lang="en-US" sz="1800"/>
              <a:t>15</a:t>
            </a:r>
            <a:endParaRPr lang="ar-EG" sz="1800"/>
          </a:p>
        </p:txBody>
      </p:sp>
      <p:sp>
        <p:nvSpPr>
          <p:cNvPr id="22532" name="TextBox 39"/>
          <p:cNvSpPr txBox="1">
            <a:spLocks noChangeArrowheads="1"/>
          </p:cNvSpPr>
          <p:nvPr/>
        </p:nvSpPr>
        <p:spPr bwMode="auto">
          <a:xfrm>
            <a:off x="5791200" y="4191000"/>
            <a:ext cx="457200" cy="369888"/>
          </a:xfrm>
          <a:prstGeom prst="rect">
            <a:avLst/>
          </a:prstGeom>
          <a:noFill/>
          <a:ln w="9525">
            <a:noFill/>
            <a:miter lim="800000"/>
            <a:headEnd/>
            <a:tailEnd/>
          </a:ln>
        </p:spPr>
        <p:txBody>
          <a:bodyPr>
            <a:spAutoFit/>
          </a:bodyPr>
          <a:lstStyle/>
          <a:p>
            <a:r>
              <a:rPr lang="en-US" sz="1800"/>
              <a:t>9</a:t>
            </a:r>
            <a:endParaRPr lang="ar-EG" sz="1800"/>
          </a:p>
        </p:txBody>
      </p:sp>
      <p:grpSp>
        <p:nvGrpSpPr>
          <p:cNvPr id="22533" name="Group 28"/>
          <p:cNvGrpSpPr>
            <a:grpSpLocks/>
          </p:cNvGrpSpPr>
          <p:nvPr/>
        </p:nvGrpSpPr>
        <p:grpSpPr bwMode="auto">
          <a:xfrm>
            <a:off x="585788" y="1905000"/>
            <a:ext cx="7872412" cy="4876800"/>
            <a:chOff x="585788" y="1905000"/>
            <a:chExt cx="7872412" cy="4876800"/>
          </a:xfrm>
        </p:grpSpPr>
        <p:sp>
          <p:nvSpPr>
            <p:cNvPr id="22534" name="AutoShape 13"/>
            <p:cNvSpPr>
              <a:spLocks noChangeArrowheads="1"/>
            </p:cNvSpPr>
            <p:nvPr/>
          </p:nvSpPr>
          <p:spPr bwMode="auto">
            <a:xfrm>
              <a:off x="1371600" y="25146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22535" name="Group 33"/>
            <p:cNvGrpSpPr>
              <a:grpSpLocks/>
            </p:cNvGrpSpPr>
            <p:nvPr/>
          </p:nvGrpSpPr>
          <p:grpSpPr bwMode="auto">
            <a:xfrm>
              <a:off x="5715000" y="2068513"/>
              <a:ext cx="2743200" cy="4027487"/>
              <a:chOff x="5715000" y="2069068"/>
              <a:chExt cx="2743200" cy="4026932"/>
            </a:xfrm>
          </p:grpSpPr>
          <p:grpSp>
            <p:nvGrpSpPr>
              <p:cNvPr id="22538" name="Group 34"/>
              <p:cNvGrpSpPr>
                <a:grpSpLocks/>
              </p:cNvGrpSpPr>
              <p:nvPr/>
            </p:nvGrpSpPr>
            <p:grpSpPr bwMode="auto">
              <a:xfrm>
                <a:off x="5715000" y="2362200"/>
                <a:ext cx="2743200" cy="3733800"/>
                <a:chOff x="5715000" y="2438400"/>
                <a:chExt cx="2743200" cy="3733800"/>
              </a:xfrm>
            </p:grpSpPr>
            <p:cxnSp>
              <p:nvCxnSpPr>
                <p:cNvPr id="22540"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22541"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22542"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22543"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22544"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22545"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22546" name="Group 27"/>
                <p:cNvGrpSpPr>
                  <a:grpSpLocks/>
                </p:cNvGrpSpPr>
                <p:nvPr/>
              </p:nvGrpSpPr>
              <p:grpSpPr bwMode="auto">
                <a:xfrm>
                  <a:off x="7620000" y="2438400"/>
                  <a:ext cx="838200" cy="704910"/>
                  <a:chOff x="7620000" y="2438400"/>
                  <a:chExt cx="838200" cy="704910"/>
                </a:xfrm>
              </p:grpSpPr>
              <p:cxnSp>
                <p:nvCxnSpPr>
                  <p:cNvPr id="22556"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22557"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22547" name="Group 33"/>
                <p:cNvGrpSpPr>
                  <a:grpSpLocks/>
                </p:cNvGrpSpPr>
                <p:nvPr/>
              </p:nvGrpSpPr>
              <p:grpSpPr bwMode="auto">
                <a:xfrm>
                  <a:off x="7620000" y="3733800"/>
                  <a:ext cx="838200" cy="704910"/>
                  <a:chOff x="7620000" y="3733800"/>
                  <a:chExt cx="838200" cy="704910"/>
                </a:xfrm>
              </p:grpSpPr>
              <p:cxnSp>
                <p:nvCxnSpPr>
                  <p:cNvPr id="22554"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22555"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22548"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22549"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22550"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22551" name="Group 32"/>
                <p:cNvGrpSpPr>
                  <a:grpSpLocks/>
                </p:cNvGrpSpPr>
                <p:nvPr/>
              </p:nvGrpSpPr>
              <p:grpSpPr bwMode="auto">
                <a:xfrm>
                  <a:off x="7620000" y="5029200"/>
                  <a:ext cx="838200" cy="704910"/>
                  <a:chOff x="7620000" y="5029200"/>
                  <a:chExt cx="838200" cy="704910"/>
                </a:xfrm>
              </p:grpSpPr>
              <p:cxnSp>
                <p:nvCxnSpPr>
                  <p:cNvPr id="22552"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22553"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22539" name="TextBox 32"/>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22536" name="Picture 29"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31"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34"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23757639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extBox 38"/>
          <p:cNvSpPr txBox="1">
            <a:spLocks noChangeArrowheads="1"/>
          </p:cNvSpPr>
          <p:nvPr/>
        </p:nvSpPr>
        <p:spPr bwMode="auto">
          <a:xfrm>
            <a:off x="5791200" y="2895600"/>
            <a:ext cx="457200" cy="369888"/>
          </a:xfrm>
          <a:prstGeom prst="rect">
            <a:avLst/>
          </a:prstGeom>
          <a:noFill/>
          <a:ln w="9525">
            <a:noFill/>
            <a:miter lim="800000"/>
            <a:headEnd/>
            <a:tailEnd/>
          </a:ln>
        </p:spPr>
        <p:txBody>
          <a:bodyPr>
            <a:spAutoFit/>
          </a:bodyPr>
          <a:lstStyle/>
          <a:p>
            <a:r>
              <a:rPr lang="en-US" sz="1800"/>
              <a:t>15</a:t>
            </a:r>
            <a:endParaRPr lang="ar-EG" sz="1800"/>
          </a:p>
        </p:txBody>
      </p:sp>
      <p:sp>
        <p:nvSpPr>
          <p:cNvPr id="23556" name="TextBox 39"/>
          <p:cNvSpPr txBox="1">
            <a:spLocks noChangeArrowheads="1"/>
          </p:cNvSpPr>
          <p:nvPr/>
        </p:nvSpPr>
        <p:spPr bwMode="auto">
          <a:xfrm>
            <a:off x="5791200" y="4191000"/>
            <a:ext cx="457200" cy="369888"/>
          </a:xfrm>
          <a:prstGeom prst="rect">
            <a:avLst/>
          </a:prstGeom>
          <a:noFill/>
          <a:ln w="9525">
            <a:noFill/>
            <a:miter lim="800000"/>
            <a:headEnd/>
            <a:tailEnd/>
          </a:ln>
        </p:spPr>
        <p:txBody>
          <a:bodyPr>
            <a:spAutoFit/>
          </a:bodyPr>
          <a:lstStyle/>
          <a:p>
            <a:r>
              <a:rPr lang="en-US" sz="1800"/>
              <a:t>9</a:t>
            </a:r>
            <a:endParaRPr lang="ar-EG" sz="1800"/>
          </a:p>
        </p:txBody>
      </p:sp>
      <p:sp>
        <p:nvSpPr>
          <p:cNvPr id="23557" name="TextBox 32"/>
          <p:cNvSpPr txBox="1">
            <a:spLocks noChangeArrowheads="1"/>
          </p:cNvSpPr>
          <p:nvPr/>
        </p:nvSpPr>
        <p:spPr bwMode="auto">
          <a:xfrm>
            <a:off x="5791200" y="5497513"/>
            <a:ext cx="457200" cy="369887"/>
          </a:xfrm>
          <a:prstGeom prst="rect">
            <a:avLst/>
          </a:prstGeom>
          <a:noFill/>
          <a:ln w="9525">
            <a:noFill/>
            <a:miter lim="800000"/>
            <a:headEnd/>
            <a:tailEnd/>
          </a:ln>
        </p:spPr>
        <p:txBody>
          <a:bodyPr>
            <a:spAutoFit/>
          </a:bodyPr>
          <a:lstStyle/>
          <a:p>
            <a:r>
              <a:rPr lang="en-US" sz="1800"/>
              <a:t>6</a:t>
            </a:r>
            <a:endParaRPr lang="ar-EG" sz="1800"/>
          </a:p>
        </p:txBody>
      </p:sp>
      <p:grpSp>
        <p:nvGrpSpPr>
          <p:cNvPr id="23558" name="Group 32"/>
          <p:cNvGrpSpPr>
            <a:grpSpLocks/>
          </p:cNvGrpSpPr>
          <p:nvPr/>
        </p:nvGrpSpPr>
        <p:grpSpPr bwMode="auto">
          <a:xfrm>
            <a:off x="585788" y="1905000"/>
            <a:ext cx="7872412" cy="4876800"/>
            <a:chOff x="585788" y="1905000"/>
            <a:chExt cx="7872412" cy="4876800"/>
          </a:xfrm>
        </p:grpSpPr>
        <p:sp>
          <p:nvSpPr>
            <p:cNvPr id="23559" name="AutoShape 13"/>
            <p:cNvSpPr>
              <a:spLocks noChangeArrowheads="1"/>
            </p:cNvSpPr>
            <p:nvPr/>
          </p:nvSpPr>
          <p:spPr bwMode="auto">
            <a:xfrm>
              <a:off x="1371600" y="28194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23560" name="Group 34"/>
            <p:cNvGrpSpPr>
              <a:grpSpLocks/>
            </p:cNvGrpSpPr>
            <p:nvPr/>
          </p:nvGrpSpPr>
          <p:grpSpPr bwMode="auto">
            <a:xfrm>
              <a:off x="5715000" y="2068513"/>
              <a:ext cx="2743200" cy="4027487"/>
              <a:chOff x="5715000" y="2069068"/>
              <a:chExt cx="2743200" cy="4026932"/>
            </a:xfrm>
          </p:grpSpPr>
          <p:grpSp>
            <p:nvGrpSpPr>
              <p:cNvPr id="23563" name="Group 34"/>
              <p:cNvGrpSpPr>
                <a:grpSpLocks/>
              </p:cNvGrpSpPr>
              <p:nvPr/>
            </p:nvGrpSpPr>
            <p:grpSpPr bwMode="auto">
              <a:xfrm>
                <a:off x="5715000" y="2362200"/>
                <a:ext cx="2743200" cy="3733800"/>
                <a:chOff x="5715000" y="2438400"/>
                <a:chExt cx="2743200" cy="3733800"/>
              </a:xfrm>
            </p:grpSpPr>
            <p:cxnSp>
              <p:nvCxnSpPr>
                <p:cNvPr id="23565"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23566"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23567"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23568"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23569"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23570"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23571" name="Group 27"/>
                <p:cNvGrpSpPr>
                  <a:grpSpLocks/>
                </p:cNvGrpSpPr>
                <p:nvPr/>
              </p:nvGrpSpPr>
              <p:grpSpPr bwMode="auto">
                <a:xfrm>
                  <a:off x="7620000" y="2438400"/>
                  <a:ext cx="838200" cy="704910"/>
                  <a:chOff x="7620000" y="2438400"/>
                  <a:chExt cx="838200" cy="704910"/>
                </a:xfrm>
              </p:grpSpPr>
              <p:cxnSp>
                <p:nvCxnSpPr>
                  <p:cNvPr id="23581"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23582"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23572" name="Group 33"/>
                <p:cNvGrpSpPr>
                  <a:grpSpLocks/>
                </p:cNvGrpSpPr>
                <p:nvPr/>
              </p:nvGrpSpPr>
              <p:grpSpPr bwMode="auto">
                <a:xfrm>
                  <a:off x="7620000" y="3733800"/>
                  <a:ext cx="838200" cy="704910"/>
                  <a:chOff x="7620000" y="3733800"/>
                  <a:chExt cx="838200" cy="704910"/>
                </a:xfrm>
              </p:grpSpPr>
              <p:cxnSp>
                <p:nvCxnSpPr>
                  <p:cNvPr id="23579"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23580"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23573"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23574"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23575"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23576" name="Group 32"/>
                <p:cNvGrpSpPr>
                  <a:grpSpLocks/>
                </p:cNvGrpSpPr>
                <p:nvPr/>
              </p:nvGrpSpPr>
              <p:grpSpPr bwMode="auto">
                <a:xfrm>
                  <a:off x="7620000" y="5029200"/>
                  <a:ext cx="838200" cy="704910"/>
                  <a:chOff x="7620000" y="5029200"/>
                  <a:chExt cx="838200" cy="704910"/>
                </a:xfrm>
              </p:grpSpPr>
              <p:cxnSp>
                <p:nvCxnSpPr>
                  <p:cNvPr id="23577"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23578"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23564" name="TextBox 33"/>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23561" name="Picture 30"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32"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35"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38006505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Box 39"/>
          <p:cNvSpPr txBox="1">
            <a:spLocks noChangeArrowheads="1"/>
          </p:cNvSpPr>
          <p:nvPr/>
        </p:nvSpPr>
        <p:spPr bwMode="auto">
          <a:xfrm>
            <a:off x="5791200" y="4191000"/>
            <a:ext cx="457200" cy="369888"/>
          </a:xfrm>
          <a:prstGeom prst="rect">
            <a:avLst/>
          </a:prstGeom>
          <a:noFill/>
          <a:ln w="9525">
            <a:noFill/>
            <a:miter lim="800000"/>
            <a:headEnd/>
            <a:tailEnd/>
          </a:ln>
        </p:spPr>
        <p:txBody>
          <a:bodyPr>
            <a:spAutoFit/>
          </a:bodyPr>
          <a:lstStyle/>
          <a:p>
            <a:r>
              <a:rPr lang="en-US" sz="1800"/>
              <a:t>9</a:t>
            </a:r>
            <a:endParaRPr lang="ar-EG" sz="1800"/>
          </a:p>
        </p:txBody>
      </p:sp>
      <p:sp>
        <p:nvSpPr>
          <p:cNvPr id="24580" name="TextBox 32"/>
          <p:cNvSpPr txBox="1">
            <a:spLocks noChangeArrowheads="1"/>
          </p:cNvSpPr>
          <p:nvPr/>
        </p:nvSpPr>
        <p:spPr bwMode="auto">
          <a:xfrm>
            <a:off x="5791200" y="5497513"/>
            <a:ext cx="457200" cy="369887"/>
          </a:xfrm>
          <a:prstGeom prst="rect">
            <a:avLst/>
          </a:prstGeom>
          <a:noFill/>
          <a:ln w="9525">
            <a:noFill/>
            <a:miter lim="800000"/>
            <a:headEnd/>
            <a:tailEnd/>
          </a:ln>
        </p:spPr>
        <p:txBody>
          <a:bodyPr>
            <a:spAutoFit/>
          </a:bodyPr>
          <a:lstStyle/>
          <a:p>
            <a:r>
              <a:rPr lang="en-US" sz="1800"/>
              <a:t>6</a:t>
            </a:r>
            <a:endParaRPr lang="ar-EG" sz="1800"/>
          </a:p>
        </p:txBody>
      </p:sp>
      <p:sp>
        <p:nvSpPr>
          <p:cNvPr id="24581" name="TextBox 27"/>
          <p:cNvSpPr txBox="1">
            <a:spLocks noChangeArrowheads="1"/>
          </p:cNvSpPr>
          <p:nvPr/>
        </p:nvSpPr>
        <p:spPr bwMode="auto">
          <a:xfrm>
            <a:off x="6248400" y="2895600"/>
            <a:ext cx="457200" cy="369888"/>
          </a:xfrm>
          <a:prstGeom prst="rect">
            <a:avLst/>
          </a:prstGeom>
          <a:noFill/>
          <a:ln w="9525">
            <a:noFill/>
            <a:miter lim="800000"/>
            <a:headEnd/>
            <a:tailEnd/>
          </a:ln>
        </p:spPr>
        <p:txBody>
          <a:bodyPr>
            <a:spAutoFit/>
          </a:bodyPr>
          <a:lstStyle/>
          <a:p>
            <a:r>
              <a:rPr lang="en-US" sz="1800"/>
              <a:t>9</a:t>
            </a:r>
            <a:endParaRPr lang="ar-EG" sz="1800"/>
          </a:p>
        </p:txBody>
      </p:sp>
      <p:grpSp>
        <p:nvGrpSpPr>
          <p:cNvPr id="24582" name="Group 42"/>
          <p:cNvGrpSpPr>
            <a:grpSpLocks/>
          </p:cNvGrpSpPr>
          <p:nvPr/>
        </p:nvGrpSpPr>
        <p:grpSpPr bwMode="auto">
          <a:xfrm>
            <a:off x="5791200" y="2895600"/>
            <a:ext cx="457200" cy="369888"/>
            <a:chOff x="5791200" y="2895600"/>
            <a:chExt cx="457200" cy="369332"/>
          </a:xfrm>
        </p:grpSpPr>
        <p:sp>
          <p:nvSpPr>
            <p:cNvPr id="24608"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24609"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24583" name="Group 35"/>
          <p:cNvGrpSpPr>
            <a:grpSpLocks/>
          </p:cNvGrpSpPr>
          <p:nvPr/>
        </p:nvGrpSpPr>
        <p:grpSpPr bwMode="auto">
          <a:xfrm>
            <a:off x="585788" y="1905000"/>
            <a:ext cx="7872412" cy="4876800"/>
            <a:chOff x="585788" y="1905000"/>
            <a:chExt cx="7872412" cy="4876800"/>
          </a:xfrm>
        </p:grpSpPr>
        <p:sp>
          <p:nvSpPr>
            <p:cNvPr id="24584" name="AutoShape 13"/>
            <p:cNvSpPr>
              <a:spLocks noChangeArrowheads="1"/>
            </p:cNvSpPr>
            <p:nvPr/>
          </p:nvSpPr>
          <p:spPr bwMode="auto">
            <a:xfrm>
              <a:off x="1371600" y="31242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24585" name="Group 45"/>
            <p:cNvGrpSpPr>
              <a:grpSpLocks/>
            </p:cNvGrpSpPr>
            <p:nvPr/>
          </p:nvGrpSpPr>
          <p:grpSpPr bwMode="auto">
            <a:xfrm>
              <a:off x="5715000" y="2068513"/>
              <a:ext cx="2743200" cy="4027487"/>
              <a:chOff x="5715000" y="2069068"/>
              <a:chExt cx="2743200" cy="4026932"/>
            </a:xfrm>
          </p:grpSpPr>
          <p:grpSp>
            <p:nvGrpSpPr>
              <p:cNvPr id="24588" name="Group 34"/>
              <p:cNvGrpSpPr>
                <a:grpSpLocks/>
              </p:cNvGrpSpPr>
              <p:nvPr/>
            </p:nvGrpSpPr>
            <p:grpSpPr bwMode="auto">
              <a:xfrm>
                <a:off x="5715000" y="2362200"/>
                <a:ext cx="2743200" cy="3733800"/>
                <a:chOff x="5715000" y="2438400"/>
                <a:chExt cx="2743200" cy="3733800"/>
              </a:xfrm>
            </p:grpSpPr>
            <p:cxnSp>
              <p:nvCxnSpPr>
                <p:cNvPr id="24590"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24591"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24592"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24593"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24594"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24595"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24596" name="Group 27"/>
                <p:cNvGrpSpPr>
                  <a:grpSpLocks/>
                </p:cNvGrpSpPr>
                <p:nvPr/>
              </p:nvGrpSpPr>
              <p:grpSpPr bwMode="auto">
                <a:xfrm>
                  <a:off x="7620000" y="2438400"/>
                  <a:ext cx="838200" cy="704910"/>
                  <a:chOff x="7620000" y="2438400"/>
                  <a:chExt cx="838200" cy="704910"/>
                </a:xfrm>
              </p:grpSpPr>
              <p:cxnSp>
                <p:nvCxnSpPr>
                  <p:cNvPr id="24606"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24607"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24597" name="Group 33"/>
                <p:cNvGrpSpPr>
                  <a:grpSpLocks/>
                </p:cNvGrpSpPr>
                <p:nvPr/>
              </p:nvGrpSpPr>
              <p:grpSpPr bwMode="auto">
                <a:xfrm>
                  <a:off x="7620000" y="3733800"/>
                  <a:ext cx="838200" cy="704910"/>
                  <a:chOff x="7620000" y="3733800"/>
                  <a:chExt cx="838200" cy="704910"/>
                </a:xfrm>
              </p:grpSpPr>
              <p:cxnSp>
                <p:nvCxnSpPr>
                  <p:cNvPr id="24604"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24605"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24598"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24599"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24600"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24601" name="Group 32"/>
                <p:cNvGrpSpPr>
                  <a:grpSpLocks/>
                </p:cNvGrpSpPr>
                <p:nvPr/>
              </p:nvGrpSpPr>
              <p:grpSpPr bwMode="auto">
                <a:xfrm>
                  <a:off x="7620000" y="5029200"/>
                  <a:ext cx="838200" cy="704910"/>
                  <a:chOff x="7620000" y="5029200"/>
                  <a:chExt cx="838200" cy="704910"/>
                </a:xfrm>
              </p:grpSpPr>
              <p:cxnSp>
                <p:nvCxnSpPr>
                  <p:cNvPr id="24602"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24603"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24589" name="TextBox 44"/>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24586" name="Picture 33"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35"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38"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30926458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3" name="Group 39"/>
          <p:cNvGrpSpPr>
            <a:grpSpLocks/>
          </p:cNvGrpSpPr>
          <p:nvPr/>
        </p:nvGrpSpPr>
        <p:grpSpPr bwMode="auto">
          <a:xfrm>
            <a:off x="585788" y="1905000"/>
            <a:ext cx="7872412" cy="4876800"/>
            <a:chOff x="585788" y="1905000"/>
            <a:chExt cx="7872412" cy="4876800"/>
          </a:xfrm>
        </p:grpSpPr>
        <p:sp>
          <p:nvSpPr>
            <p:cNvPr id="25604" name="AutoShape 13"/>
            <p:cNvSpPr>
              <a:spLocks noChangeArrowheads="1"/>
            </p:cNvSpPr>
            <p:nvPr/>
          </p:nvSpPr>
          <p:spPr bwMode="auto">
            <a:xfrm>
              <a:off x="1371600" y="33528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25605" name="Group 41"/>
            <p:cNvGrpSpPr>
              <a:grpSpLocks/>
            </p:cNvGrpSpPr>
            <p:nvPr/>
          </p:nvGrpSpPr>
          <p:grpSpPr bwMode="auto">
            <a:xfrm>
              <a:off x="5715000" y="2068513"/>
              <a:ext cx="2743200" cy="4027487"/>
              <a:chOff x="5715000" y="2069068"/>
              <a:chExt cx="2743200" cy="4026932"/>
            </a:xfrm>
          </p:grpSpPr>
          <p:grpSp>
            <p:nvGrpSpPr>
              <p:cNvPr id="25608" name="Group 37"/>
              <p:cNvGrpSpPr>
                <a:grpSpLocks/>
              </p:cNvGrpSpPr>
              <p:nvPr/>
            </p:nvGrpSpPr>
            <p:grpSpPr bwMode="auto">
              <a:xfrm>
                <a:off x="5715000" y="2362200"/>
                <a:ext cx="2743200" cy="3733800"/>
                <a:chOff x="5715000" y="2362200"/>
                <a:chExt cx="2743200" cy="3733800"/>
              </a:xfrm>
            </p:grpSpPr>
            <p:grpSp>
              <p:nvGrpSpPr>
                <p:cNvPr id="25610" name="Group 34"/>
                <p:cNvGrpSpPr>
                  <a:grpSpLocks/>
                </p:cNvGrpSpPr>
                <p:nvPr/>
              </p:nvGrpSpPr>
              <p:grpSpPr bwMode="auto">
                <a:xfrm>
                  <a:off x="5715000" y="2362200"/>
                  <a:ext cx="2743200" cy="3733800"/>
                  <a:chOff x="5715000" y="2438400"/>
                  <a:chExt cx="2743200" cy="3733800"/>
                </a:xfrm>
              </p:grpSpPr>
              <p:cxnSp>
                <p:nvCxnSpPr>
                  <p:cNvPr id="25620"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25621"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25622"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25623"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25624"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25625"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25626" name="Group 27"/>
                  <p:cNvGrpSpPr>
                    <a:grpSpLocks/>
                  </p:cNvGrpSpPr>
                  <p:nvPr/>
                </p:nvGrpSpPr>
                <p:grpSpPr bwMode="auto">
                  <a:xfrm>
                    <a:off x="7620000" y="2438400"/>
                    <a:ext cx="838200" cy="704910"/>
                    <a:chOff x="7620000" y="2438400"/>
                    <a:chExt cx="838200" cy="704910"/>
                  </a:xfrm>
                </p:grpSpPr>
                <p:cxnSp>
                  <p:nvCxnSpPr>
                    <p:cNvPr id="25636"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25637"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25627" name="Group 33"/>
                  <p:cNvGrpSpPr>
                    <a:grpSpLocks/>
                  </p:cNvGrpSpPr>
                  <p:nvPr/>
                </p:nvGrpSpPr>
                <p:grpSpPr bwMode="auto">
                  <a:xfrm>
                    <a:off x="7620000" y="3733800"/>
                    <a:ext cx="838200" cy="704910"/>
                    <a:chOff x="7620000" y="3733800"/>
                    <a:chExt cx="838200" cy="704910"/>
                  </a:xfrm>
                </p:grpSpPr>
                <p:cxnSp>
                  <p:nvCxnSpPr>
                    <p:cNvPr id="25634"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25635"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25628"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25629"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25630"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25631" name="Group 32"/>
                  <p:cNvGrpSpPr>
                    <a:grpSpLocks/>
                  </p:cNvGrpSpPr>
                  <p:nvPr/>
                </p:nvGrpSpPr>
                <p:grpSpPr bwMode="auto">
                  <a:xfrm>
                    <a:off x="7620000" y="5029200"/>
                    <a:ext cx="838200" cy="704910"/>
                    <a:chOff x="7620000" y="5029200"/>
                    <a:chExt cx="838200" cy="704910"/>
                  </a:xfrm>
                </p:grpSpPr>
                <p:cxnSp>
                  <p:nvCxnSpPr>
                    <p:cNvPr id="25632"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25633"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25611"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25612"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25613" name="Group 42"/>
                <p:cNvGrpSpPr>
                  <a:grpSpLocks/>
                </p:cNvGrpSpPr>
                <p:nvPr/>
              </p:nvGrpSpPr>
              <p:grpSpPr bwMode="auto">
                <a:xfrm>
                  <a:off x="5791200" y="2895600"/>
                  <a:ext cx="457200" cy="369332"/>
                  <a:chOff x="5791200" y="2895600"/>
                  <a:chExt cx="457200" cy="369332"/>
                </a:xfrm>
              </p:grpSpPr>
              <p:sp>
                <p:nvSpPr>
                  <p:cNvPr id="25618"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25619"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25614" name="Group 33"/>
                <p:cNvGrpSpPr>
                  <a:grpSpLocks/>
                </p:cNvGrpSpPr>
                <p:nvPr/>
              </p:nvGrpSpPr>
              <p:grpSpPr bwMode="auto">
                <a:xfrm>
                  <a:off x="5791200" y="4191000"/>
                  <a:ext cx="457200" cy="381000"/>
                  <a:chOff x="5791200" y="4191000"/>
                  <a:chExt cx="457200" cy="381000"/>
                </a:xfrm>
              </p:grpSpPr>
              <p:sp>
                <p:nvSpPr>
                  <p:cNvPr id="25616"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25617"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25615"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sp>
            <p:nvSpPr>
              <p:cNvPr id="25609" name="TextBox 40"/>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25606" name="Picture 37"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39"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42"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18424859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7" name="Group 36"/>
          <p:cNvGrpSpPr>
            <a:grpSpLocks/>
          </p:cNvGrpSpPr>
          <p:nvPr/>
        </p:nvGrpSpPr>
        <p:grpSpPr bwMode="auto">
          <a:xfrm>
            <a:off x="585788" y="1905000"/>
            <a:ext cx="7872412" cy="4876800"/>
            <a:chOff x="585788" y="1905000"/>
            <a:chExt cx="7872412" cy="4876800"/>
          </a:xfrm>
        </p:grpSpPr>
        <p:sp>
          <p:nvSpPr>
            <p:cNvPr id="26628" name="AutoShape 13"/>
            <p:cNvSpPr>
              <a:spLocks noChangeArrowheads="1"/>
            </p:cNvSpPr>
            <p:nvPr/>
          </p:nvSpPr>
          <p:spPr bwMode="auto">
            <a:xfrm>
              <a:off x="1371600" y="36576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26629" name="Group 41"/>
            <p:cNvGrpSpPr>
              <a:grpSpLocks/>
            </p:cNvGrpSpPr>
            <p:nvPr/>
          </p:nvGrpSpPr>
          <p:grpSpPr bwMode="auto">
            <a:xfrm>
              <a:off x="5715000" y="2068513"/>
              <a:ext cx="2743200" cy="4027487"/>
              <a:chOff x="5715000" y="2069068"/>
              <a:chExt cx="2743200" cy="4026932"/>
            </a:xfrm>
          </p:grpSpPr>
          <p:grpSp>
            <p:nvGrpSpPr>
              <p:cNvPr id="26632" name="Group 37"/>
              <p:cNvGrpSpPr>
                <a:grpSpLocks/>
              </p:cNvGrpSpPr>
              <p:nvPr/>
            </p:nvGrpSpPr>
            <p:grpSpPr bwMode="auto">
              <a:xfrm>
                <a:off x="5715000" y="2362200"/>
                <a:ext cx="2743200" cy="3733800"/>
                <a:chOff x="5715000" y="2362200"/>
                <a:chExt cx="2743200" cy="3733800"/>
              </a:xfrm>
            </p:grpSpPr>
            <p:grpSp>
              <p:nvGrpSpPr>
                <p:cNvPr id="26634" name="Group 34"/>
                <p:cNvGrpSpPr>
                  <a:grpSpLocks/>
                </p:cNvGrpSpPr>
                <p:nvPr/>
              </p:nvGrpSpPr>
              <p:grpSpPr bwMode="auto">
                <a:xfrm>
                  <a:off x="5715000" y="2362200"/>
                  <a:ext cx="2743200" cy="3733800"/>
                  <a:chOff x="5715000" y="2438400"/>
                  <a:chExt cx="2743200" cy="3733800"/>
                </a:xfrm>
              </p:grpSpPr>
              <p:cxnSp>
                <p:nvCxnSpPr>
                  <p:cNvPr id="26644"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26645"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26646"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26647"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26648"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26649"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26650" name="Group 27"/>
                  <p:cNvGrpSpPr>
                    <a:grpSpLocks/>
                  </p:cNvGrpSpPr>
                  <p:nvPr/>
                </p:nvGrpSpPr>
                <p:grpSpPr bwMode="auto">
                  <a:xfrm>
                    <a:off x="7620000" y="2438400"/>
                    <a:ext cx="838200" cy="704910"/>
                    <a:chOff x="7620000" y="2438400"/>
                    <a:chExt cx="838200" cy="704910"/>
                  </a:xfrm>
                </p:grpSpPr>
                <p:cxnSp>
                  <p:nvCxnSpPr>
                    <p:cNvPr id="26660"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26661"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26651" name="Group 33"/>
                  <p:cNvGrpSpPr>
                    <a:grpSpLocks/>
                  </p:cNvGrpSpPr>
                  <p:nvPr/>
                </p:nvGrpSpPr>
                <p:grpSpPr bwMode="auto">
                  <a:xfrm>
                    <a:off x="7620000" y="3733800"/>
                    <a:ext cx="838200" cy="704910"/>
                    <a:chOff x="7620000" y="3733800"/>
                    <a:chExt cx="838200" cy="704910"/>
                  </a:xfrm>
                </p:grpSpPr>
                <p:cxnSp>
                  <p:nvCxnSpPr>
                    <p:cNvPr id="26658"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26659"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26652"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26653"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26654"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26655" name="Group 32"/>
                  <p:cNvGrpSpPr>
                    <a:grpSpLocks/>
                  </p:cNvGrpSpPr>
                  <p:nvPr/>
                </p:nvGrpSpPr>
                <p:grpSpPr bwMode="auto">
                  <a:xfrm>
                    <a:off x="7620000" y="5029200"/>
                    <a:ext cx="838200" cy="704910"/>
                    <a:chOff x="7620000" y="5029200"/>
                    <a:chExt cx="838200" cy="704910"/>
                  </a:xfrm>
                </p:grpSpPr>
                <p:cxnSp>
                  <p:nvCxnSpPr>
                    <p:cNvPr id="26656"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26657"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26635"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26636"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26637" name="Group 42"/>
                <p:cNvGrpSpPr>
                  <a:grpSpLocks/>
                </p:cNvGrpSpPr>
                <p:nvPr/>
              </p:nvGrpSpPr>
              <p:grpSpPr bwMode="auto">
                <a:xfrm>
                  <a:off x="5791200" y="2895600"/>
                  <a:ext cx="457200" cy="369332"/>
                  <a:chOff x="5791200" y="2895600"/>
                  <a:chExt cx="457200" cy="369332"/>
                </a:xfrm>
              </p:grpSpPr>
              <p:sp>
                <p:nvSpPr>
                  <p:cNvPr id="26642"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26643"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26638" name="Group 33"/>
                <p:cNvGrpSpPr>
                  <a:grpSpLocks/>
                </p:cNvGrpSpPr>
                <p:nvPr/>
              </p:nvGrpSpPr>
              <p:grpSpPr bwMode="auto">
                <a:xfrm>
                  <a:off x="5791200" y="4191000"/>
                  <a:ext cx="457200" cy="381000"/>
                  <a:chOff x="5791200" y="4191000"/>
                  <a:chExt cx="457200" cy="381000"/>
                </a:xfrm>
              </p:grpSpPr>
              <p:sp>
                <p:nvSpPr>
                  <p:cNvPr id="26640"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26641"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26639"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sp>
            <p:nvSpPr>
              <p:cNvPr id="26633" name="TextBox 40"/>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26630" name="Picture 37"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39"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42"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192088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1" name="Group 39"/>
          <p:cNvGrpSpPr>
            <a:grpSpLocks/>
          </p:cNvGrpSpPr>
          <p:nvPr/>
        </p:nvGrpSpPr>
        <p:grpSpPr bwMode="auto">
          <a:xfrm>
            <a:off x="585788" y="1905000"/>
            <a:ext cx="7872412" cy="4876800"/>
            <a:chOff x="585788" y="1905000"/>
            <a:chExt cx="7872412" cy="4876800"/>
          </a:xfrm>
        </p:grpSpPr>
        <p:sp>
          <p:nvSpPr>
            <p:cNvPr id="27652" name="AutoShape 13"/>
            <p:cNvSpPr>
              <a:spLocks noChangeArrowheads="1"/>
            </p:cNvSpPr>
            <p:nvPr/>
          </p:nvSpPr>
          <p:spPr bwMode="auto">
            <a:xfrm>
              <a:off x="1371600" y="22860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27653" name="Group 40"/>
            <p:cNvGrpSpPr>
              <a:grpSpLocks/>
            </p:cNvGrpSpPr>
            <p:nvPr/>
          </p:nvGrpSpPr>
          <p:grpSpPr bwMode="auto">
            <a:xfrm>
              <a:off x="5715000" y="2068513"/>
              <a:ext cx="2743200" cy="4027487"/>
              <a:chOff x="5715000" y="2069068"/>
              <a:chExt cx="2743200" cy="4026932"/>
            </a:xfrm>
          </p:grpSpPr>
          <p:grpSp>
            <p:nvGrpSpPr>
              <p:cNvPr id="27656" name="Group 37"/>
              <p:cNvGrpSpPr>
                <a:grpSpLocks/>
              </p:cNvGrpSpPr>
              <p:nvPr/>
            </p:nvGrpSpPr>
            <p:grpSpPr bwMode="auto">
              <a:xfrm>
                <a:off x="5715000" y="2362200"/>
                <a:ext cx="2743200" cy="3733800"/>
                <a:chOff x="5715000" y="2362200"/>
                <a:chExt cx="2743200" cy="3733800"/>
              </a:xfrm>
            </p:grpSpPr>
            <p:grpSp>
              <p:nvGrpSpPr>
                <p:cNvPr id="27658" name="Group 34"/>
                <p:cNvGrpSpPr>
                  <a:grpSpLocks/>
                </p:cNvGrpSpPr>
                <p:nvPr/>
              </p:nvGrpSpPr>
              <p:grpSpPr bwMode="auto">
                <a:xfrm>
                  <a:off x="5715000" y="2362200"/>
                  <a:ext cx="2743200" cy="3733800"/>
                  <a:chOff x="5715000" y="2438400"/>
                  <a:chExt cx="2743200" cy="3733800"/>
                </a:xfrm>
              </p:grpSpPr>
              <p:cxnSp>
                <p:nvCxnSpPr>
                  <p:cNvPr id="27668"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27669"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27670"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27671"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27672"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27673"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27674" name="Group 27"/>
                  <p:cNvGrpSpPr>
                    <a:grpSpLocks/>
                  </p:cNvGrpSpPr>
                  <p:nvPr/>
                </p:nvGrpSpPr>
                <p:grpSpPr bwMode="auto">
                  <a:xfrm>
                    <a:off x="7620000" y="2438400"/>
                    <a:ext cx="838200" cy="704910"/>
                    <a:chOff x="7620000" y="2438400"/>
                    <a:chExt cx="838200" cy="704910"/>
                  </a:xfrm>
                </p:grpSpPr>
                <p:cxnSp>
                  <p:nvCxnSpPr>
                    <p:cNvPr id="27684"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27685"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27675" name="Group 33"/>
                  <p:cNvGrpSpPr>
                    <a:grpSpLocks/>
                  </p:cNvGrpSpPr>
                  <p:nvPr/>
                </p:nvGrpSpPr>
                <p:grpSpPr bwMode="auto">
                  <a:xfrm>
                    <a:off x="7620000" y="3733800"/>
                    <a:ext cx="838200" cy="704910"/>
                    <a:chOff x="7620000" y="3733800"/>
                    <a:chExt cx="838200" cy="704910"/>
                  </a:xfrm>
                </p:grpSpPr>
                <p:cxnSp>
                  <p:nvCxnSpPr>
                    <p:cNvPr id="27682"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27683"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27676"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27677"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27678"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27679" name="Group 32"/>
                  <p:cNvGrpSpPr>
                    <a:grpSpLocks/>
                  </p:cNvGrpSpPr>
                  <p:nvPr/>
                </p:nvGrpSpPr>
                <p:grpSpPr bwMode="auto">
                  <a:xfrm>
                    <a:off x="7620000" y="5029200"/>
                    <a:ext cx="838200" cy="704910"/>
                    <a:chOff x="7620000" y="5029200"/>
                    <a:chExt cx="838200" cy="704910"/>
                  </a:xfrm>
                </p:grpSpPr>
                <p:cxnSp>
                  <p:nvCxnSpPr>
                    <p:cNvPr id="27680"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27681"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27659"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27660"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27661" name="Group 42"/>
                <p:cNvGrpSpPr>
                  <a:grpSpLocks/>
                </p:cNvGrpSpPr>
                <p:nvPr/>
              </p:nvGrpSpPr>
              <p:grpSpPr bwMode="auto">
                <a:xfrm>
                  <a:off x="5791200" y="2895600"/>
                  <a:ext cx="457200" cy="369332"/>
                  <a:chOff x="5791200" y="2895600"/>
                  <a:chExt cx="457200" cy="369332"/>
                </a:xfrm>
              </p:grpSpPr>
              <p:sp>
                <p:nvSpPr>
                  <p:cNvPr id="27666"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27667"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27662" name="Group 33"/>
                <p:cNvGrpSpPr>
                  <a:grpSpLocks/>
                </p:cNvGrpSpPr>
                <p:nvPr/>
              </p:nvGrpSpPr>
              <p:grpSpPr bwMode="auto">
                <a:xfrm>
                  <a:off x="5791200" y="4191000"/>
                  <a:ext cx="457200" cy="381000"/>
                  <a:chOff x="5791200" y="4191000"/>
                  <a:chExt cx="457200" cy="381000"/>
                </a:xfrm>
              </p:grpSpPr>
              <p:sp>
                <p:nvSpPr>
                  <p:cNvPr id="27664"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27665"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27663"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sp>
            <p:nvSpPr>
              <p:cNvPr id="27657" name="TextBox 37"/>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27654" name="Picture 36"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39"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42"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13661056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5" name="Group 36"/>
          <p:cNvGrpSpPr>
            <a:grpSpLocks/>
          </p:cNvGrpSpPr>
          <p:nvPr/>
        </p:nvGrpSpPr>
        <p:grpSpPr bwMode="auto">
          <a:xfrm>
            <a:off x="585788" y="1905000"/>
            <a:ext cx="7872412" cy="4876800"/>
            <a:chOff x="585788" y="1905000"/>
            <a:chExt cx="7872412" cy="4876800"/>
          </a:xfrm>
        </p:grpSpPr>
        <p:sp>
          <p:nvSpPr>
            <p:cNvPr id="28676" name="AutoShape 13"/>
            <p:cNvSpPr>
              <a:spLocks noChangeArrowheads="1"/>
            </p:cNvSpPr>
            <p:nvPr/>
          </p:nvSpPr>
          <p:spPr bwMode="auto">
            <a:xfrm>
              <a:off x="1371600" y="25146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28677" name="Group 40"/>
            <p:cNvGrpSpPr>
              <a:grpSpLocks/>
            </p:cNvGrpSpPr>
            <p:nvPr/>
          </p:nvGrpSpPr>
          <p:grpSpPr bwMode="auto">
            <a:xfrm>
              <a:off x="5715000" y="2068513"/>
              <a:ext cx="2743200" cy="4027487"/>
              <a:chOff x="5715000" y="2069068"/>
              <a:chExt cx="2743200" cy="4026932"/>
            </a:xfrm>
          </p:grpSpPr>
          <p:grpSp>
            <p:nvGrpSpPr>
              <p:cNvPr id="28680" name="Group 37"/>
              <p:cNvGrpSpPr>
                <a:grpSpLocks/>
              </p:cNvGrpSpPr>
              <p:nvPr/>
            </p:nvGrpSpPr>
            <p:grpSpPr bwMode="auto">
              <a:xfrm>
                <a:off x="5715000" y="2362200"/>
                <a:ext cx="2743200" cy="3733800"/>
                <a:chOff x="5715000" y="2362200"/>
                <a:chExt cx="2743200" cy="3733800"/>
              </a:xfrm>
            </p:grpSpPr>
            <p:grpSp>
              <p:nvGrpSpPr>
                <p:cNvPr id="28682" name="Group 34"/>
                <p:cNvGrpSpPr>
                  <a:grpSpLocks/>
                </p:cNvGrpSpPr>
                <p:nvPr/>
              </p:nvGrpSpPr>
              <p:grpSpPr bwMode="auto">
                <a:xfrm>
                  <a:off x="5715000" y="2362200"/>
                  <a:ext cx="2743200" cy="3733800"/>
                  <a:chOff x="5715000" y="2438400"/>
                  <a:chExt cx="2743200" cy="3733800"/>
                </a:xfrm>
              </p:grpSpPr>
              <p:cxnSp>
                <p:nvCxnSpPr>
                  <p:cNvPr id="28692"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28693"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28694"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28695"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28696"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28697"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28698" name="Group 27"/>
                  <p:cNvGrpSpPr>
                    <a:grpSpLocks/>
                  </p:cNvGrpSpPr>
                  <p:nvPr/>
                </p:nvGrpSpPr>
                <p:grpSpPr bwMode="auto">
                  <a:xfrm>
                    <a:off x="7620000" y="2438400"/>
                    <a:ext cx="838200" cy="704910"/>
                    <a:chOff x="7620000" y="2438400"/>
                    <a:chExt cx="838200" cy="704910"/>
                  </a:xfrm>
                </p:grpSpPr>
                <p:cxnSp>
                  <p:nvCxnSpPr>
                    <p:cNvPr id="28708"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28709"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28699" name="Group 33"/>
                  <p:cNvGrpSpPr>
                    <a:grpSpLocks/>
                  </p:cNvGrpSpPr>
                  <p:nvPr/>
                </p:nvGrpSpPr>
                <p:grpSpPr bwMode="auto">
                  <a:xfrm>
                    <a:off x="7620000" y="3733800"/>
                    <a:ext cx="838200" cy="704910"/>
                    <a:chOff x="7620000" y="3733800"/>
                    <a:chExt cx="838200" cy="704910"/>
                  </a:xfrm>
                </p:grpSpPr>
                <p:cxnSp>
                  <p:nvCxnSpPr>
                    <p:cNvPr id="28706"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28707"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28700"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28701"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28702"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28703" name="Group 32"/>
                  <p:cNvGrpSpPr>
                    <a:grpSpLocks/>
                  </p:cNvGrpSpPr>
                  <p:nvPr/>
                </p:nvGrpSpPr>
                <p:grpSpPr bwMode="auto">
                  <a:xfrm>
                    <a:off x="7620000" y="5029200"/>
                    <a:ext cx="838200" cy="704910"/>
                    <a:chOff x="7620000" y="5029200"/>
                    <a:chExt cx="838200" cy="704910"/>
                  </a:xfrm>
                </p:grpSpPr>
                <p:cxnSp>
                  <p:nvCxnSpPr>
                    <p:cNvPr id="28704"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28705"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28683"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28684"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28685" name="Group 42"/>
                <p:cNvGrpSpPr>
                  <a:grpSpLocks/>
                </p:cNvGrpSpPr>
                <p:nvPr/>
              </p:nvGrpSpPr>
              <p:grpSpPr bwMode="auto">
                <a:xfrm>
                  <a:off x="5791200" y="2895600"/>
                  <a:ext cx="457200" cy="369332"/>
                  <a:chOff x="5791200" y="2895600"/>
                  <a:chExt cx="457200" cy="369332"/>
                </a:xfrm>
              </p:grpSpPr>
              <p:sp>
                <p:nvSpPr>
                  <p:cNvPr id="28690"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28691"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28686" name="Group 33"/>
                <p:cNvGrpSpPr>
                  <a:grpSpLocks/>
                </p:cNvGrpSpPr>
                <p:nvPr/>
              </p:nvGrpSpPr>
              <p:grpSpPr bwMode="auto">
                <a:xfrm>
                  <a:off x="5791200" y="4191000"/>
                  <a:ext cx="457200" cy="381000"/>
                  <a:chOff x="5791200" y="4191000"/>
                  <a:chExt cx="457200" cy="381000"/>
                </a:xfrm>
              </p:grpSpPr>
              <p:sp>
                <p:nvSpPr>
                  <p:cNvPr id="28688"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28689"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28687"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sp>
            <p:nvSpPr>
              <p:cNvPr id="28681" name="TextBox 37"/>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28678" name="Picture 36"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39"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42"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329118462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9" name="Group 43"/>
          <p:cNvGrpSpPr>
            <a:grpSpLocks/>
          </p:cNvGrpSpPr>
          <p:nvPr/>
        </p:nvGrpSpPr>
        <p:grpSpPr bwMode="auto">
          <a:xfrm>
            <a:off x="585788" y="1905000"/>
            <a:ext cx="7872412" cy="4876800"/>
            <a:chOff x="585788" y="1905000"/>
            <a:chExt cx="7872412" cy="4876800"/>
          </a:xfrm>
        </p:grpSpPr>
        <p:sp>
          <p:nvSpPr>
            <p:cNvPr id="29700" name="AutoShape 13"/>
            <p:cNvSpPr>
              <a:spLocks noChangeArrowheads="1"/>
            </p:cNvSpPr>
            <p:nvPr/>
          </p:nvSpPr>
          <p:spPr bwMode="auto">
            <a:xfrm>
              <a:off x="1371600" y="28194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29701" name="Group 47"/>
            <p:cNvGrpSpPr>
              <a:grpSpLocks/>
            </p:cNvGrpSpPr>
            <p:nvPr/>
          </p:nvGrpSpPr>
          <p:grpSpPr bwMode="auto">
            <a:xfrm>
              <a:off x="5715000" y="2068513"/>
              <a:ext cx="2743200" cy="4027487"/>
              <a:chOff x="5715000" y="2069068"/>
              <a:chExt cx="2743200" cy="4026932"/>
            </a:xfrm>
          </p:grpSpPr>
          <p:grpSp>
            <p:nvGrpSpPr>
              <p:cNvPr id="29704" name="Group 45"/>
              <p:cNvGrpSpPr>
                <a:grpSpLocks/>
              </p:cNvGrpSpPr>
              <p:nvPr/>
            </p:nvGrpSpPr>
            <p:grpSpPr bwMode="auto">
              <a:xfrm>
                <a:off x="5715000" y="2362200"/>
                <a:ext cx="2743200" cy="3733800"/>
                <a:chOff x="5715000" y="2362200"/>
                <a:chExt cx="2743200" cy="3733800"/>
              </a:xfrm>
            </p:grpSpPr>
            <p:grpSp>
              <p:nvGrpSpPr>
                <p:cNvPr id="29706" name="Group 40"/>
                <p:cNvGrpSpPr>
                  <a:grpSpLocks/>
                </p:cNvGrpSpPr>
                <p:nvPr/>
              </p:nvGrpSpPr>
              <p:grpSpPr bwMode="auto">
                <a:xfrm>
                  <a:off x="5715000" y="2362200"/>
                  <a:ext cx="2743200" cy="3733800"/>
                  <a:chOff x="5715000" y="2362200"/>
                  <a:chExt cx="2743200" cy="3733800"/>
                </a:xfrm>
              </p:grpSpPr>
              <p:grpSp>
                <p:nvGrpSpPr>
                  <p:cNvPr id="29708" name="Group 37"/>
                  <p:cNvGrpSpPr>
                    <a:grpSpLocks/>
                  </p:cNvGrpSpPr>
                  <p:nvPr/>
                </p:nvGrpSpPr>
                <p:grpSpPr bwMode="auto">
                  <a:xfrm>
                    <a:off x="5715000" y="2362200"/>
                    <a:ext cx="2743200" cy="3733800"/>
                    <a:chOff x="5715000" y="2362200"/>
                    <a:chExt cx="2743200" cy="3733800"/>
                  </a:xfrm>
                </p:grpSpPr>
                <p:grpSp>
                  <p:nvGrpSpPr>
                    <p:cNvPr id="29710" name="Group 34"/>
                    <p:cNvGrpSpPr>
                      <a:grpSpLocks/>
                    </p:cNvGrpSpPr>
                    <p:nvPr/>
                  </p:nvGrpSpPr>
                  <p:grpSpPr bwMode="auto">
                    <a:xfrm>
                      <a:off x="5715000" y="2362200"/>
                      <a:ext cx="2743200" cy="3733800"/>
                      <a:chOff x="5715000" y="2438400"/>
                      <a:chExt cx="2743200" cy="3733800"/>
                    </a:xfrm>
                  </p:grpSpPr>
                  <p:cxnSp>
                    <p:nvCxnSpPr>
                      <p:cNvPr id="29720"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29721"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29722"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29723"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29724"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29725"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29726" name="Group 27"/>
                      <p:cNvGrpSpPr>
                        <a:grpSpLocks/>
                      </p:cNvGrpSpPr>
                      <p:nvPr/>
                    </p:nvGrpSpPr>
                    <p:grpSpPr bwMode="auto">
                      <a:xfrm>
                        <a:off x="7620000" y="2438400"/>
                        <a:ext cx="838200" cy="704910"/>
                        <a:chOff x="7620000" y="2438400"/>
                        <a:chExt cx="838200" cy="704910"/>
                      </a:xfrm>
                    </p:grpSpPr>
                    <p:cxnSp>
                      <p:nvCxnSpPr>
                        <p:cNvPr id="29736"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29737"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29727" name="Group 33"/>
                      <p:cNvGrpSpPr>
                        <a:grpSpLocks/>
                      </p:cNvGrpSpPr>
                      <p:nvPr/>
                    </p:nvGrpSpPr>
                    <p:grpSpPr bwMode="auto">
                      <a:xfrm>
                        <a:off x="7620000" y="3733800"/>
                        <a:ext cx="838200" cy="704910"/>
                        <a:chOff x="7620000" y="3733800"/>
                        <a:chExt cx="838200" cy="704910"/>
                      </a:xfrm>
                    </p:grpSpPr>
                    <p:cxnSp>
                      <p:nvCxnSpPr>
                        <p:cNvPr id="29734"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29735"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29728"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29729"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29730"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29731" name="Group 32"/>
                      <p:cNvGrpSpPr>
                        <a:grpSpLocks/>
                      </p:cNvGrpSpPr>
                      <p:nvPr/>
                    </p:nvGrpSpPr>
                    <p:grpSpPr bwMode="auto">
                      <a:xfrm>
                        <a:off x="7620000" y="5029200"/>
                        <a:ext cx="838200" cy="704910"/>
                        <a:chOff x="7620000" y="5029200"/>
                        <a:chExt cx="838200" cy="704910"/>
                      </a:xfrm>
                    </p:grpSpPr>
                    <p:cxnSp>
                      <p:nvCxnSpPr>
                        <p:cNvPr id="29732"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29733"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29711"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29712"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29713" name="Group 42"/>
                    <p:cNvGrpSpPr>
                      <a:grpSpLocks/>
                    </p:cNvGrpSpPr>
                    <p:nvPr/>
                  </p:nvGrpSpPr>
                  <p:grpSpPr bwMode="auto">
                    <a:xfrm>
                      <a:off x="5791200" y="2895600"/>
                      <a:ext cx="457200" cy="369332"/>
                      <a:chOff x="5791200" y="2895600"/>
                      <a:chExt cx="457200" cy="369332"/>
                    </a:xfrm>
                  </p:grpSpPr>
                  <p:sp>
                    <p:nvSpPr>
                      <p:cNvPr id="29718"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29719"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29714" name="Group 33"/>
                    <p:cNvGrpSpPr>
                      <a:grpSpLocks/>
                    </p:cNvGrpSpPr>
                    <p:nvPr/>
                  </p:nvGrpSpPr>
                  <p:grpSpPr bwMode="auto">
                    <a:xfrm>
                      <a:off x="5791200" y="4191000"/>
                      <a:ext cx="457200" cy="381000"/>
                      <a:chOff x="5791200" y="4191000"/>
                      <a:chExt cx="457200" cy="381000"/>
                    </a:xfrm>
                  </p:grpSpPr>
                  <p:sp>
                    <p:nvSpPr>
                      <p:cNvPr id="29716"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29717"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29715"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29709" name="Straight Connector 37"/>
                  <p:cNvCxnSpPr>
                    <a:cxnSpLocks noChangeShapeType="1"/>
                  </p:cNvCxnSpPr>
                  <p:nvPr/>
                </p:nvCxnSpPr>
                <p:spPr bwMode="auto">
                  <a:xfrm rot="5400000">
                    <a:off x="5791200" y="5562600"/>
                    <a:ext cx="304800" cy="304800"/>
                  </a:xfrm>
                  <a:prstGeom prst="line">
                    <a:avLst/>
                  </a:prstGeom>
                  <a:noFill/>
                  <a:ln w="25400" algn="ctr">
                    <a:solidFill>
                      <a:schemeClr val="tx1"/>
                    </a:solidFill>
                    <a:miter lim="800000"/>
                    <a:headEnd/>
                    <a:tailEnd/>
                  </a:ln>
                </p:spPr>
              </p:cxnSp>
            </p:grpSp>
            <p:sp>
              <p:nvSpPr>
                <p:cNvPr id="29707" name="TextBox 42"/>
                <p:cNvSpPr txBox="1">
                  <a:spLocks noChangeArrowheads="1"/>
                </p:cNvSpPr>
                <p:nvPr/>
              </p:nvSpPr>
              <p:spPr bwMode="auto">
                <a:xfrm>
                  <a:off x="6172200" y="5486400"/>
                  <a:ext cx="457200" cy="369332"/>
                </a:xfrm>
                <a:prstGeom prst="rect">
                  <a:avLst/>
                </a:prstGeom>
                <a:noFill/>
                <a:ln w="9525">
                  <a:noFill/>
                  <a:miter lim="800000"/>
                  <a:headEnd/>
                  <a:tailEnd/>
                </a:ln>
              </p:spPr>
              <p:txBody>
                <a:bodyPr>
                  <a:spAutoFit/>
                </a:bodyPr>
                <a:lstStyle/>
                <a:p>
                  <a:r>
                    <a:rPr lang="en-US" sz="1800"/>
                    <a:t>3</a:t>
                  </a:r>
                  <a:endParaRPr lang="ar-EG" sz="1800"/>
                </a:p>
              </p:txBody>
            </p:sp>
          </p:grpSp>
          <p:sp>
            <p:nvSpPr>
              <p:cNvPr id="29705" name="TextBox 46"/>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29702" name="Picture 40"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43"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46"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20991787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3" name="Group 47"/>
          <p:cNvGrpSpPr>
            <a:grpSpLocks/>
          </p:cNvGrpSpPr>
          <p:nvPr/>
        </p:nvGrpSpPr>
        <p:grpSpPr bwMode="auto">
          <a:xfrm>
            <a:off x="585788" y="1905000"/>
            <a:ext cx="7872412" cy="4876800"/>
            <a:chOff x="585788" y="1905000"/>
            <a:chExt cx="7872412" cy="4876800"/>
          </a:xfrm>
        </p:grpSpPr>
        <p:sp>
          <p:nvSpPr>
            <p:cNvPr id="30724" name="AutoShape 13"/>
            <p:cNvSpPr>
              <a:spLocks noChangeArrowheads="1"/>
            </p:cNvSpPr>
            <p:nvPr/>
          </p:nvSpPr>
          <p:spPr bwMode="auto">
            <a:xfrm>
              <a:off x="1371600" y="30480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30725" name="Group 49"/>
            <p:cNvGrpSpPr>
              <a:grpSpLocks/>
            </p:cNvGrpSpPr>
            <p:nvPr/>
          </p:nvGrpSpPr>
          <p:grpSpPr bwMode="auto">
            <a:xfrm>
              <a:off x="5715000" y="2068513"/>
              <a:ext cx="2743200" cy="4027487"/>
              <a:chOff x="5715000" y="2069068"/>
              <a:chExt cx="2743200" cy="4026932"/>
            </a:xfrm>
          </p:grpSpPr>
          <p:grpSp>
            <p:nvGrpSpPr>
              <p:cNvPr id="30728" name="Group 47"/>
              <p:cNvGrpSpPr>
                <a:grpSpLocks/>
              </p:cNvGrpSpPr>
              <p:nvPr/>
            </p:nvGrpSpPr>
            <p:grpSpPr bwMode="auto">
              <a:xfrm>
                <a:off x="5715000" y="2362200"/>
                <a:ext cx="2743200" cy="3733800"/>
                <a:chOff x="5715000" y="2362200"/>
                <a:chExt cx="2743200" cy="3733800"/>
              </a:xfrm>
            </p:grpSpPr>
            <p:grpSp>
              <p:nvGrpSpPr>
                <p:cNvPr id="30730" name="Group 45"/>
                <p:cNvGrpSpPr>
                  <a:grpSpLocks/>
                </p:cNvGrpSpPr>
                <p:nvPr/>
              </p:nvGrpSpPr>
              <p:grpSpPr bwMode="auto">
                <a:xfrm>
                  <a:off x="5715000" y="2362200"/>
                  <a:ext cx="2743200" cy="3733800"/>
                  <a:chOff x="5715000" y="2362200"/>
                  <a:chExt cx="2743200" cy="3733800"/>
                </a:xfrm>
              </p:grpSpPr>
              <p:grpSp>
                <p:nvGrpSpPr>
                  <p:cNvPr id="30732" name="Group 45"/>
                  <p:cNvGrpSpPr>
                    <a:grpSpLocks/>
                  </p:cNvGrpSpPr>
                  <p:nvPr/>
                </p:nvGrpSpPr>
                <p:grpSpPr bwMode="auto">
                  <a:xfrm>
                    <a:off x="5715000" y="2362200"/>
                    <a:ext cx="2743200" cy="3733800"/>
                    <a:chOff x="5715000" y="2362200"/>
                    <a:chExt cx="2743200" cy="3733800"/>
                  </a:xfrm>
                </p:grpSpPr>
                <p:grpSp>
                  <p:nvGrpSpPr>
                    <p:cNvPr id="30734" name="Group 40"/>
                    <p:cNvGrpSpPr>
                      <a:grpSpLocks/>
                    </p:cNvGrpSpPr>
                    <p:nvPr/>
                  </p:nvGrpSpPr>
                  <p:grpSpPr bwMode="auto">
                    <a:xfrm>
                      <a:off x="5715000" y="2362200"/>
                      <a:ext cx="2743200" cy="3733800"/>
                      <a:chOff x="5715000" y="2362200"/>
                      <a:chExt cx="2743200" cy="3733800"/>
                    </a:xfrm>
                  </p:grpSpPr>
                  <p:grpSp>
                    <p:nvGrpSpPr>
                      <p:cNvPr id="30736" name="Group 37"/>
                      <p:cNvGrpSpPr>
                        <a:grpSpLocks/>
                      </p:cNvGrpSpPr>
                      <p:nvPr/>
                    </p:nvGrpSpPr>
                    <p:grpSpPr bwMode="auto">
                      <a:xfrm>
                        <a:off x="5715000" y="2362200"/>
                        <a:ext cx="2743200" cy="3733800"/>
                        <a:chOff x="5715000" y="2362200"/>
                        <a:chExt cx="2743200" cy="3733800"/>
                      </a:xfrm>
                    </p:grpSpPr>
                    <p:grpSp>
                      <p:nvGrpSpPr>
                        <p:cNvPr id="30738" name="Group 34"/>
                        <p:cNvGrpSpPr>
                          <a:grpSpLocks/>
                        </p:cNvGrpSpPr>
                        <p:nvPr/>
                      </p:nvGrpSpPr>
                      <p:grpSpPr bwMode="auto">
                        <a:xfrm>
                          <a:off x="5715000" y="2362200"/>
                          <a:ext cx="2743200" cy="3733800"/>
                          <a:chOff x="5715000" y="2438400"/>
                          <a:chExt cx="2743200" cy="3733800"/>
                        </a:xfrm>
                      </p:grpSpPr>
                      <p:cxnSp>
                        <p:nvCxnSpPr>
                          <p:cNvPr id="30748"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30749"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30750"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30751"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30752"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30753"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30754" name="Group 27"/>
                          <p:cNvGrpSpPr>
                            <a:grpSpLocks/>
                          </p:cNvGrpSpPr>
                          <p:nvPr/>
                        </p:nvGrpSpPr>
                        <p:grpSpPr bwMode="auto">
                          <a:xfrm>
                            <a:off x="7620000" y="2438400"/>
                            <a:ext cx="838200" cy="704910"/>
                            <a:chOff x="7620000" y="2438400"/>
                            <a:chExt cx="838200" cy="704910"/>
                          </a:xfrm>
                        </p:grpSpPr>
                        <p:cxnSp>
                          <p:nvCxnSpPr>
                            <p:cNvPr id="30764"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30765"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30755" name="Group 33"/>
                          <p:cNvGrpSpPr>
                            <a:grpSpLocks/>
                          </p:cNvGrpSpPr>
                          <p:nvPr/>
                        </p:nvGrpSpPr>
                        <p:grpSpPr bwMode="auto">
                          <a:xfrm>
                            <a:off x="7620000" y="3733800"/>
                            <a:ext cx="838200" cy="704910"/>
                            <a:chOff x="7620000" y="3733800"/>
                            <a:chExt cx="838200" cy="704910"/>
                          </a:xfrm>
                        </p:grpSpPr>
                        <p:cxnSp>
                          <p:nvCxnSpPr>
                            <p:cNvPr id="30762"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30763"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30756"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30757"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30758"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30759" name="Group 32"/>
                          <p:cNvGrpSpPr>
                            <a:grpSpLocks/>
                          </p:cNvGrpSpPr>
                          <p:nvPr/>
                        </p:nvGrpSpPr>
                        <p:grpSpPr bwMode="auto">
                          <a:xfrm>
                            <a:off x="7620000" y="5029200"/>
                            <a:ext cx="838200" cy="704910"/>
                            <a:chOff x="7620000" y="5029200"/>
                            <a:chExt cx="838200" cy="704910"/>
                          </a:xfrm>
                        </p:grpSpPr>
                        <p:cxnSp>
                          <p:nvCxnSpPr>
                            <p:cNvPr id="30760"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30761"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30739"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30740"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30741" name="Group 42"/>
                        <p:cNvGrpSpPr>
                          <a:grpSpLocks/>
                        </p:cNvGrpSpPr>
                        <p:nvPr/>
                      </p:nvGrpSpPr>
                      <p:grpSpPr bwMode="auto">
                        <a:xfrm>
                          <a:off x="5791200" y="2895600"/>
                          <a:ext cx="457200" cy="369332"/>
                          <a:chOff x="5791200" y="2895600"/>
                          <a:chExt cx="457200" cy="369332"/>
                        </a:xfrm>
                      </p:grpSpPr>
                      <p:sp>
                        <p:nvSpPr>
                          <p:cNvPr id="30746"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30747"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30742" name="Group 33"/>
                        <p:cNvGrpSpPr>
                          <a:grpSpLocks/>
                        </p:cNvGrpSpPr>
                        <p:nvPr/>
                      </p:nvGrpSpPr>
                      <p:grpSpPr bwMode="auto">
                        <a:xfrm>
                          <a:off x="5791200" y="4191000"/>
                          <a:ext cx="457200" cy="381000"/>
                          <a:chOff x="5791200" y="4191000"/>
                          <a:chExt cx="457200" cy="381000"/>
                        </a:xfrm>
                      </p:grpSpPr>
                      <p:sp>
                        <p:nvSpPr>
                          <p:cNvPr id="30744"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30745"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30743"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0737" name="Straight Connector 37"/>
                      <p:cNvCxnSpPr>
                        <a:cxnSpLocks noChangeShapeType="1"/>
                      </p:cNvCxnSpPr>
                      <p:nvPr/>
                    </p:nvCxnSpPr>
                    <p:spPr bwMode="auto">
                      <a:xfrm rot="5400000">
                        <a:off x="5791200" y="5562600"/>
                        <a:ext cx="304800" cy="304800"/>
                      </a:xfrm>
                      <a:prstGeom prst="line">
                        <a:avLst/>
                      </a:prstGeom>
                      <a:noFill/>
                      <a:ln w="25400" algn="ctr">
                        <a:solidFill>
                          <a:schemeClr val="tx1"/>
                        </a:solidFill>
                        <a:miter lim="800000"/>
                        <a:headEnd/>
                        <a:tailEnd/>
                      </a:ln>
                    </p:spPr>
                  </p:cxnSp>
                </p:grpSp>
                <p:sp>
                  <p:nvSpPr>
                    <p:cNvPr id="30735" name="TextBox 42"/>
                    <p:cNvSpPr txBox="1">
                      <a:spLocks noChangeArrowheads="1"/>
                    </p:cNvSpPr>
                    <p:nvPr/>
                  </p:nvSpPr>
                  <p:spPr bwMode="auto">
                    <a:xfrm>
                      <a:off x="6172200" y="54864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0733" name="Straight Connector 40"/>
                  <p:cNvCxnSpPr>
                    <a:cxnSpLocks noChangeShapeType="1"/>
                  </p:cNvCxnSpPr>
                  <p:nvPr/>
                </p:nvCxnSpPr>
                <p:spPr bwMode="auto">
                  <a:xfrm rot="5400000">
                    <a:off x="6248400" y="2895600"/>
                    <a:ext cx="304800" cy="304800"/>
                  </a:xfrm>
                  <a:prstGeom prst="line">
                    <a:avLst/>
                  </a:prstGeom>
                  <a:noFill/>
                  <a:ln w="25400" algn="ctr">
                    <a:solidFill>
                      <a:schemeClr val="tx1"/>
                    </a:solidFill>
                    <a:miter lim="800000"/>
                    <a:headEnd/>
                    <a:tailEnd/>
                  </a:ln>
                </p:spPr>
              </p:cxnSp>
            </p:grpSp>
            <p:sp>
              <p:nvSpPr>
                <p:cNvPr id="30731" name="TextBox 46"/>
                <p:cNvSpPr txBox="1">
                  <a:spLocks noChangeArrowheads="1"/>
                </p:cNvSpPr>
                <p:nvPr/>
              </p:nvSpPr>
              <p:spPr bwMode="auto">
                <a:xfrm>
                  <a:off x="6629400" y="2907268"/>
                  <a:ext cx="457200" cy="369332"/>
                </a:xfrm>
                <a:prstGeom prst="rect">
                  <a:avLst/>
                </a:prstGeom>
                <a:noFill/>
                <a:ln w="9525">
                  <a:noFill/>
                  <a:miter lim="800000"/>
                  <a:headEnd/>
                  <a:tailEnd/>
                </a:ln>
              </p:spPr>
              <p:txBody>
                <a:bodyPr>
                  <a:spAutoFit/>
                </a:bodyPr>
                <a:lstStyle/>
                <a:p>
                  <a:r>
                    <a:rPr lang="en-US" sz="1800"/>
                    <a:t>6</a:t>
                  </a:r>
                  <a:endParaRPr lang="ar-EG" sz="1800"/>
                </a:p>
              </p:txBody>
            </p:sp>
          </p:grpSp>
          <p:sp>
            <p:nvSpPr>
              <p:cNvPr id="30729" name="TextBox 48"/>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30726" name="Picture 44"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47"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50"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4754547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7" name="Group 51"/>
          <p:cNvGrpSpPr>
            <a:grpSpLocks/>
          </p:cNvGrpSpPr>
          <p:nvPr/>
        </p:nvGrpSpPr>
        <p:grpSpPr bwMode="auto">
          <a:xfrm>
            <a:off x="585788" y="1905000"/>
            <a:ext cx="7872412" cy="4876800"/>
            <a:chOff x="585788" y="1905000"/>
            <a:chExt cx="7872412" cy="4876800"/>
          </a:xfrm>
        </p:grpSpPr>
        <p:sp>
          <p:nvSpPr>
            <p:cNvPr id="31748" name="AutoShape 13"/>
            <p:cNvSpPr>
              <a:spLocks noChangeArrowheads="1"/>
            </p:cNvSpPr>
            <p:nvPr/>
          </p:nvSpPr>
          <p:spPr bwMode="auto">
            <a:xfrm>
              <a:off x="1371600" y="33528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31749" name="Group 51"/>
            <p:cNvGrpSpPr>
              <a:grpSpLocks/>
            </p:cNvGrpSpPr>
            <p:nvPr/>
          </p:nvGrpSpPr>
          <p:grpSpPr bwMode="auto">
            <a:xfrm>
              <a:off x="5715000" y="2068513"/>
              <a:ext cx="2743200" cy="4027487"/>
              <a:chOff x="5715000" y="2069068"/>
              <a:chExt cx="2743200" cy="4026932"/>
            </a:xfrm>
          </p:grpSpPr>
          <p:grpSp>
            <p:nvGrpSpPr>
              <p:cNvPr id="31752" name="Group 49"/>
              <p:cNvGrpSpPr>
                <a:grpSpLocks/>
              </p:cNvGrpSpPr>
              <p:nvPr/>
            </p:nvGrpSpPr>
            <p:grpSpPr bwMode="auto">
              <a:xfrm>
                <a:off x="5715000" y="2362200"/>
                <a:ext cx="2743200" cy="3733800"/>
                <a:chOff x="5715000" y="2362200"/>
                <a:chExt cx="2743200" cy="3733800"/>
              </a:xfrm>
            </p:grpSpPr>
            <p:grpSp>
              <p:nvGrpSpPr>
                <p:cNvPr id="31754" name="Group 47"/>
                <p:cNvGrpSpPr>
                  <a:grpSpLocks/>
                </p:cNvGrpSpPr>
                <p:nvPr/>
              </p:nvGrpSpPr>
              <p:grpSpPr bwMode="auto">
                <a:xfrm>
                  <a:off x="5715000" y="2362200"/>
                  <a:ext cx="2743200" cy="3733800"/>
                  <a:chOff x="5715000" y="2362200"/>
                  <a:chExt cx="2743200" cy="3733800"/>
                </a:xfrm>
              </p:grpSpPr>
              <p:grpSp>
                <p:nvGrpSpPr>
                  <p:cNvPr id="31756" name="Group 47"/>
                  <p:cNvGrpSpPr>
                    <a:grpSpLocks/>
                  </p:cNvGrpSpPr>
                  <p:nvPr/>
                </p:nvGrpSpPr>
                <p:grpSpPr bwMode="auto">
                  <a:xfrm>
                    <a:off x="5715000" y="2362200"/>
                    <a:ext cx="2743200" cy="3733800"/>
                    <a:chOff x="5715000" y="2362200"/>
                    <a:chExt cx="2743200" cy="3733800"/>
                  </a:xfrm>
                </p:grpSpPr>
                <p:grpSp>
                  <p:nvGrpSpPr>
                    <p:cNvPr id="31758" name="Group 45"/>
                    <p:cNvGrpSpPr>
                      <a:grpSpLocks/>
                    </p:cNvGrpSpPr>
                    <p:nvPr/>
                  </p:nvGrpSpPr>
                  <p:grpSpPr bwMode="auto">
                    <a:xfrm>
                      <a:off x="5715000" y="2362200"/>
                      <a:ext cx="2743200" cy="3733800"/>
                      <a:chOff x="5715000" y="2362200"/>
                      <a:chExt cx="2743200" cy="3733800"/>
                    </a:xfrm>
                  </p:grpSpPr>
                  <p:grpSp>
                    <p:nvGrpSpPr>
                      <p:cNvPr id="31760" name="Group 45"/>
                      <p:cNvGrpSpPr>
                        <a:grpSpLocks/>
                      </p:cNvGrpSpPr>
                      <p:nvPr/>
                    </p:nvGrpSpPr>
                    <p:grpSpPr bwMode="auto">
                      <a:xfrm>
                        <a:off x="5715000" y="2362200"/>
                        <a:ext cx="2743200" cy="3733800"/>
                        <a:chOff x="5715000" y="2362200"/>
                        <a:chExt cx="2743200" cy="3733800"/>
                      </a:xfrm>
                    </p:grpSpPr>
                    <p:grpSp>
                      <p:nvGrpSpPr>
                        <p:cNvPr id="31762" name="Group 40"/>
                        <p:cNvGrpSpPr>
                          <a:grpSpLocks/>
                        </p:cNvGrpSpPr>
                        <p:nvPr/>
                      </p:nvGrpSpPr>
                      <p:grpSpPr bwMode="auto">
                        <a:xfrm>
                          <a:off x="5715000" y="2362200"/>
                          <a:ext cx="2743200" cy="3733800"/>
                          <a:chOff x="5715000" y="2362200"/>
                          <a:chExt cx="2743200" cy="3733800"/>
                        </a:xfrm>
                      </p:grpSpPr>
                      <p:grpSp>
                        <p:nvGrpSpPr>
                          <p:cNvPr id="31764" name="Group 37"/>
                          <p:cNvGrpSpPr>
                            <a:grpSpLocks/>
                          </p:cNvGrpSpPr>
                          <p:nvPr/>
                        </p:nvGrpSpPr>
                        <p:grpSpPr bwMode="auto">
                          <a:xfrm>
                            <a:off x="5715000" y="2362200"/>
                            <a:ext cx="2743200" cy="3733800"/>
                            <a:chOff x="5715000" y="2362200"/>
                            <a:chExt cx="2743200" cy="3733800"/>
                          </a:xfrm>
                        </p:grpSpPr>
                        <p:grpSp>
                          <p:nvGrpSpPr>
                            <p:cNvPr id="31766" name="Group 34"/>
                            <p:cNvGrpSpPr>
                              <a:grpSpLocks/>
                            </p:cNvGrpSpPr>
                            <p:nvPr/>
                          </p:nvGrpSpPr>
                          <p:grpSpPr bwMode="auto">
                            <a:xfrm>
                              <a:off x="5715000" y="2362200"/>
                              <a:ext cx="2743200" cy="3733800"/>
                              <a:chOff x="5715000" y="2438400"/>
                              <a:chExt cx="2743200" cy="3733800"/>
                            </a:xfrm>
                          </p:grpSpPr>
                          <p:cxnSp>
                            <p:nvCxnSpPr>
                              <p:cNvPr id="31776"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31777"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31778"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31779"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31780"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31781"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31782" name="Group 27"/>
                              <p:cNvGrpSpPr>
                                <a:grpSpLocks/>
                              </p:cNvGrpSpPr>
                              <p:nvPr/>
                            </p:nvGrpSpPr>
                            <p:grpSpPr bwMode="auto">
                              <a:xfrm>
                                <a:off x="7620000" y="2438400"/>
                                <a:ext cx="838200" cy="704910"/>
                                <a:chOff x="7620000" y="2438400"/>
                                <a:chExt cx="838200" cy="704910"/>
                              </a:xfrm>
                            </p:grpSpPr>
                            <p:cxnSp>
                              <p:nvCxnSpPr>
                                <p:cNvPr id="31792"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31793"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31783" name="Group 33"/>
                              <p:cNvGrpSpPr>
                                <a:grpSpLocks/>
                              </p:cNvGrpSpPr>
                              <p:nvPr/>
                            </p:nvGrpSpPr>
                            <p:grpSpPr bwMode="auto">
                              <a:xfrm>
                                <a:off x="7620000" y="3733800"/>
                                <a:ext cx="838200" cy="704910"/>
                                <a:chOff x="7620000" y="3733800"/>
                                <a:chExt cx="838200" cy="704910"/>
                              </a:xfrm>
                            </p:grpSpPr>
                            <p:cxnSp>
                              <p:nvCxnSpPr>
                                <p:cNvPr id="31790"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31791"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31784"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31785"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31786"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31787" name="Group 32"/>
                              <p:cNvGrpSpPr>
                                <a:grpSpLocks/>
                              </p:cNvGrpSpPr>
                              <p:nvPr/>
                            </p:nvGrpSpPr>
                            <p:grpSpPr bwMode="auto">
                              <a:xfrm>
                                <a:off x="7620000" y="5029200"/>
                                <a:ext cx="838200" cy="704910"/>
                                <a:chOff x="7620000" y="5029200"/>
                                <a:chExt cx="838200" cy="704910"/>
                              </a:xfrm>
                            </p:grpSpPr>
                            <p:cxnSp>
                              <p:nvCxnSpPr>
                                <p:cNvPr id="31788"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31789"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31767"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31768"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31769" name="Group 42"/>
                            <p:cNvGrpSpPr>
                              <a:grpSpLocks/>
                            </p:cNvGrpSpPr>
                            <p:nvPr/>
                          </p:nvGrpSpPr>
                          <p:grpSpPr bwMode="auto">
                            <a:xfrm>
                              <a:off x="5791200" y="2895600"/>
                              <a:ext cx="457200" cy="369332"/>
                              <a:chOff x="5791200" y="2895600"/>
                              <a:chExt cx="457200" cy="369332"/>
                            </a:xfrm>
                          </p:grpSpPr>
                          <p:sp>
                            <p:nvSpPr>
                              <p:cNvPr id="31774"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31775"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31770" name="Group 33"/>
                            <p:cNvGrpSpPr>
                              <a:grpSpLocks/>
                            </p:cNvGrpSpPr>
                            <p:nvPr/>
                          </p:nvGrpSpPr>
                          <p:grpSpPr bwMode="auto">
                            <a:xfrm>
                              <a:off x="5791200" y="4191000"/>
                              <a:ext cx="457200" cy="381000"/>
                              <a:chOff x="5791200" y="4191000"/>
                              <a:chExt cx="457200" cy="381000"/>
                            </a:xfrm>
                          </p:grpSpPr>
                          <p:sp>
                            <p:nvSpPr>
                              <p:cNvPr id="31772"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31773"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31771"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1765" name="Straight Connector 37"/>
                          <p:cNvCxnSpPr>
                            <a:cxnSpLocks noChangeShapeType="1"/>
                          </p:cNvCxnSpPr>
                          <p:nvPr/>
                        </p:nvCxnSpPr>
                        <p:spPr bwMode="auto">
                          <a:xfrm rot="5400000">
                            <a:off x="5791200" y="5562600"/>
                            <a:ext cx="304800" cy="304800"/>
                          </a:xfrm>
                          <a:prstGeom prst="line">
                            <a:avLst/>
                          </a:prstGeom>
                          <a:noFill/>
                          <a:ln w="25400" algn="ctr">
                            <a:solidFill>
                              <a:schemeClr val="tx1"/>
                            </a:solidFill>
                            <a:miter lim="800000"/>
                            <a:headEnd/>
                            <a:tailEnd/>
                          </a:ln>
                        </p:spPr>
                      </p:cxnSp>
                    </p:grpSp>
                    <p:sp>
                      <p:nvSpPr>
                        <p:cNvPr id="31763" name="TextBox 42"/>
                        <p:cNvSpPr txBox="1">
                          <a:spLocks noChangeArrowheads="1"/>
                        </p:cNvSpPr>
                        <p:nvPr/>
                      </p:nvSpPr>
                      <p:spPr bwMode="auto">
                        <a:xfrm>
                          <a:off x="6172200" y="54864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1761" name="Straight Connector 40"/>
                      <p:cNvCxnSpPr>
                        <a:cxnSpLocks noChangeShapeType="1"/>
                      </p:cNvCxnSpPr>
                      <p:nvPr/>
                    </p:nvCxnSpPr>
                    <p:spPr bwMode="auto">
                      <a:xfrm rot="5400000">
                        <a:off x="6248400" y="2895600"/>
                        <a:ext cx="304800" cy="304800"/>
                      </a:xfrm>
                      <a:prstGeom prst="line">
                        <a:avLst/>
                      </a:prstGeom>
                      <a:noFill/>
                      <a:ln w="25400" algn="ctr">
                        <a:solidFill>
                          <a:schemeClr val="tx1"/>
                        </a:solidFill>
                        <a:miter lim="800000"/>
                        <a:headEnd/>
                        <a:tailEnd/>
                      </a:ln>
                    </p:spPr>
                  </p:cxnSp>
                </p:grpSp>
                <p:sp>
                  <p:nvSpPr>
                    <p:cNvPr id="31759" name="TextBox 46"/>
                    <p:cNvSpPr txBox="1">
                      <a:spLocks noChangeArrowheads="1"/>
                    </p:cNvSpPr>
                    <p:nvPr/>
                  </p:nvSpPr>
                  <p:spPr bwMode="auto">
                    <a:xfrm>
                      <a:off x="6629400" y="2907268"/>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1757" name="Straight Connector 45"/>
                  <p:cNvCxnSpPr>
                    <a:cxnSpLocks noChangeShapeType="1"/>
                  </p:cNvCxnSpPr>
                  <p:nvPr/>
                </p:nvCxnSpPr>
                <p:spPr bwMode="auto">
                  <a:xfrm rot="5400000">
                    <a:off x="6172200" y="4191000"/>
                    <a:ext cx="304800" cy="304800"/>
                  </a:xfrm>
                  <a:prstGeom prst="line">
                    <a:avLst/>
                  </a:prstGeom>
                  <a:noFill/>
                  <a:ln w="25400" algn="ctr">
                    <a:solidFill>
                      <a:schemeClr val="tx1"/>
                    </a:solidFill>
                    <a:miter lim="800000"/>
                    <a:headEnd/>
                    <a:tailEnd/>
                  </a:ln>
                </p:spPr>
              </p:cxnSp>
            </p:grpSp>
            <p:sp>
              <p:nvSpPr>
                <p:cNvPr id="31755" name="TextBox 48"/>
                <p:cNvSpPr txBox="1">
                  <a:spLocks noChangeArrowheads="1"/>
                </p:cNvSpPr>
                <p:nvPr/>
              </p:nvSpPr>
              <p:spPr bwMode="auto">
                <a:xfrm>
                  <a:off x="6400800" y="4191000"/>
                  <a:ext cx="457200" cy="369332"/>
                </a:xfrm>
                <a:prstGeom prst="rect">
                  <a:avLst/>
                </a:prstGeom>
                <a:noFill/>
                <a:ln w="9525">
                  <a:noFill/>
                  <a:miter lim="800000"/>
                  <a:headEnd/>
                  <a:tailEnd/>
                </a:ln>
              </p:spPr>
              <p:txBody>
                <a:bodyPr>
                  <a:spAutoFit/>
                </a:bodyPr>
                <a:lstStyle/>
                <a:p>
                  <a:r>
                    <a:rPr lang="en-US" sz="1800"/>
                    <a:t>3</a:t>
                  </a:r>
                  <a:endParaRPr lang="ar-EG" sz="1800"/>
                </a:p>
              </p:txBody>
            </p:sp>
          </p:grpSp>
          <p:sp>
            <p:nvSpPr>
              <p:cNvPr id="31753" name="TextBox 50"/>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31750" name="Picture 48"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51"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54"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18182011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1" name="Group 48"/>
          <p:cNvGrpSpPr>
            <a:grpSpLocks/>
          </p:cNvGrpSpPr>
          <p:nvPr/>
        </p:nvGrpSpPr>
        <p:grpSpPr bwMode="auto">
          <a:xfrm>
            <a:off x="585788" y="1905000"/>
            <a:ext cx="7872412" cy="4876800"/>
            <a:chOff x="585788" y="1905000"/>
            <a:chExt cx="7872412" cy="4876800"/>
          </a:xfrm>
        </p:grpSpPr>
        <p:sp>
          <p:nvSpPr>
            <p:cNvPr id="32772" name="AutoShape 13"/>
            <p:cNvSpPr>
              <a:spLocks noChangeArrowheads="1"/>
            </p:cNvSpPr>
            <p:nvPr/>
          </p:nvSpPr>
          <p:spPr bwMode="auto">
            <a:xfrm>
              <a:off x="1371600" y="36576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32773" name="Group 51"/>
            <p:cNvGrpSpPr>
              <a:grpSpLocks/>
            </p:cNvGrpSpPr>
            <p:nvPr/>
          </p:nvGrpSpPr>
          <p:grpSpPr bwMode="auto">
            <a:xfrm>
              <a:off x="5715000" y="2068513"/>
              <a:ext cx="2743200" cy="4027487"/>
              <a:chOff x="5715000" y="2069068"/>
              <a:chExt cx="2743200" cy="4026932"/>
            </a:xfrm>
          </p:grpSpPr>
          <p:grpSp>
            <p:nvGrpSpPr>
              <p:cNvPr id="32776" name="Group 49"/>
              <p:cNvGrpSpPr>
                <a:grpSpLocks/>
              </p:cNvGrpSpPr>
              <p:nvPr/>
            </p:nvGrpSpPr>
            <p:grpSpPr bwMode="auto">
              <a:xfrm>
                <a:off x="5715000" y="2362200"/>
                <a:ext cx="2743200" cy="3733800"/>
                <a:chOff x="5715000" y="2362200"/>
                <a:chExt cx="2743200" cy="3733800"/>
              </a:xfrm>
            </p:grpSpPr>
            <p:grpSp>
              <p:nvGrpSpPr>
                <p:cNvPr id="32778" name="Group 47"/>
                <p:cNvGrpSpPr>
                  <a:grpSpLocks/>
                </p:cNvGrpSpPr>
                <p:nvPr/>
              </p:nvGrpSpPr>
              <p:grpSpPr bwMode="auto">
                <a:xfrm>
                  <a:off x="5715000" y="2362200"/>
                  <a:ext cx="2743200" cy="3733800"/>
                  <a:chOff x="5715000" y="2362200"/>
                  <a:chExt cx="2743200" cy="3733800"/>
                </a:xfrm>
              </p:grpSpPr>
              <p:grpSp>
                <p:nvGrpSpPr>
                  <p:cNvPr id="32780" name="Group 47"/>
                  <p:cNvGrpSpPr>
                    <a:grpSpLocks/>
                  </p:cNvGrpSpPr>
                  <p:nvPr/>
                </p:nvGrpSpPr>
                <p:grpSpPr bwMode="auto">
                  <a:xfrm>
                    <a:off x="5715000" y="2362200"/>
                    <a:ext cx="2743200" cy="3733800"/>
                    <a:chOff x="5715000" y="2362200"/>
                    <a:chExt cx="2743200" cy="3733800"/>
                  </a:xfrm>
                </p:grpSpPr>
                <p:grpSp>
                  <p:nvGrpSpPr>
                    <p:cNvPr id="32782" name="Group 45"/>
                    <p:cNvGrpSpPr>
                      <a:grpSpLocks/>
                    </p:cNvGrpSpPr>
                    <p:nvPr/>
                  </p:nvGrpSpPr>
                  <p:grpSpPr bwMode="auto">
                    <a:xfrm>
                      <a:off x="5715000" y="2362200"/>
                      <a:ext cx="2743200" cy="3733800"/>
                      <a:chOff x="5715000" y="2362200"/>
                      <a:chExt cx="2743200" cy="3733800"/>
                    </a:xfrm>
                  </p:grpSpPr>
                  <p:grpSp>
                    <p:nvGrpSpPr>
                      <p:cNvPr id="32784" name="Group 45"/>
                      <p:cNvGrpSpPr>
                        <a:grpSpLocks/>
                      </p:cNvGrpSpPr>
                      <p:nvPr/>
                    </p:nvGrpSpPr>
                    <p:grpSpPr bwMode="auto">
                      <a:xfrm>
                        <a:off x="5715000" y="2362200"/>
                        <a:ext cx="2743200" cy="3733800"/>
                        <a:chOff x="5715000" y="2362200"/>
                        <a:chExt cx="2743200" cy="3733800"/>
                      </a:xfrm>
                    </p:grpSpPr>
                    <p:grpSp>
                      <p:nvGrpSpPr>
                        <p:cNvPr id="32786" name="Group 40"/>
                        <p:cNvGrpSpPr>
                          <a:grpSpLocks/>
                        </p:cNvGrpSpPr>
                        <p:nvPr/>
                      </p:nvGrpSpPr>
                      <p:grpSpPr bwMode="auto">
                        <a:xfrm>
                          <a:off x="5715000" y="2362200"/>
                          <a:ext cx="2743200" cy="3733800"/>
                          <a:chOff x="5715000" y="2362200"/>
                          <a:chExt cx="2743200" cy="3733800"/>
                        </a:xfrm>
                      </p:grpSpPr>
                      <p:grpSp>
                        <p:nvGrpSpPr>
                          <p:cNvPr id="32788" name="Group 37"/>
                          <p:cNvGrpSpPr>
                            <a:grpSpLocks/>
                          </p:cNvGrpSpPr>
                          <p:nvPr/>
                        </p:nvGrpSpPr>
                        <p:grpSpPr bwMode="auto">
                          <a:xfrm>
                            <a:off x="5715000" y="2362200"/>
                            <a:ext cx="2743200" cy="3733800"/>
                            <a:chOff x="5715000" y="2362200"/>
                            <a:chExt cx="2743200" cy="3733800"/>
                          </a:xfrm>
                        </p:grpSpPr>
                        <p:grpSp>
                          <p:nvGrpSpPr>
                            <p:cNvPr id="32790" name="Group 34"/>
                            <p:cNvGrpSpPr>
                              <a:grpSpLocks/>
                            </p:cNvGrpSpPr>
                            <p:nvPr/>
                          </p:nvGrpSpPr>
                          <p:grpSpPr bwMode="auto">
                            <a:xfrm>
                              <a:off x="5715000" y="2362200"/>
                              <a:ext cx="2743200" cy="3733800"/>
                              <a:chOff x="5715000" y="2438400"/>
                              <a:chExt cx="2743200" cy="3733800"/>
                            </a:xfrm>
                          </p:grpSpPr>
                          <p:cxnSp>
                            <p:nvCxnSpPr>
                              <p:cNvPr id="32800"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32801"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32802"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32803"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32804"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32805"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32806" name="Group 27"/>
                              <p:cNvGrpSpPr>
                                <a:grpSpLocks/>
                              </p:cNvGrpSpPr>
                              <p:nvPr/>
                            </p:nvGrpSpPr>
                            <p:grpSpPr bwMode="auto">
                              <a:xfrm>
                                <a:off x="7620000" y="2438400"/>
                                <a:ext cx="838200" cy="704910"/>
                                <a:chOff x="7620000" y="2438400"/>
                                <a:chExt cx="838200" cy="704910"/>
                              </a:xfrm>
                            </p:grpSpPr>
                            <p:cxnSp>
                              <p:nvCxnSpPr>
                                <p:cNvPr id="32816"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32817"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32807" name="Group 33"/>
                              <p:cNvGrpSpPr>
                                <a:grpSpLocks/>
                              </p:cNvGrpSpPr>
                              <p:nvPr/>
                            </p:nvGrpSpPr>
                            <p:grpSpPr bwMode="auto">
                              <a:xfrm>
                                <a:off x="7620000" y="3733800"/>
                                <a:ext cx="838200" cy="704910"/>
                                <a:chOff x="7620000" y="3733800"/>
                                <a:chExt cx="838200" cy="704910"/>
                              </a:xfrm>
                            </p:grpSpPr>
                            <p:cxnSp>
                              <p:nvCxnSpPr>
                                <p:cNvPr id="32814"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32815"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32808"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32809"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32810"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32811" name="Group 32"/>
                              <p:cNvGrpSpPr>
                                <a:grpSpLocks/>
                              </p:cNvGrpSpPr>
                              <p:nvPr/>
                            </p:nvGrpSpPr>
                            <p:grpSpPr bwMode="auto">
                              <a:xfrm>
                                <a:off x="7620000" y="5029200"/>
                                <a:ext cx="838200" cy="704910"/>
                                <a:chOff x="7620000" y="5029200"/>
                                <a:chExt cx="838200" cy="704910"/>
                              </a:xfrm>
                            </p:grpSpPr>
                            <p:cxnSp>
                              <p:nvCxnSpPr>
                                <p:cNvPr id="32812"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32813"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32791"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32792"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32793" name="Group 42"/>
                            <p:cNvGrpSpPr>
                              <a:grpSpLocks/>
                            </p:cNvGrpSpPr>
                            <p:nvPr/>
                          </p:nvGrpSpPr>
                          <p:grpSpPr bwMode="auto">
                            <a:xfrm>
                              <a:off x="5791200" y="2895600"/>
                              <a:ext cx="457200" cy="369332"/>
                              <a:chOff x="5791200" y="2895600"/>
                              <a:chExt cx="457200" cy="369332"/>
                            </a:xfrm>
                          </p:grpSpPr>
                          <p:sp>
                            <p:nvSpPr>
                              <p:cNvPr id="32798"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32799"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32794" name="Group 33"/>
                            <p:cNvGrpSpPr>
                              <a:grpSpLocks/>
                            </p:cNvGrpSpPr>
                            <p:nvPr/>
                          </p:nvGrpSpPr>
                          <p:grpSpPr bwMode="auto">
                            <a:xfrm>
                              <a:off x="5791200" y="4191000"/>
                              <a:ext cx="457200" cy="381000"/>
                              <a:chOff x="5791200" y="4191000"/>
                              <a:chExt cx="457200" cy="381000"/>
                            </a:xfrm>
                          </p:grpSpPr>
                          <p:sp>
                            <p:nvSpPr>
                              <p:cNvPr id="32796"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32797"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32795"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2789" name="Straight Connector 37"/>
                          <p:cNvCxnSpPr>
                            <a:cxnSpLocks noChangeShapeType="1"/>
                          </p:cNvCxnSpPr>
                          <p:nvPr/>
                        </p:nvCxnSpPr>
                        <p:spPr bwMode="auto">
                          <a:xfrm rot="5400000">
                            <a:off x="5791200" y="5562600"/>
                            <a:ext cx="304800" cy="304800"/>
                          </a:xfrm>
                          <a:prstGeom prst="line">
                            <a:avLst/>
                          </a:prstGeom>
                          <a:noFill/>
                          <a:ln w="25400" algn="ctr">
                            <a:solidFill>
                              <a:schemeClr val="tx1"/>
                            </a:solidFill>
                            <a:miter lim="800000"/>
                            <a:headEnd/>
                            <a:tailEnd/>
                          </a:ln>
                        </p:spPr>
                      </p:cxnSp>
                    </p:grpSp>
                    <p:sp>
                      <p:nvSpPr>
                        <p:cNvPr id="32787" name="TextBox 42"/>
                        <p:cNvSpPr txBox="1">
                          <a:spLocks noChangeArrowheads="1"/>
                        </p:cNvSpPr>
                        <p:nvPr/>
                      </p:nvSpPr>
                      <p:spPr bwMode="auto">
                        <a:xfrm>
                          <a:off x="6172200" y="54864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2785" name="Straight Connector 40"/>
                      <p:cNvCxnSpPr>
                        <a:cxnSpLocks noChangeShapeType="1"/>
                      </p:cNvCxnSpPr>
                      <p:nvPr/>
                    </p:nvCxnSpPr>
                    <p:spPr bwMode="auto">
                      <a:xfrm rot="5400000">
                        <a:off x="6248400" y="2895600"/>
                        <a:ext cx="304800" cy="304800"/>
                      </a:xfrm>
                      <a:prstGeom prst="line">
                        <a:avLst/>
                      </a:prstGeom>
                      <a:noFill/>
                      <a:ln w="25400" algn="ctr">
                        <a:solidFill>
                          <a:schemeClr val="tx1"/>
                        </a:solidFill>
                        <a:miter lim="800000"/>
                        <a:headEnd/>
                        <a:tailEnd/>
                      </a:ln>
                    </p:spPr>
                  </p:cxnSp>
                </p:grpSp>
                <p:sp>
                  <p:nvSpPr>
                    <p:cNvPr id="32783" name="TextBox 46"/>
                    <p:cNvSpPr txBox="1">
                      <a:spLocks noChangeArrowheads="1"/>
                    </p:cNvSpPr>
                    <p:nvPr/>
                  </p:nvSpPr>
                  <p:spPr bwMode="auto">
                    <a:xfrm>
                      <a:off x="6629400" y="2907268"/>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2781" name="Straight Connector 45"/>
                  <p:cNvCxnSpPr>
                    <a:cxnSpLocks noChangeShapeType="1"/>
                  </p:cNvCxnSpPr>
                  <p:nvPr/>
                </p:nvCxnSpPr>
                <p:spPr bwMode="auto">
                  <a:xfrm rot="5400000">
                    <a:off x="6172200" y="4191000"/>
                    <a:ext cx="304800" cy="304800"/>
                  </a:xfrm>
                  <a:prstGeom prst="line">
                    <a:avLst/>
                  </a:prstGeom>
                  <a:noFill/>
                  <a:ln w="25400" algn="ctr">
                    <a:solidFill>
                      <a:schemeClr val="tx1"/>
                    </a:solidFill>
                    <a:miter lim="800000"/>
                    <a:headEnd/>
                    <a:tailEnd/>
                  </a:ln>
                </p:spPr>
              </p:cxnSp>
            </p:grpSp>
            <p:sp>
              <p:nvSpPr>
                <p:cNvPr id="32779" name="TextBox 48"/>
                <p:cNvSpPr txBox="1">
                  <a:spLocks noChangeArrowheads="1"/>
                </p:cNvSpPr>
                <p:nvPr/>
              </p:nvSpPr>
              <p:spPr bwMode="auto">
                <a:xfrm>
                  <a:off x="6400800" y="4191000"/>
                  <a:ext cx="457200" cy="369332"/>
                </a:xfrm>
                <a:prstGeom prst="rect">
                  <a:avLst/>
                </a:prstGeom>
                <a:noFill/>
                <a:ln w="9525">
                  <a:noFill/>
                  <a:miter lim="800000"/>
                  <a:headEnd/>
                  <a:tailEnd/>
                </a:ln>
              </p:spPr>
              <p:txBody>
                <a:bodyPr>
                  <a:spAutoFit/>
                </a:bodyPr>
                <a:lstStyle/>
                <a:p>
                  <a:r>
                    <a:rPr lang="en-US" sz="1800"/>
                    <a:t>3</a:t>
                  </a:r>
                  <a:endParaRPr lang="ar-EG" sz="1800"/>
                </a:p>
              </p:txBody>
            </p:sp>
          </p:grpSp>
          <p:sp>
            <p:nvSpPr>
              <p:cNvPr id="32777" name="TextBox 50"/>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32774" name="Picture 48"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51"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54"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239754632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5" name="Group 48"/>
          <p:cNvGrpSpPr>
            <a:grpSpLocks/>
          </p:cNvGrpSpPr>
          <p:nvPr/>
        </p:nvGrpSpPr>
        <p:grpSpPr bwMode="auto">
          <a:xfrm>
            <a:off x="585788" y="1905000"/>
            <a:ext cx="7872412" cy="4876800"/>
            <a:chOff x="585788" y="1905000"/>
            <a:chExt cx="7872412" cy="4876800"/>
          </a:xfrm>
        </p:grpSpPr>
        <p:sp>
          <p:nvSpPr>
            <p:cNvPr id="33796" name="AutoShape 13"/>
            <p:cNvSpPr>
              <a:spLocks noChangeArrowheads="1"/>
            </p:cNvSpPr>
            <p:nvPr/>
          </p:nvSpPr>
          <p:spPr bwMode="auto">
            <a:xfrm>
              <a:off x="1371600" y="22860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33797" name="Group 51"/>
            <p:cNvGrpSpPr>
              <a:grpSpLocks/>
            </p:cNvGrpSpPr>
            <p:nvPr/>
          </p:nvGrpSpPr>
          <p:grpSpPr bwMode="auto">
            <a:xfrm>
              <a:off x="5715000" y="2068513"/>
              <a:ext cx="2743200" cy="4027487"/>
              <a:chOff x="5715000" y="2069068"/>
              <a:chExt cx="2743200" cy="4026932"/>
            </a:xfrm>
          </p:grpSpPr>
          <p:grpSp>
            <p:nvGrpSpPr>
              <p:cNvPr id="33800" name="Group 49"/>
              <p:cNvGrpSpPr>
                <a:grpSpLocks/>
              </p:cNvGrpSpPr>
              <p:nvPr/>
            </p:nvGrpSpPr>
            <p:grpSpPr bwMode="auto">
              <a:xfrm>
                <a:off x="5715000" y="2362200"/>
                <a:ext cx="2743200" cy="3733800"/>
                <a:chOff x="5715000" y="2362200"/>
                <a:chExt cx="2743200" cy="3733800"/>
              </a:xfrm>
            </p:grpSpPr>
            <p:grpSp>
              <p:nvGrpSpPr>
                <p:cNvPr id="33802" name="Group 47"/>
                <p:cNvGrpSpPr>
                  <a:grpSpLocks/>
                </p:cNvGrpSpPr>
                <p:nvPr/>
              </p:nvGrpSpPr>
              <p:grpSpPr bwMode="auto">
                <a:xfrm>
                  <a:off x="5715000" y="2362200"/>
                  <a:ext cx="2743200" cy="3733800"/>
                  <a:chOff x="5715000" y="2362200"/>
                  <a:chExt cx="2743200" cy="3733800"/>
                </a:xfrm>
              </p:grpSpPr>
              <p:grpSp>
                <p:nvGrpSpPr>
                  <p:cNvPr id="33804" name="Group 47"/>
                  <p:cNvGrpSpPr>
                    <a:grpSpLocks/>
                  </p:cNvGrpSpPr>
                  <p:nvPr/>
                </p:nvGrpSpPr>
                <p:grpSpPr bwMode="auto">
                  <a:xfrm>
                    <a:off x="5715000" y="2362200"/>
                    <a:ext cx="2743200" cy="3733800"/>
                    <a:chOff x="5715000" y="2362200"/>
                    <a:chExt cx="2743200" cy="3733800"/>
                  </a:xfrm>
                </p:grpSpPr>
                <p:grpSp>
                  <p:nvGrpSpPr>
                    <p:cNvPr id="33806" name="Group 45"/>
                    <p:cNvGrpSpPr>
                      <a:grpSpLocks/>
                    </p:cNvGrpSpPr>
                    <p:nvPr/>
                  </p:nvGrpSpPr>
                  <p:grpSpPr bwMode="auto">
                    <a:xfrm>
                      <a:off x="5715000" y="2362200"/>
                      <a:ext cx="2743200" cy="3733800"/>
                      <a:chOff x="5715000" y="2362200"/>
                      <a:chExt cx="2743200" cy="3733800"/>
                    </a:xfrm>
                  </p:grpSpPr>
                  <p:grpSp>
                    <p:nvGrpSpPr>
                      <p:cNvPr id="33808" name="Group 45"/>
                      <p:cNvGrpSpPr>
                        <a:grpSpLocks/>
                      </p:cNvGrpSpPr>
                      <p:nvPr/>
                    </p:nvGrpSpPr>
                    <p:grpSpPr bwMode="auto">
                      <a:xfrm>
                        <a:off x="5715000" y="2362200"/>
                        <a:ext cx="2743200" cy="3733800"/>
                        <a:chOff x="5715000" y="2362200"/>
                        <a:chExt cx="2743200" cy="3733800"/>
                      </a:xfrm>
                    </p:grpSpPr>
                    <p:grpSp>
                      <p:nvGrpSpPr>
                        <p:cNvPr id="33810" name="Group 40"/>
                        <p:cNvGrpSpPr>
                          <a:grpSpLocks/>
                        </p:cNvGrpSpPr>
                        <p:nvPr/>
                      </p:nvGrpSpPr>
                      <p:grpSpPr bwMode="auto">
                        <a:xfrm>
                          <a:off x="5715000" y="2362200"/>
                          <a:ext cx="2743200" cy="3733800"/>
                          <a:chOff x="5715000" y="2362200"/>
                          <a:chExt cx="2743200" cy="3733800"/>
                        </a:xfrm>
                      </p:grpSpPr>
                      <p:grpSp>
                        <p:nvGrpSpPr>
                          <p:cNvPr id="33812" name="Group 37"/>
                          <p:cNvGrpSpPr>
                            <a:grpSpLocks/>
                          </p:cNvGrpSpPr>
                          <p:nvPr/>
                        </p:nvGrpSpPr>
                        <p:grpSpPr bwMode="auto">
                          <a:xfrm>
                            <a:off x="5715000" y="2362200"/>
                            <a:ext cx="2743200" cy="3733800"/>
                            <a:chOff x="5715000" y="2362200"/>
                            <a:chExt cx="2743200" cy="3733800"/>
                          </a:xfrm>
                        </p:grpSpPr>
                        <p:grpSp>
                          <p:nvGrpSpPr>
                            <p:cNvPr id="33814" name="Group 34"/>
                            <p:cNvGrpSpPr>
                              <a:grpSpLocks/>
                            </p:cNvGrpSpPr>
                            <p:nvPr/>
                          </p:nvGrpSpPr>
                          <p:grpSpPr bwMode="auto">
                            <a:xfrm>
                              <a:off x="5715000" y="2362200"/>
                              <a:ext cx="2743200" cy="3733800"/>
                              <a:chOff x="5715000" y="2438400"/>
                              <a:chExt cx="2743200" cy="3733800"/>
                            </a:xfrm>
                          </p:grpSpPr>
                          <p:cxnSp>
                            <p:nvCxnSpPr>
                              <p:cNvPr id="33824"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33825"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33826"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33827"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33828"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33829"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33830" name="Group 27"/>
                              <p:cNvGrpSpPr>
                                <a:grpSpLocks/>
                              </p:cNvGrpSpPr>
                              <p:nvPr/>
                            </p:nvGrpSpPr>
                            <p:grpSpPr bwMode="auto">
                              <a:xfrm>
                                <a:off x="7620000" y="2438400"/>
                                <a:ext cx="838200" cy="704910"/>
                                <a:chOff x="7620000" y="2438400"/>
                                <a:chExt cx="838200" cy="704910"/>
                              </a:xfrm>
                            </p:grpSpPr>
                            <p:cxnSp>
                              <p:nvCxnSpPr>
                                <p:cNvPr id="33840"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33841"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33831" name="Group 33"/>
                              <p:cNvGrpSpPr>
                                <a:grpSpLocks/>
                              </p:cNvGrpSpPr>
                              <p:nvPr/>
                            </p:nvGrpSpPr>
                            <p:grpSpPr bwMode="auto">
                              <a:xfrm>
                                <a:off x="7620000" y="3733800"/>
                                <a:ext cx="838200" cy="704910"/>
                                <a:chOff x="7620000" y="3733800"/>
                                <a:chExt cx="838200" cy="704910"/>
                              </a:xfrm>
                            </p:grpSpPr>
                            <p:cxnSp>
                              <p:nvCxnSpPr>
                                <p:cNvPr id="33838"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33839"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33832"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33833"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33834"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33835" name="Group 32"/>
                              <p:cNvGrpSpPr>
                                <a:grpSpLocks/>
                              </p:cNvGrpSpPr>
                              <p:nvPr/>
                            </p:nvGrpSpPr>
                            <p:grpSpPr bwMode="auto">
                              <a:xfrm>
                                <a:off x="7620000" y="5029200"/>
                                <a:ext cx="838200" cy="704910"/>
                                <a:chOff x="7620000" y="5029200"/>
                                <a:chExt cx="838200" cy="704910"/>
                              </a:xfrm>
                            </p:grpSpPr>
                            <p:cxnSp>
                              <p:nvCxnSpPr>
                                <p:cNvPr id="33836"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33837"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33815"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33816"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33817" name="Group 42"/>
                            <p:cNvGrpSpPr>
                              <a:grpSpLocks/>
                            </p:cNvGrpSpPr>
                            <p:nvPr/>
                          </p:nvGrpSpPr>
                          <p:grpSpPr bwMode="auto">
                            <a:xfrm>
                              <a:off x="5791200" y="2895600"/>
                              <a:ext cx="457200" cy="369332"/>
                              <a:chOff x="5791200" y="2895600"/>
                              <a:chExt cx="457200" cy="369332"/>
                            </a:xfrm>
                          </p:grpSpPr>
                          <p:sp>
                            <p:nvSpPr>
                              <p:cNvPr id="33822"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33823"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33818" name="Group 33"/>
                            <p:cNvGrpSpPr>
                              <a:grpSpLocks/>
                            </p:cNvGrpSpPr>
                            <p:nvPr/>
                          </p:nvGrpSpPr>
                          <p:grpSpPr bwMode="auto">
                            <a:xfrm>
                              <a:off x="5791200" y="4191000"/>
                              <a:ext cx="457200" cy="381000"/>
                              <a:chOff x="5791200" y="4191000"/>
                              <a:chExt cx="457200" cy="381000"/>
                            </a:xfrm>
                          </p:grpSpPr>
                          <p:sp>
                            <p:nvSpPr>
                              <p:cNvPr id="33820"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33821"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33819"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3813" name="Straight Connector 37"/>
                          <p:cNvCxnSpPr>
                            <a:cxnSpLocks noChangeShapeType="1"/>
                          </p:cNvCxnSpPr>
                          <p:nvPr/>
                        </p:nvCxnSpPr>
                        <p:spPr bwMode="auto">
                          <a:xfrm rot="5400000">
                            <a:off x="5791200" y="5562600"/>
                            <a:ext cx="304800" cy="304800"/>
                          </a:xfrm>
                          <a:prstGeom prst="line">
                            <a:avLst/>
                          </a:prstGeom>
                          <a:noFill/>
                          <a:ln w="25400" algn="ctr">
                            <a:solidFill>
                              <a:schemeClr val="tx1"/>
                            </a:solidFill>
                            <a:miter lim="800000"/>
                            <a:headEnd/>
                            <a:tailEnd/>
                          </a:ln>
                        </p:spPr>
                      </p:cxnSp>
                    </p:grpSp>
                    <p:sp>
                      <p:nvSpPr>
                        <p:cNvPr id="33811" name="TextBox 42"/>
                        <p:cNvSpPr txBox="1">
                          <a:spLocks noChangeArrowheads="1"/>
                        </p:cNvSpPr>
                        <p:nvPr/>
                      </p:nvSpPr>
                      <p:spPr bwMode="auto">
                        <a:xfrm>
                          <a:off x="6172200" y="54864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3809" name="Straight Connector 40"/>
                      <p:cNvCxnSpPr>
                        <a:cxnSpLocks noChangeShapeType="1"/>
                      </p:cNvCxnSpPr>
                      <p:nvPr/>
                    </p:nvCxnSpPr>
                    <p:spPr bwMode="auto">
                      <a:xfrm rot="5400000">
                        <a:off x="6248400" y="2895600"/>
                        <a:ext cx="304800" cy="304800"/>
                      </a:xfrm>
                      <a:prstGeom prst="line">
                        <a:avLst/>
                      </a:prstGeom>
                      <a:noFill/>
                      <a:ln w="25400" algn="ctr">
                        <a:solidFill>
                          <a:schemeClr val="tx1"/>
                        </a:solidFill>
                        <a:miter lim="800000"/>
                        <a:headEnd/>
                        <a:tailEnd/>
                      </a:ln>
                    </p:spPr>
                  </p:cxnSp>
                </p:grpSp>
                <p:sp>
                  <p:nvSpPr>
                    <p:cNvPr id="33807" name="TextBox 46"/>
                    <p:cNvSpPr txBox="1">
                      <a:spLocks noChangeArrowheads="1"/>
                    </p:cNvSpPr>
                    <p:nvPr/>
                  </p:nvSpPr>
                  <p:spPr bwMode="auto">
                    <a:xfrm>
                      <a:off x="6629400" y="2907268"/>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3805" name="Straight Connector 45"/>
                  <p:cNvCxnSpPr>
                    <a:cxnSpLocks noChangeShapeType="1"/>
                  </p:cNvCxnSpPr>
                  <p:nvPr/>
                </p:nvCxnSpPr>
                <p:spPr bwMode="auto">
                  <a:xfrm rot="5400000">
                    <a:off x="6172200" y="4191000"/>
                    <a:ext cx="304800" cy="304800"/>
                  </a:xfrm>
                  <a:prstGeom prst="line">
                    <a:avLst/>
                  </a:prstGeom>
                  <a:noFill/>
                  <a:ln w="25400" algn="ctr">
                    <a:solidFill>
                      <a:schemeClr val="tx1"/>
                    </a:solidFill>
                    <a:miter lim="800000"/>
                    <a:headEnd/>
                    <a:tailEnd/>
                  </a:ln>
                </p:spPr>
              </p:cxnSp>
            </p:grpSp>
            <p:sp>
              <p:nvSpPr>
                <p:cNvPr id="33803" name="TextBox 48"/>
                <p:cNvSpPr txBox="1">
                  <a:spLocks noChangeArrowheads="1"/>
                </p:cNvSpPr>
                <p:nvPr/>
              </p:nvSpPr>
              <p:spPr bwMode="auto">
                <a:xfrm>
                  <a:off x="6400800" y="4191000"/>
                  <a:ext cx="457200" cy="369332"/>
                </a:xfrm>
                <a:prstGeom prst="rect">
                  <a:avLst/>
                </a:prstGeom>
                <a:noFill/>
                <a:ln w="9525">
                  <a:noFill/>
                  <a:miter lim="800000"/>
                  <a:headEnd/>
                  <a:tailEnd/>
                </a:ln>
              </p:spPr>
              <p:txBody>
                <a:bodyPr>
                  <a:spAutoFit/>
                </a:bodyPr>
                <a:lstStyle/>
                <a:p>
                  <a:r>
                    <a:rPr lang="en-US" sz="1800"/>
                    <a:t>3</a:t>
                  </a:r>
                  <a:endParaRPr lang="ar-EG" sz="1800"/>
                </a:p>
              </p:txBody>
            </p:sp>
          </p:grpSp>
          <p:sp>
            <p:nvSpPr>
              <p:cNvPr id="33801" name="TextBox 50"/>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33798" name="Picture 48"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51"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54"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22983411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9" name="Group 48"/>
          <p:cNvGrpSpPr>
            <a:grpSpLocks/>
          </p:cNvGrpSpPr>
          <p:nvPr/>
        </p:nvGrpSpPr>
        <p:grpSpPr bwMode="auto">
          <a:xfrm>
            <a:off x="585788" y="1905000"/>
            <a:ext cx="7872412" cy="4876800"/>
            <a:chOff x="585788" y="1905000"/>
            <a:chExt cx="7872412" cy="4876800"/>
          </a:xfrm>
        </p:grpSpPr>
        <p:sp>
          <p:nvSpPr>
            <p:cNvPr id="34820" name="AutoShape 13"/>
            <p:cNvSpPr>
              <a:spLocks noChangeArrowheads="1"/>
            </p:cNvSpPr>
            <p:nvPr/>
          </p:nvSpPr>
          <p:spPr bwMode="auto">
            <a:xfrm>
              <a:off x="1371600" y="25146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34821" name="Group 51"/>
            <p:cNvGrpSpPr>
              <a:grpSpLocks/>
            </p:cNvGrpSpPr>
            <p:nvPr/>
          </p:nvGrpSpPr>
          <p:grpSpPr bwMode="auto">
            <a:xfrm>
              <a:off x="5715000" y="2068513"/>
              <a:ext cx="2743200" cy="4027487"/>
              <a:chOff x="5715000" y="2069068"/>
              <a:chExt cx="2743200" cy="4026932"/>
            </a:xfrm>
          </p:grpSpPr>
          <p:grpSp>
            <p:nvGrpSpPr>
              <p:cNvPr id="34824" name="Group 49"/>
              <p:cNvGrpSpPr>
                <a:grpSpLocks/>
              </p:cNvGrpSpPr>
              <p:nvPr/>
            </p:nvGrpSpPr>
            <p:grpSpPr bwMode="auto">
              <a:xfrm>
                <a:off x="5715000" y="2362200"/>
                <a:ext cx="2743200" cy="3733800"/>
                <a:chOff x="5715000" y="2362200"/>
                <a:chExt cx="2743200" cy="3733800"/>
              </a:xfrm>
            </p:grpSpPr>
            <p:grpSp>
              <p:nvGrpSpPr>
                <p:cNvPr id="34826" name="Group 47"/>
                <p:cNvGrpSpPr>
                  <a:grpSpLocks/>
                </p:cNvGrpSpPr>
                <p:nvPr/>
              </p:nvGrpSpPr>
              <p:grpSpPr bwMode="auto">
                <a:xfrm>
                  <a:off x="5715000" y="2362200"/>
                  <a:ext cx="2743200" cy="3733800"/>
                  <a:chOff x="5715000" y="2362200"/>
                  <a:chExt cx="2743200" cy="3733800"/>
                </a:xfrm>
              </p:grpSpPr>
              <p:grpSp>
                <p:nvGrpSpPr>
                  <p:cNvPr id="34828" name="Group 47"/>
                  <p:cNvGrpSpPr>
                    <a:grpSpLocks/>
                  </p:cNvGrpSpPr>
                  <p:nvPr/>
                </p:nvGrpSpPr>
                <p:grpSpPr bwMode="auto">
                  <a:xfrm>
                    <a:off x="5715000" y="2362200"/>
                    <a:ext cx="2743200" cy="3733800"/>
                    <a:chOff x="5715000" y="2362200"/>
                    <a:chExt cx="2743200" cy="3733800"/>
                  </a:xfrm>
                </p:grpSpPr>
                <p:grpSp>
                  <p:nvGrpSpPr>
                    <p:cNvPr id="34830" name="Group 45"/>
                    <p:cNvGrpSpPr>
                      <a:grpSpLocks/>
                    </p:cNvGrpSpPr>
                    <p:nvPr/>
                  </p:nvGrpSpPr>
                  <p:grpSpPr bwMode="auto">
                    <a:xfrm>
                      <a:off x="5715000" y="2362200"/>
                      <a:ext cx="2743200" cy="3733800"/>
                      <a:chOff x="5715000" y="2362200"/>
                      <a:chExt cx="2743200" cy="3733800"/>
                    </a:xfrm>
                  </p:grpSpPr>
                  <p:grpSp>
                    <p:nvGrpSpPr>
                      <p:cNvPr id="34832" name="Group 45"/>
                      <p:cNvGrpSpPr>
                        <a:grpSpLocks/>
                      </p:cNvGrpSpPr>
                      <p:nvPr/>
                    </p:nvGrpSpPr>
                    <p:grpSpPr bwMode="auto">
                      <a:xfrm>
                        <a:off x="5715000" y="2362200"/>
                        <a:ext cx="2743200" cy="3733800"/>
                        <a:chOff x="5715000" y="2362200"/>
                        <a:chExt cx="2743200" cy="3733800"/>
                      </a:xfrm>
                    </p:grpSpPr>
                    <p:grpSp>
                      <p:nvGrpSpPr>
                        <p:cNvPr id="34834" name="Group 40"/>
                        <p:cNvGrpSpPr>
                          <a:grpSpLocks/>
                        </p:cNvGrpSpPr>
                        <p:nvPr/>
                      </p:nvGrpSpPr>
                      <p:grpSpPr bwMode="auto">
                        <a:xfrm>
                          <a:off x="5715000" y="2362200"/>
                          <a:ext cx="2743200" cy="3733800"/>
                          <a:chOff x="5715000" y="2362200"/>
                          <a:chExt cx="2743200" cy="3733800"/>
                        </a:xfrm>
                      </p:grpSpPr>
                      <p:grpSp>
                        <p:nvGrpSpPr>
                          <p:cNvPr id="34836" name="Group 37"/>
                          <p:cNvGrpSpPr>
                            <a:grpSpLocks/>
                          </p:cNvGrpSpPr>
                          <p:nvPr/>
                        </p:nvGrpSpPr>
                        <p:grpSpPr bwMode="auto">
                          <a:xfrm>
                            <a:off x="5715000" y="2362200"/>
                            <a:ext cx="2743200" cy="3733800"/>
                            <a:chOff x="5715000" y="2362200"/>
                            <a:chExt cx="2743200" cy="3733800"/>
                          </a:xfrm>
                        </p:grpSpPr>
                        <p:grpSp>
                          <p:nvGrpSpPr>
                            <p:cNvPr id="34838" name="Group 34"/>
                            <p:cNvGrpSpPr>
                              <a:grpSpLocks/>
                            </p:cNvGrpSpPr>
                            <p:nvPr/>
                          </p:nvGrpSpPr>
                          <p:grpSpPr bwMode="auto">
                            <a:xfrm>
                              <a:off x="5715000" y="2362200"/>
                              <a:ext cx="2743200" cy="3733800"/>
                              <a:chOff x="5715000" y="2438400"/>
                              <a:chExt cx="2743200" cy="3733800"/>
                            </a:xfrm>
                          </p:grpSpPr>
                          <p:cxnSp>
                            <p:nvCxnSpPr>
                              <p:cNvPr id="34848"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34849"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34850"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34851"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34852"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34853"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34854" name="Group 27"/>
                              <p:cNvGrpSpPr>
                                <a:grpSpLocks/>
                              </p:cNvGrpSpPr>
                              <p:nvPr/>
                            </p:nvGrpSpPr>
                            <p:grpSpPr bwMode="auto">
                              <a:xfrm>
                                <a:off x="7620000" y="2438400"/>
                                <a:ext cx="838200" cy="704910"/>
                                <a:chOff x="7620000" y="2438400"/>
                                <a:chExt cx="838200" cy="704910"/>
                              </a:xfrm>
                            </p:grpSpPr>
                            <p:cxnSp>
                              <p:nvCxnSpPr>
                                <p:cNvPr id="34864"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34865"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34855" name="Group 33"/>
                              <p:cNvGrpSpPr>
                                <a:grpSpLocks/>
                              </p:cNvGrpSpPr>
                              <p:nvPr/>
                            </p:nvGrpSpPr>
                            <p:grpSpPr bwMode="auto">
                              <a:xfrm>
                                <a:off x="7620000" y="3733800"/>
                                <a:ext cx="838200" cy="704910"/>
                                <a:chOff x="7620000" y="3733800"/>
                                <a:chExt cx="838200" cy="704910"/>
                              </a:xfrm>
                            </p:grpSpPr>
                            <p:cxnSp>
                              <p:nvCxnSpPr>
                                <p:cNvPr id="34862"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34863"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34856"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34857"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34858"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34859" name="Group 32"/>
                              <p:cNvGrpSpPr>
                                <a:grpSpLocks/>
                              </p:cNvGrpSpPr>
                              <p:nvPr/>
                            </p:nvGrpSpPr>
                            <p:grpSpPr bwMode="auto">
                              <a:xfrm>
                                <a:off x="7620000" y="5029200"/>
                                <a:ext cx="838200" cy="704910"/>
                                <a:chOff x="7620000" y="5029200"/>
                                <a:chExt cx="838200" cy="704910"/>
                              </a:xfrm>
                            </p:grpSpPr>
                            <p:cxnSp>
                              <p:nvCxnSpPr>
                                <p:cNvPr id="34860"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34861"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34839"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34840"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34841" name="Group 42"/>
                            <p:cNvGrpSpPr>
                              <a:grpSpLocks/>
                            </p:cNvGrpSpPr>
                            <p:nvPr/>
                          </p:nvGrpSpPr>
                          <p:grpSpPr bwMode="auto">
                            <a:xfrm>
                              <a:off x="5791200" y="2895600"/>
                              <a:ext cx="457200" cy="369332"/>
                              <a:chOff x="5791200" y="2895600"/>
                              <a:chExt cx="457200" cy="369332"/>
                            </a:xfrm>
                          </p:grpSpPr>
                          <p:sp>
                            <p:nvSpPr>
                              <p:cNvPr id="34846"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34847"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34842" name="Group 33"/>
                            <p:cNvGrpSpPr>
                              <a:grpSpLocks/>
                            </p:cNvGrpSpPr>
                            <p:nvPr/>
                          </p:nvGrpSpPr>
                          <p:grpSpPr bwMode="auto">
                            <a:xfrm>
                              <a:off x="5791200" y="4191000"/>
                              <a:ext cx="457200" cy="381000"/>
                              <a:chOff x="5791200" y="4191000"/>
                              <a:chExt cx="457200" cy="381000"/>
                            </a:xfrm>
                          </p:grpSpPr>
                          <p:sp>
                            <p:nvSpPr>
                              <p:cNvPr id="34844"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34845"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34843"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4837" name="Straight Connector 37"/>
                          <p:cNvCxnSpPr>
                            <a:cxnSpLocks noChangeShapeType="1"/>
                          </p:cNvCxnSpPr>
                          <p:nvPr/>
                        </p:nvCxnSpPr>
                        <p:spPr bwMode="auto">
                          <a:xfrm rot="5400000">
                            <a:off x="5791200" y="5562600"/>
                            <a:ext cx="304800" cy="304800"/>
                          </a:xfrm>
                          <a:prstGeom prst="line">
                            <a:avLst/>
                          </a:prstGeom>
                          <a:noFill/>
                          <a:ln w="25400" algn="ctr">
                            <a:solidFill>
                              <a:schemeClr val="tx1"/>
                            </a:solidFill>
                            <a:miter lim="800000"/>
                            <a:headEnd/>
                            <a:tailEnd/>
                          </a:ln>
                        </p:spPr>
                      </p:cxnSp>
                    </p:grpSp>
                    <p:sp>
                      <p:nvSpPr>
                        <p:cNvPr id="34835" name="TextBox 42"/>
                        <p:cNvSpPr txBox="1">
                          <a:spLocks noChangeArrowheads="1"/>
                        </p:cNvSpPr>
                        <p:nvPr/>
                      </p:nvSpPr>
                      <p:spPr bwMode="auto">
                        <a:xfrm>
                          <a:off x="6172200" y="54864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4833" name="Straight Connector 40"/>
                      <p:cNvCxnSpPr>
                        <a:cxnSpLocks noChangeShapeType="1"/>
                      </p:cNvCxnSpPr>
                      <p:nvPr/>
                    </p:nvCxnSpPr>
                    <p:spPr bwMode="auto">
                      <a:xfrm rot="5400000">
                        <a:off x="6248400" y="2895600"/>
                        <a:ext cx="304800" cy="304800"/>
                      </a:xfrm>
                      <a:prstGeom prst="line">
                        <a:avLst/>
                      </a:prstGeom>
                      <a:noFill/>
                      <a:ln w="25400" algn="ctr">
                        <a:solidFill>
                          <a:schemeClr val="tx1"/>
                        </a:solidFill>
                        <a:miter lim="800000"/>
                        <a:headEnd/>
                        <a:tailEnd/>
                      </a:ln>
                    </p:spPr>
                  </p:cxnSp>
                </p:grpSp>
                <p:sp>
                  <p:nvSpPr>
                    <p:cNvPr id="34831" name="TextBox 46"/>
                    <p:cNvSpPr txBox="1">
                      <a:spLocks noChangeArrowheads="1"/>
                    </p:cNvSpPr>
                    <p:nvPr/>
                  </p:nvSpPr>
                  <p:spPr bwMode="auto">
                    <a:xfrm>
                      <a:off x="6629400" y="2907268"/>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4829" name="Straight Connector 45"/>
                  <p:cNvCxnSpPr>
                    <a:cxnSpLocks noChangeShapeType="1"/>
                  </p:cNvCxnSpPr>
                  <p:nvPr/>
                </p:nvCxnSpPr>
                <p:spPr bwMode="auto">
                  <a:xfrm rot="5400000">
                    <a:off x="6172200" y="4191000"/>
                    <a:ext cx="304800" cy="304800"/>
                  </a:xfrm>
                  <a:prstGeom prst="line">
                    <a:avLst/>
                  </a:prstGeom>
                  <a:noFill/>
                  <a:ln w="25400" algn="ctr">
                    <a:solidFill>
                      <a:schemeClr val="tx1"/>
                    </a:solidFill>
                    <a:miter lim="800000"/>
                    <a:headEnd/>
                    <a:tailEnd/>
                  </a:ln>
                </p:spPr>
              </p:cxnSp>
            </p:grpSp>
            <p:sp>
              <p:nvSpPr>
                <p:cNvPr id="34827" name="TextBox 48"/>
                <p:cNvSpPr txBox="1">
                  <a:spLocks noChangeArrowheads="1"/>
                </p:cNvSpPr>
                <p:nvPr/>
              </p:nvSpPr>
              <p:spPr bwMode="auto">
                <a:xfrm>
                  <a:off x="6400800" y="4191000"/>
                  <a:ext cx="457200" cy="369332"/>
                </a:xfrm>
                <a:prstGeom prst="rect">
                  <a:avLst/>
                </a:prstGeom>
                <a:noFill/>
                <a:ln w="9525">
                  <a:noFill/>
                  <a:miter lim="800000"/>
                  <a:headEnd/>
                  <a:tailEnd/>
                </a:ln>
              </p:spPr>
              <p:txBody>
                <a:bodyPr>
                  <a:spAutoFit/>
                </a:bodyPr>
                <a:lstStyle/>
                <a:p>
                  <a:r>
                    <a:rPr lang="en-US" sz="1800"/>
                    <a:t>3</a:t>
                  </a:r>
                  <a:endParaRPr lang="ar-EG" sz="1800"/>
                </a:p>
              </p:txBody>
            </p:sp>
          </p:grpSp>
          <p:sp>
            <p:nvSpPr>
              <p:cNvPr id="34825" name="TextBox 50"/>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34822" name="Picture 48"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51"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54"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23326763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3" name="Group 54"/>
          <p:cNvGrpSpPr>
            <a:grpSpLocks/>
          </p:cNvGrpSpPr>
          <p:nvPr/>
        </p:nvGrpSpPr>
        <p:grpSpPr bwMode="auto">
          <a:xfrm>
            <a:off x="585788" y="1905000"/>
            <a:ext cx="7872412" cy="4876800"/>
            <a:chOff x="585788" y="1905000"/>
            <a:chExt cx="7872412" cy="4876800"/>
          </a:xfrm>
        </p:grpSpPr>
        <p:sp>
          <p:nvSpPr>
            <p:cNvPr id="35844" name="AutoShape 13"/>
            <p:cNvSpPr>
              <a:spLocks noChangeArrowheads="1"/>
            </p:cNvSpPr>
            <p:nvPr/>
          </p:nvSpPr>
          <p:spPr bwMode="auto">
            <a:xfrm>
              <a:off x="1371600" y="28194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35845" name="Group 53"/>
            <p:cNvGrpSpPr>
              <a:grpSpLocks/>
            </p:cNvGrpSpPr>
            <p:nvPr/>
          </p:nvGrpSpPr>
          <p:grpSpPr bwMode="auto">
            <a:xfrm>
              <a:off x="5715000" y="2068513"/>
              <a:ext cx="2743200" cy="4027487"/>
              <a:chOff x="5715000" y="2069068"/>
              <a:chExt cx="2743200" cy="4026932"/>
            </a:xfrm>
          </p:grpSpPr>
          <p:grpSp>
            <p:nvGrpSpPr>
              <p:cNvPr id="35848" name="Group 51"/>
              <p:cNvGrpSpPr>
                <a:grpSpLocks/>
              </p:cNvGrpSpPr>
              <p:nvPr/>
            </p:nvGrpSpPr>
            <p:grpSpPr bwMode="auto">
              <a:xfrm>
                <a:off x="5715000" y="2362200"/>
                <a:ext cx="2743200" cy="3733800"/>
                <a:chOff x="5715000" y="2362200"/>
                <a:chExt cx="2743200" cy="3733800"/>
              </a:xfrm>
            </p:grpSpPr>
            <p:grpSp>
              <p:nvGrpSpPr>
                <p:cNvPr id="35850" name="Group 49"/>
                <p:cNvGrpSpPr>
                  <a:grpSpLocks/>
                </p:cNvGrpSpPr>
                <p:nvPr/>
              </p:nvGrpSpPr>
              <p:grpSpPr bwMode="auto">
                <a:xfrm>
                  <a:off x="5715000" y="2362200"/>
                  <a:ext cx="2743200" cy="3733800"/>
                  <a:chOff x="5715000" y="2362200"/>
                  <a:chExt cx="2743200" cy="3733800"/>
                </a:xfrm>
              </p:grpSpPr>
              <p:grpSp>
                <p:nvGrpSpPr>
                  <p:cNvPr id="35853" name="Group 47"/>
                  <p:cNvGrpSpPr>
                    <a:grpSpLocks/>
                  </p:cNvGrpSpPr>
                  <p:nvPr/>
                </p:nvGrpSpPr>
                <p:grpSpPr bwMode="auto">
                  <a:xfrm>
                    <a:off x="5715000" y="2362200"/>
                    <a:ext cx="2743200" cy="3733800"/>
                    <a:chOff x="5715000" y="2362200"/>
                    <a:chExt cx="2743200" cy="3733800"/>
                  </a:xfrm>
                </p:grpSpPr>
                <p:grpSp>
                  <p:nvGrpSpPr>
                    <p:cNvPr id="35855" name="Group 47"/>
                    <p:cNvGrpSpPr>
                      <a:grpSpLocks/>
                    </p:cNvGrpSpPr>
                    <p:nvPr/>
                  </p:nvGrpSpPr>
                  <p:grpSpPr bwMode="auto">
                    <a:xfrm>
                      <a:off x="5715000" y="2362200"/>
                      <a:ext cx="2743200" cy="3733800"/>
                      <a:chOff x="5715000" y="2362200"/>
                      <a:chExt cx="2743200" cy="3733800"/>
                    </a:xfrm>
                  </p:grpSpPr>
                  <p:grpSp>
                    <p:nvGrpSpPr>
                      <p:cNvPr id="35857" name="Group 45"/>
                      <p:cNvGrpSpPr>
                        <a:grpSpLocks/>
                      </p:cNvGrpSpPr>
                      <p:nvPr/>
                    </p:nvGrpSpPr>
                    <p:grpSpPr bwMode="auto">
                      <a:xfrm>
                        <a:off x="5715000" y="2362200"/>
                        <a:ext cx="2743200" cy="3733800"/>
                        <a:chOff x="5715000" y="2362200"/>
                        <a:chExt cx="2743200" cy="3733800"/>
                      </a:xfrm>
                    </p:grpSpPr>
                    <p:grpSp>
                      <p:nvGrpSpPr>
                        <p:cNvPr id="35859" name="Group 45"/>
                        <p:cNvGrpSpPr>
                          <a:grpSpLocks/>
                        </p:cNvGrpSpPr>
                        <p:nvPr/>
                      </p:nvGrpSpPr>
                      <p:grpSpPr bwMode="auto">
                        <a:xfrm>
                          <a:off x="5715000" y="2362200"/>
                          <a:ext cx="2743200" cy="3733800"/>
                          <a:chOff x="5715000" y="2362200"/>
                          <a:chExt cx="2743200" cy="3733800"/>
                        </a:xfrm>
                      </p:grpSpPr>
                      <p:grpSp>
                        <p:nvGrpSpPr>
                          <p:cNvPr id="35861" name="Group 40"/>
                          <p:cNvGrpSpPr>
                            <a:grpSpLocks/>
                          </p:cNvGrpSpPr>
                          <p:nvPr/>
                        </p:nvGrpSpPr>
                        <p:grpSpPr bwMode="auto">
                          <a:xfrm>
                            <a:off x="5715000" y="2362200"/>
                            <a:ext cx="2743200" cy="3733800"/>
                            <a:chOff x="5715000" y="2362200"/>
                            <a:chExt cx="2743200" cy="3733800"/>
                          </a:xfrm>
                        </p:grpSpPr>
                        <p:grpSp>
                          <p:nvGrpSpPr>
                            <p:cNvPr id="35863" name="Group 37"/>
                            <p:cNvGrpSpPr>
                              <a:grpSpLocks/>
                            </p:cNvGrpSpPr>
                            <p:nvPr/>
                          </p:nvGrpSpPr>
                          <p:grpSpPr bwMode="auto">
                            <a:xfrm>
                              <a:off x="5715000" y="2362200"/>
                              <a:ext cx="2743200" cy="3733800"/>
                              <a:chOff x="5715000" y="2362200"/>
                              <a:chExt cx="2743200" cy="3733800"/>
                            </a:xfrm>
                          </p:grpSpPr>
                          <p:grpSp>
                            <p:nvGrpSpPr>
                              <p:cNvPr id="35865" name="Group 34"/>
                              <p:cNvGrpSpPr>
                                <a:grpSpLocks/>
                              </p:cNvGrpSpPr>
                              <p:nvPr/>
                            </p:nvGrpSpPr>
                            <p:grpSpPr bwMode="auto">
                              <a:xfrm>
                                <a:off x="5715000" y="2362200"/>
                                <a:ext cx="2743200" cy="3733800"/>
                                <a:chOff x="5715000" y="2438400"/>
                                <a:chExt cx="2743200" cy="3733800"/>
                              </a:xfrm>
                            </p:grpSpPr>
                            <p:cxnSp>
                              <p:nvCxnSpPr>
                                <p:cNvPr id="35875"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35876"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35877"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35878"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35879"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35880"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35881" name="Group 27"/>
                                <p:cNvGrpSpPr>
                                  <a:grpSpLocks/>
                                </p:cNvGrpSpPr>
                                <p:nvPr/>
                              </p:nvGrpSpPr>
                              <p:grpSpPr bwMode="auto">
                                <a:xfrm>
                                  <a:off x="7620000" y="2438400"/>
                                  <a:ext cx="838200" cy="704910"/>
                                  <a:chOff x="7620000" y="2438400"/>
                                  <a:chExt cx="838200" cy="704910"/>
                                </a:xfrm>
                              </p:grpSpPr>
                              <p:cxnSp>
                                <p:nvCxnSpPr>
                                  <p:cNvPr id="35891"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35892"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35882" name="Group 33"/>
                                <p:cNvGrpSpPr>
                                  <a:grpSpLocks/>
                                </p:cNvGrpSpPr>
                                <p:nvPr/>
                              </p:nvGrpSpPr>
                              <p:grpSpPr bwMode="auto">
                                <a:xfrm>
                                  <a:off x="7620000" y="3733800"/>
                                  <a:ext cx="838200" cy="704910"/>
                                  <a:chOff x="7620000" y="3733800"/>
                                  <a:chExt cx="838200" cy="704910"/>
                                </a:xfrm>
                              </p:grpSpPr>
                              <p:cxnSp>
                                <p:nvCxnSpPr>
                                  <p:cNvPr id="35889"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35890"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35883"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35884"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35885"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35886" name="Group 32"/>
                                <p:cNvGrpSpPr>
                                  <a:grpSpLocks/>
                                </p:cNvGrpSpPr>
                                <p:nvPr/>
                              </p:nvGrpSpPr>
                              <p:grpSpPr bwMode="auto">
                                <a:xfrm>
                                  <a:off x="7620000" y="5029200"/>
                                  <a:ext cx="838200" cy="704910"/>
                                  <a:chOff x="7620000" y="5029200"/>
                                  <a:chExt cx="838200" cy="704910"/>
                                </a:xfrm>
                              </p:grpSpPr>
                              <p:cxnSp>
                                <p:nvCxnSpPr>
                                  <p:cNvPr id="35887"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35888"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35866"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35867"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35868" name="Group 42"/>
                              <p:cNvGrpSpPr>
                                <a:grpSpLocks/>
                              </p:cNvGrpSpPr>
                              <p:nvPr/>
                            </p:nvGrpSpPr>
                            <p:grpSpPr bwMode="auto">
                              <a:xfrm>
                                <a:off x="5791200" y="2895600"/>
                                <a:ext cx="457200" cy="369332"/>
                                <a:chOff x="5791200" y="2895600"/>
                                <a:chExt cx="457200" cy="369332"/>
                              </a:xfrm>
                            </p:grpSpPr>
                            <p:sp>
                              <p:nvSpPr>
                                <p:cNvPr id="35873"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35874"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35869" name="Group 33"/>
                              <p:cNvGrpSpPr>
                                <a:grpSpLocks/>
                              </p:cNvGrpSpPr>
                              <p:nvPr/>
                            </p:nvGrpSpPr>
                            <p:grpSpPr bwMode="auto">
                              <a:xfrm>
                                <a:off x="5791200" y="4191000"/>
                                <a:ext cx="457200" cy="381000"/>
                                <a:chOff x="5791200" y="4191000"/>
                                <a:chExt cx="457200" cy="381000"/>
                              </a:xfrm>
                            </p:grpSpPr>
                            <p:sp>
                              <p:nvSpPr>
                                <p:cNvPr id="35871"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35872"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35870"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5864" name="Straight Connector 37"/>
                            <p:cNvCxnSpPr>
                              <a:cxnSpLocks noChangeShapeType="1"/>
                            </p:cNvCxnSpPr>
                            <p:nvPr/>
                          </p:nvCxnSpPr>
                          <p:spPr bwMode="auto">
                            <a:xfrm rot="5400000">
                              <a:off x="5791200" y="5562600"/>
                              <a:ext cx="304800" cy="304800"/>
                            </a:xfrm>
                            <a:prstGeom prst="line">
                              <a:avLst/>
                            </a:prstGeom>
                            <a:noFill/>
                            <a:ln w="25400" algn="ctr">
                              <a:solidFill>
                                <a:schemeClr val="tx1"/>
                              </a:solidFill>
                              <a:miter lim="800000"/>
                              <a:headEnd/>
                              <a:tailEnd/>
                            </a:ln>
                          </p:spPr>
                        </p:cxnSp>
                      </p:grpSp>
                      <p:sp>
                        <p:nvSpPr>
                          <p:cNvPr id="35862" name="TextBox 42"/>
                          <p:cNvSpPr txBox="1">
                            <a:spLocks noChangeArrowheads="1"/>
                          </p:cNvSpPr>
                          <p:nvPr/>
                        </p:nvSpPr>
                        <p:spPr bwMode="auto">
                          <a:xfrm>
                            <a:off x="6172200" y="54864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5860" name="Straight Connector 40"/>
                        <p:cNvCxnSpPr>
                          <a:cxnSpLocks noChangeShapeType="1"/>
                        </p:cNvCxnSpPr>
                        <p:nvPr/>
                      </p:nvCxnSpPr>
                      <p:spPr bwMode="auto">
                        <a:xfrm rot="5400000">
                          <a:off x="6248400" y="2895600"/>
                          <a:ext cx="304800" cy="304800"/>
                        </a:xfrm>
                        <a:prstGeom prst="line">
                          <a:avLst/>
                        </a:prstGeom>
                        <a:noFill/>
                        <a:ln w="25400" algn="ctr">
                          <a:solidFill>
                            <a:schemeClr val="tx1"/>
                          </a:solidFill>
                          <a:miter lim="800000"/>
                          <a:headEnd/>
                          <a:tailEnd/>
                        </a:ln>
                      </p:spPr>
                    </p:cxnSp>
                  </p:grpSp>
                  <p:sp>
                    <p:nvSpPr>
                      <p:cNvPr id="35858" name="TextBox 46"/>
                      <p:cNvSpPr txBox="1">
                        <a:spLocks noChangeArrowheads="1"/>
                      </p:cNvSpPr>
                      <p:nvPr/>
                    </p:nvSpPr>
                    <p:spPr bwMode="auto">
                      <a:xfrm>
                        <a:off x="6629400" y="2907268"/>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5856" name="Straight Connector 45"/>
                    <p:cNvCxnSpPr>
                      <a:cxnSpLocks noChangeShapeType="1"/>
                    </p:cNvCxnSpPr>
                    <p:nvPr/>
                  </p:nvCxnSpPr>
                  <p:spPr bwMode="auto">
                    <a:xfrm rot="5400000">
                      <a:off x="6172200" y="4191000"/>
                      <a:ext cx="304800" cy="304800"/>
                    </a:xfrm>
                    <a:prstGeom prst="line">
                      <a:avLst/>
                    </a:prstGeom>
                    <a:noFill/>
                    <a:ln w="25400" algn="ctr">
                      <a:solidFill>
                        <a:schemeClr val="tx1"/>
                      </a:solidFill>
                      <a:miter lim="800000"/>
                      <a:headEnd/>
                      <a:tailEnd/>
                    </a:ln>
                  </p:spPr>
                </p:cxnSp>
              </p:grpSp>
              <p:sp>
                <p:nvSpPr>
                  <p:cNvPr id="35854" name="TextBox 48"/>
                  <p:cNvSpPr txBox="1">
                    <a:spLocks noChangeArrowheads="1"/>
                  </p:cNvSpPr>
                  <p:nvPr/>
                </p:nvSpPr>
                <p:spPr bwMode="auto">
                  <a:xfrm>
                    <a:off x="6400800" y="41910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5851" name="Straight Connector 49"/>
                <p:cNvCxnSpPr>
                  <a:cxnSpLocks noChangeShapeType="1"/>
                </p:cNvCxnSpPr>
                <p:nvPr/>
              </p:nvCxnSpPr>
              <p:spPr bwMode="auto">
                <a:xfrm rot="5400000">
                  <a:off x="6172200" y="5486400"/>
                  <a:ext cx="304800" cy="304800"/>
                </a:xfrm>
                <a:prstGeom prst="line">
                  <a:avLst/>
                </a:prstGeom>
                <a:noFill/>
                <a:ln w="25400" algn="ctr">
                  <a:solidFill>
                    <a:schemeClr val="tx1"/>
                  </a:solidFill>
                  <a:miter lim="800000"/>
                  <a:headEnd/>
                  <a:tailEnd/>
                </a:ln>
              </p:spPr>
            </p:cxnSp>
            <p:sp>
              <p:nvSpPr>
                <p:cNvPr id="35852" name="TextBox 50"/>
                <p:cNvSpPr txBox="1">
                  <a:spLocks noChangeArrowheads="1"/>
                </p:cNvSpPr>
                <p:nvPr/>
              </p:nvSpPr>
              <p:spPr bwMode="auto">
                <a:xfrm>
                  <a:off x="6477000" y="5486400"/>
                  <a:ext cx="457200" cy="369332"/>
                </a:xfrm>
                <a:prstGeom prst="rect">
                  <a:avLst/>
                </a:prstGeom>
                <a:noFill/>
                <a:ln w="9525">
                  <a:noFill/>
                  <a:miter lim="800000"/>
                  <a:headEnd/>
                  <a:tailEnd/>
                </a:ln>
              </p:spPr>
              <p:txBody>
                <a:bodyPr>
                  <a:spAutoFit/>
                </a:bodyPr>
                <a:lstStyle/>
                <a:p>
                  <a:r>
                    <a:rPr lang="en-US" sz="1800"/>
                    <a:t>0</a:t>
                  </a:r>
                  <a:endParaRPr lang="ar-EG" sz="1800"/>
                </a:p>
              </p:txBody>
            </p:sp>
          </p:grpSp>
          <p:sp>
            <p:nvSpPr>
              <p:cNvPr id="35849" name="TextBox 52"/>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35846" name="Picture 51"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54"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57"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325726753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7" name="Group 58"/>
          <p:cNvGrpSpPr>
            <a:grpSpLocks/>
          </p:cNvGrpSpPr>
          <p:nvPr/>
        </p:nvGrpSpPr>
        <p:grpSpPr bwMode="auto">
          <a:xfrm>
            <a:off x="585788" y="1905000"/>
            <a:ext cx="7872412" cy="4876800"/>
            <a:chOff x="585788" y="1905000"/>
            <a:chExt cx="7872412" cy="4876800"/>
          </a:xfrm>
        </p:grpSpPr>
        <p:sp>
          <p:nvSpPr>
            <p:cNvPr id="36868" name="AutoShape 13"/>
            <p:cNvSpPr>
              <a:spLocks noChangeArrowheads="1"/>
            </p:cNvSpPr>
            <p:nvPr/>
          </p:nvSpPr>
          <p:spPr bwMode="auto">
            <a:xfrm>
              <a:off x="1371600" y="30480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36869" name="Group 56"/>
            <p:cNvGrpSpPr>
              <a:grpSpLocks/>
            </p:cNvGrpSpPr>
            <p:nvPr/>
          </p:nvGrpSpPr>
          <p:grpSpPr bwMode="auto">
            <a:xfrm>
              <a:off x="5715000" y="2068513"/>
              <a:ext cx="2743200" cy="4027487"/>
              <a:chOff x="5715000" y="2069068"/>
              <a:chExt cx="2743200" cy="4026932"/>
            </a:xfrm>
          </p:grpSpPr>
          <p:grpSp>
            <p:nvGrpSpPr>
              <p:cNvPr id="36872" name="Group 54"/>
              <p:cNvGrpSpPr>
                <a:grpSpLocks/>
              </p:cNvGrpSpPr>
              <p:nvPr/>
            </p:nvGrpSpPr>
            <p:grpSpPr bwMode="auto">
              <a:xfrm>
                <a:off x="5715000" y="2362200"/>
                <a:ext cx="2743200" cy="3733800"/>
                <a:chOff x="5715000" y="2362200"/>
                <a:chExt cx="2743200" cy="3733800"/>
              </a:xfrm>
            </p:grpSpPr>
            <p:grpSp>
              <p:nvGrpSpPr>
                <p:cNvPr id="36874" name="Group 52"/>
                <p:cNvGrpSpPr>
                  <a:grpSpLocks/>
                </p:cNvGrpSpPr>
                <p:nvPr/>
              </p:nvGrpSpPr>
              <p:grpSpPr bwMode="auto">
                <a:xfrm>
                  <a:off x="5715000" y="2362200"/>
                  <a:ext cx="2743200" cy="3733800"/>
                  <a:chOff x="5715000" y="2362200"/>
                  <a:chExt cx="2743200" cy="3733800"/>
                </a:xfrm>
              </p:grpSpPr>
              <p:grpSp>
                <p:nvGrpSpPr>
                  <p:cNvPr id="36876" name="Group 51"/>
                  <p:cNvGrpSpPr>
                    <a:grpSpLocks/>
                  </p:cNvGrpSpPr>
                  <p:nvPr/>
                </p:nvGrpSpPr>
                <p:grpSpPr bwMode="auto">
                  <a:xfrm>
                    <a:off x="5715000" y="2362200"/>
                    <a:ext cx="2743200" cy="3733800"/>
                    <a:chOff x="5715000" y="2362200"/>
                    <a:chExt cx="2743200" cy="3733800"/>
                  </a:xfrm>
                </p:grpSpPr>
                <p:grpSp>
                  <p:nvGrpSpPr>
                    <p:cNvPr id="36878" name="Group 49"/>
                    <p:cNvGrpSpPr>
                      <a:grpSpLocks/>
                    </p:cNvGrpSpPr>
                    <p:nvPr/>
                  </p:nvGrpSpPr>
                  <p:grpSpPr bwMode="auto">
                    <a:xfrm>
                      <a:off x="5715000" y="2362200"/>
                      <a:ext cx="2743200" cy="3733800"/>
                      <a:chOff x="5715000" y="2362200"/>
                      <a:chExt cx="2743200" cy="3733800"/>
                    </a:xfrm>
                  </p:grpSpPr>
                  <p:grpSp>
                    <p:nvGrpSpPr>
                      <p:cNvPr id="36881" name="Group 47"/>
                      <p:cNvGrpSpPr>
                        <a:grpSpLocks/>
                      </p:cNvGrpSpPr>
                      <p:nvPr/>
                    </p:nvGrpSpPr>
                    <p:grpSpPr bwMode="auto">
                      <a:xfrm>
                        <a:off x="5715000" y="2362200"/>
                        <a:ext cx="2743200" cy="3733800"/>
                        <a:chOff x="5715000" y="2362200"/>
                        <a:chExt cx="2743200" cy="3733800"/>
                      </a:xfrm>
                    </p:grpSpPr>
                    <p:grpSp>
                      <p:nvGrpSpPr>
                        <p:cNvPr id="36883" name="Group 47"/>
                        <p:cNvGrpSpPr>
                          <a:grpSpLocks/>
                        </p:cNvGrpSpPr>
                        <p:nvPr/>
                      </p:nvGrpSpPr>
                      <p:grpSpPr bwMode="auto">
                        <a:xfrm>
                          <a:off x="5715000" y="2362200"/>
                          <a:ext cx="2743200" cy="3733800"/>
                          <a:chOff x="5715000" y="2362200"/>
                          <a:chExt cx="2743200" cy="3733800"/>
                        </a:xfrm>
                      </p:grpSpPr>
                      <p:grpSp>
                        <p:nvGrpSpPr>
                          <p:cNvPr id="36885" name="Group 45"/>
                          <p:cNvGrpSpPr>
                            <a:grpSpLocks/>
                          </p:cNvGrpSpPr>
                          <p:nvPr/>
                        </p:nvGrpSpPr>
                        <p:grpSpPr bwMode="auto">
                          <a:xfrm>
                            <a:off x="5715000" y="2362200"/>
                            <a:ext cx="2743200" cy="3733800"/>
                            <a:chOff x="5715000" y="2362200"/>
                            <a:chExt cx="2743200" cy="3733800"/>
                          </a:xfrm>
                        </p:grpSpPr>
                        <p:grpSp>
                          <p:nvGrpSpPr>
                            <p:cNvPr id="36887" name="Group 45"/>
                            <p:cNvGrpSpPr>
                              <a:grpSpLocks/>
                            </p:cNvGrpSpPr>
                            <p:nvPr/>
                          </p:nvGrpSpPr>
                          <p:grpSpPr bwMode="auto">
                            <a:xfrm>
                              <a:off x="5715000" y="2362200"/>
                              <a:ext cx="2743200" cy="3733800"/>
                              <a:chOff x="5715000" y="2362200"/>
                              <a:chExt cx="2743200" cy="3733800"/>
                            </a:xfrm>
                          </p:grpSpPr>
                          <p:grpSp>
                            <p:nvGrpSpPr>
                              <p:cNvPr id="36889" name="Group 40"/>
                              <p:cNvGrpSpPr>
                                <a:grpSpLocks/>
                              </p:cNvGrpSpPr>
                              <p:nvPr/>
                            </p:nvGrpSpPr>
                            <p:grpSpPr bwMode="auto">
                              <a:xfrm>
                                <a:off x="5715000" y="2362200"/>
                                <a:ext cx="2743200" cy="3733800"/>
                                <a:chOff x="5715000" y="2362200"/>
                                <a:chExt cx="2743200" cy="3733800"/>
                              </a:xfrm>
                            </p:grpSpPr>
                            <p:grpSp>
                              <p:nvGrpSpPr>
                                <p:cNvPr id="36891" name="Group 37"/>
                                <p:cNvGrpSpPr>
                                  <a:grpSpLocks/>
                                </p:cNvGrpSpPr>
                                <p:nvPr/>
                              </p:nvGrpSpPr>
                              <p:grpSpPr bwMode="auto">
                                <a:xfrm>
                                  <a:off x="5715000" y="2362200"/>
                                  <a:ext cx="2743200" cy="3733800"/>
                                  <a:chOff x="5715000" y="2362200"/>
                                  <a:chExt cx="2743200" cy="3733800"/>
                                </a:xfrm>
                              </p:grpSpPr>
                              <p:grpSp>
                                <p:nvGrpSpPr>
                                  <p:cNvPr id="36893" name="Group 34"/>
                                  <p:cNvGrpSpPr>
                                    <a:grpSpLocks/>
                                  </p:cNvGrpSpPr>
                                  <p:nvPr/>
                                </p:nvGrpSpPr>
                                <p:grpSpPr bwMode="auto">
                                  <a:xfrm>
                                    <a:off x="5715000" y="2362200"/>
                                    <a:ext cx="2743200" cy="3733800"/>
                                    <a:chOff x="5715000" y="2438400"/>
                                    <a:chExt cx="2743200" cy="3733800"/>
                                  </a:xfrm>
                                </p:grpSpPr>
                                <p:cxnSp>
                                  <p:nvCxnSpPr>
                                    <p:cNvPr id="36903"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36904"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36905"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36906"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36907"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36908"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36909" name="Group 27"/>
                                    <p:cNvGrpSpPr>
                                      <a:grpSpLocks/>
                                    </p:cNvGrpSpPr>
                                    <p:nvPr/>
                                  </p:nvGrpSpPr>
                                  <p:grpSpPr bwMode="auto">
                                    <a:xfrm>
                                      <a:off x="7620000" y="2438400"/>
                                      <a:ext cx="838200" cy="704910"/>
                                      <a:chOff x="7620000" y="2438400"/>
                                      <a:chExt cx="838200" cy="704910"/>
                                    </a:xfrm>
                                  </p:grpSpPr>
                                  <p:cxnSp>
                                    <p:nvCxnSpPr>
                                      <p:cNvPr id="36919"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36920"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36910" name="Group 33"/>
                                    <p:cNvGrpSpPr>
                                      <a:grpSpLocks/>
                                    </p:cNvGrpSpPr>
                                    <p:nvPr/>
                                  </p:nvGrpSpPr>
                                  <p:grpSpPr bwMode="auto">
                                    <a:xfrm>
                                      <a:off x="7620000" y="3733800"/>
                                      <a:ext cx="838200" cy="704910"/>
                                      <a:chOff x="7620000" y="3733800"/>
                                      <a:chExt cx="838200" cy="704910"/>
                                    </a:xfrm>
                                  </p:grpSpPr>
                                  <p:cxnSp>
                                    <p:nvCxnSpPr>
                                      <p:cNvPr id="36917"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36918"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36911"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36912"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36913"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36914" name="Group 32"/>
                                    <p:cNvGrpSpPr>
                                      <a:grpSpLocks/>
                                    </p:cNvGrpSpPr>
                                    <p:nvPr/>
                                  </p:nvGrpSpPr>
                                  <p:grpSpPr bwMode="auto">
                                    <a:xfrm>
                                      <a:off x="7620000" y="5029200"/>
                                      <a:ext cx="838200" cy="704910"/>
                                      <a:chOff x="7620000" y="5029200"/>
                                      <a:chExt cx="838200" cy="704910"/>
                                    </a:xfrm>
                                  </p:grpSpPr>
                                  <p:cxnSp>
                                    <p:nvCxnSpPr>
                                      <p:cNvPr id="36915"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36916"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36894"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36895"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36896" name="Group 42"/>
                                  <p:cNvGrpSpPr>
                                    <a:grpSpLocks/>
                                  </p:cNvGrpSpPr>
                                  <p:nvPr/>
                                </p:nvGrpSpPr>
                                <p:grpSpPr bwMode="auto">
                                  <a:xfrm>
                                    <a:off x="5791200" y="2895600"/>
                                    <a:ext cx="457200" cy="369332"/>
                                    <a:chOff x="5791200" y="2895600"/>
                                    <a:chExt cx="457200" cy="369332"/>
                                  </a:xfrm>
                                </p:grpSpPr>
                                <p:sp>
                                  <p:nvSpPr>
                                    <p:cNvPr id="36901"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36902"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36897" name="Group 33"/>
                                  <p:cNvGrpSpPr>
                                    <a:grpSpLocks/>
                                  </p:cNvGrpSpPr>
                                  <p:nvPr/>
                                </p:nvGrpSpPr>
                                <p:grpSpPr bwMode="auto">
                                  <a:xfrm>
                                    <a:off x="5791200" y="4191000"/>
                                    <a:ext cx="457200" cy="381000"/>
                                    <a:chOff x="5791200" y="4191000"/>
                                    <a:chExt cx="457200" cy="381000"/>
                                  </a:xfrm>
                                </p:grpSpPr>
                                <p:sp>
                                  <p:nvSpPr>
                                    <p:cNvPr id="36899"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36900"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36898"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6892" name="Straight Connector 37"/>
                                <p:cNvCxnSpPr>
                                  <a:cxnSpLocks noChangeShapeType="1"/>
                                </p:cNvCxnSpPr>
                                <p:nvPr/>
                              </p:nvCxnSpPr>
                              <p:spPr bwMode="auto">
                                <a:xfrm rot="5400000">
                                  <a:off x="5791200" y="5562600"/>
                                  <a:ext cx="304800" cy="304800"/>
                                </a:xfrm>
                                <a:prstGeom prst="line">
                                  <a:avLst/>
                                </a:prstGeom>
                                <a:noFill/>
                                <a:ln w="25400" algn="ctr">
                                  <a:solidFill>
                                    <a:schemeClr val="tx1"/>
                                  </a:solidFill>
                                  <a:miter lim="800000"/>
                                  <a:headEnd/>
                                  <a:tailEnd/>
                                </a:ln>
                              </p:spPr>
                            </p:cxnSp>
                          </p:grpSp>
                          <p:sp>
                            <p:nvSpPr>
                              <p:cNvPr id="36890" name="TextBox 42"/>
                              <p:cNvSpPr txBox="1">
                                <a:spLocks noChangeArrowheads="1"/>
                              </p:cNvSpPr>
                              <p:nvPr/>
                            </p:nvSpPr>
                            <p:spPr bwMode="auto">
                              <a:xfrm>
                                <a:off x="6172200" y="54864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6888" name="Straight Connector 40"/>
                            <p:cNvCxnSpPr>
                              <a:cxnSpLocks noChangeShapeType="1"/>
                            </p:cNvCxnSpPr>
                            <p:nvPr/>
                          </p:nvCxnSpPr>
                          <p:spPr bwMode="auto">
                            <a:xfrm rot="5400000">
                              <a:off x="6248400" y="2895600"/>
                              <a:ext cx="304800" cy="304800"/>
                            </a:xfrm>
                            <a:prstGeom prst="line">
                              <a:avLst/>
                            </a:prstGeom>
                            <a:noFill/>
                            <a:ln w="25400" algn="ctr">
                              <a:solidFill>
                                <a:schemeClr val="tx1"/>
                              </a:solidFill>
                              <a:miter lim="800000"/>
                              <a:headEnd/>
                              <a:tailEnd/>
                            </a:ln>
                          </p:spPr>
                        </p:cxnSp>
                      </p:grpSp>
                      <p:sp>
                        <p:nvSpPr>
                          <p:cNvPr id="36886" name="TextBox 46"/>
                          <p:cNvSpPr txBox="1">
                            <a:spLocks noChangeArrowheads="1"/>
                          </p:cNvSpPr>
                          <p:nvPr/>
                        </p:nvSpPr>
                        <p:spPr bwMode="auto">
                          <a:xfrm>
                            <a:off x="6629400" y="2907268"/>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6884" name="Straight Connector 45"/>
                        <p:cNvCxnSpPr>
                          <a:cxnSpLocks noChangeShapeType="1"/>
                        </p:cNvCxnSpPr>
                        <p:nvPr/>
                      </p:nvCxnSpPr>
                      <p:spPr bwMode="auto">
                        <a:xfrm rot="5400000">
                          <a:off x="6172200" y="4191000"/>
                          <a:ext cx="304800" cy="304800"/>
                        </a:xfrm>
                        <a:prstGeom prst="line">
                          <a:avLst/>
                        </a:prstGeom>
                        <a:noFill/>
                        <a:ln w="25400" algn="ctr">
                          <a:solidFill>
                            <a:schemeClr val="tx1"/>
                          </a:solidFill>
                          <a:miter lim="800000"/>
                          <a:headEnd/>
                          <a:tailEnd/>
                        </a:ln>
                      </p:spPr>
                    </p:cxnSp>
                  </p:grpSp>
                  <p:sp>
                    <p:nvSpPr>
                      <p:cNvPr id="36882" name="TextBox 48"/>
                      <p:cNvSpPr txBox="1">
                        <a:spLocks noChangeArrowheads="1"/>
                      </p:cNvSpPr>
                      <p:nvPr/>
                    </p:nvSpPr>
                    <p:spPr bwMode="auto">
                      <a:xfrm>
                        <a:off x="6400800" y="41910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6879" name="Straight Connector 49"/>
                    <p:cNvCxnSpPr>
                      <a:cxnSpLocks noChangeShapeType="1"/>
                    </p:cNvCxnSpPr>
                    <p:nvPr/>
                  </p:nvCxnSpPr>
                  <p:spPr bwMode="auto">
                    <a:xfrm rot="5400000">
                      <a:off x="6172200" y="5486400"/>
                      <a:ext cx="304800" cy="304800"/>
                    </a:xfrm>
                    <a:prstGeom prst="line">
                      <a:avLst/>
                    </a:prstGeom>
                    <a:noFill/>
                    <a:ln w="25400" algn="ctr">
                      <a:solidFill>
                        <a:schemeClr val="tx1"/>
                      </a:solidFill>
                      <a:miter lim="800000"/>
                      <a:headEnd/>
                      <a:tailEnd/>
                    </a:ln>
                  </p:spPr>
                </p:cxnSp>
                <p:sp>
                  <p:nvSpPr>
                    <p:cNvPr id="36880" name="TextBox 50"/>
                    <p:cNvSpPr txBox="1">
                      <a:spLocks noChangeArrowheads="1"/>
                    </p:cNvSpPr>
                    <p:nvPr/>
                  </p:nvSpPr>
                  <p:spPr bwMode="auto">
                    <a:xfrm>
                      <a:off x="6477000" y="5486400"/>
                      <a:ext cx="457200" cy="369332"/>
                    </a:xfrm>
                    <a:prstGeom prst="rect">
                      <a:avLst/>
                    </a:prstGeom>
                    <a:noFill/>
                    <a:ln w="9525">
                      <a:noFill/>
                      <a:miter lim="800000"/>
                      <a:headEnd/>
                      <a:tailEnd/>
                    </a:ln>
                  </p:spPr>
                  <p:txBody>
                    <a:bodyPr>
                      <a:spAutoFit/>
                    </a:bodyPr>
                    <a:lstStyle/>
                    <a:p>
                      <a:r>
                        <a:rPr lang="en-US" sz="1800"/>
                        <a:t>0</a:t>
                      </a:r>
                      <a:endParaRPr lang="ar-EG" sz="1800"/>
                    </a:p>
                  </p:txBody>
                </p:sp>
              </p:grpSp>
              <p:cxnSp>
                <p:nvCxnSpPr>
                  <p:cNvPr id="36877" name="Straight Connector 51"/>
                  <p:cNvCxnSpPr>
                    <a:cxnSpLocks noChangeShapeType="1"/>
                  </p:cNvCxnSpPr>
                  <p:nvPr/>
                </p:nvCxnSpPr>
                <p:spPr bwMode="auto">
                  <a:xfrm rot="5400000">
                    <a:off x="6629400" y="2971800"/>
                    <a:ext cx="304800" cy="304800"/>
                  </a:xfrm>
                  <a:prstGeom prst="line">
                    <a:avLst/>
                  </a:prstGeom>
                  <a:noFill/>
                  <a:ln w="25400" algn="ctr">
                    <a:solidFill>
                      <a:schemeClr val="tx1"/>
                    </a:solidFill>
                    <a:miter lim="800000"/>
                    <a:headEnd/>
                    <a:tailEnd/>
                  </a:ln>
                </p:spPr>
              </p:cxnSp>
            </p:grpSp>
            <p:sp>
              <p:nvSpPr>
                <p:cNvPr id="36875" name="TextBox 53"/>
                <p:cNvSpPr txBox="1">
                  <a:spLocks noChangeArrowheads="1"/>
                </p:cNvSpPr>
                <p:nvPr/>
              </p:nvSpPr>
              <p:spPr bwMode="auto">
                <a:xfrm>
                  <a:off x="7010400" y="2895600"/>
                  <a:ext cx="457200" cy="369332"/>
                </a:xfrm>
                <a:prstGeom prst="rect">
                  <a:avLst/>
                </a:prstGeom>
                <a:noFill/>
                <a:ln w="9525">
                  <a:noFill/>
                  <a:miter lim="800000"/>
                  <a:headEnd/>
                  <a:tailEnd/>
                </a:ln>
              </p:spPr>
              <p:txBody>
                <a:bodyPr>
                  <a:spAutoFit/>
                </a:bodyPr>
                <a:lstStyle/>
                <a:p>
                  <a:r>
                    <a:rPr lang="en-US" sz="1800"/>
                    <a:t>3</a:t>
                  </a:r>
                  <a:endParaRPr lang="ar-EG" sz="1800"/>
                </a:p>
              </p:txBody>
            </p:sp>
          </p:grpSp>
          <p:sp>
            <p:nvSpPr>
              <p:cNvPr id="36873" name="TextBox 55"/>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36870" name="Picture 55"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58"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61"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251296083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891" name="Straight Connector 41"/>
          <p:cNvCxnSpPr>
            <a:cxnSpLocks noChangeShapeType="1"/>
          </p:cNvCxnSpPr>
          <p:nvPr/>
        </p:nvCxnSpPr>
        <p:spPr bwMode="auto">
          <a:xfrm rot="5400000">
            <a:off x="6477000" y="4191000"/>
            <a:ext cx="304800" cy="304800"/>
          </a:xfrm>
          <a:prstGeom prst="line">
            <a:avLst/>
          </a:prstGeom>
          <a:noFill/>
          <a:ln w="25400" algn="ctr">
            <a:solidFill>
              <a:schemeClr val="tx1"/>
            </a:solidFill>
            <a:miter lim="800000"/>
            <a:headEnd/>
            <a:tailEnd/>
          </a:ln>
        </p:spPr>
      </p:cxnSp>
      <p:grpSp>
        <p:nvGrpSpPr>
          <p:cNvPr id="37892" name="Group 61"/>
          <p:cNvGrpSpPr>
            <a:grpSpLocks/>
          </p:cNvGrpSpPr>
          <p:nvPr/>
        </p:nvGrpSpPr>
        <p:grpSpPr bwMode="auto">
          <a:xfrm>
            <a:off x="585788" y="1905000"/>
            <a:ext cx="7872412" cy="4876800"/>
            <a:chOff x="585788" y="1905000"/>
            <a:chExt cx="7872412" cy="4876800"/>
          </a:xfrm>
        </p:grpSpPr>
        <p:sp>
          <p:nvSpPr>
            <p:cNvPr id="37893" name="AutoShape 13"/>
            <p:cNvSpPr>
              <a:spLocks noChangeArrowheads="1"/>
            </p:cNvSpPr>
            <p:nvPr/>
          </p:nvSpPr>
          <p:spPr bwMode="auto">
            <a:xfrm>
              <a:off x="1371600" y="33528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37894" name="Group 57"/>
            <p:cNvGrpSpPr>
              <a:grpSpLocks/>
            </p:cNvGrpSpPr>
            <p:nvPr/>
          </p:nvGrpSpPr>
          <p:grpSpPr bwMode="auto">
            <a:xfrm>
              <a:off x="5715000" y="2068513"/>
              <a:ext cx="2743200" cy="4027487"/>
              <a:chOff x="5715000" y="2069068"/>
              <a:chExt cx="2743200" cy="4026932"/>
            </a:xfrm>
          </p:grpSpPr>
          <p:grpSp>
            <p:nvGrpSpPr>
              <p:cNvPr id="37897" name="Group 55"/>
              <p:cNvGrpSpPr>
                <a:grpSpLocks/>
              </p:cNvGrpSpPr>
              <p:nvPr/>
            </p:nvGrpSpPr>
            <p:grpSpPr bwMode="auto">
              <a:xfrm>
                <a:off x="5715000" y="2362200"/>
                <a:ext cx="2743200" cy="3733800"/>
                <a:chOff x="5715000" y="2362200"/>
                <a:chExt cx="2743200" cy="3733800"/>
              </a:xfrm>
            </p:grpSpPr>
            <p:sp>
              <p:nvSpPr>
                <p:cNvPr id="37899" name="TextBox 44"/>
                <p:cNvSpPr txBox="1">
                  <a:spLocks noChangeArrowheads="1"/>
                </p:cNvSpPr>
                <p:nvPr/>
              </p:nvSpPr>
              <p:spPr bwMode="auto">
                <a:xfrm>
                  <a:off x="6781800" y="4191000"/>
                  <a:ext cx="457200" cy="369332"/>
                </a:xfrm>
                <a:prstGeom prst="rect">
                  <a:avLst/>
                </a:prstGeom>
                <a:noFill/>
                <a:ln w="9525">
                  <a:noFill/>
                  <a:miter lim="800000"/>
                  <a:headEnd/>
                  <a:tailEnd/>
                </a:ln>
              </p:spPr>
              <p:txBody>
                <a:bodyPr>
                  <a:spAutoFit/>
                </a:bodyPr>
                <a:lstStyle/>
                <a:p>
                  <a:r>
                    <a:rPr lang="en-US" sz="1800"/>
                    <a:t>0</a:t>
                  </a:r>
                  <a:endParaRPr lang="ar-EG" sz="1800"/>
                </a:p>
              </p:txBody>
            </p:sp>
            <p:grpSp>
              <p:nvGrpSpPr>
                <p:cNvPr id="37900" name="Group 54"/>
                <p:cNvGrpSpPr>
                  <a:grpSpLocks/>
                </p:cNvGrpSpPr>
                <p:nvPr/>
              </p:nvGrpSpPr>
              <p:grpSpPr bwMode="auto">
                <a:xfrm>
                  <a:off x="5715000" y="2362200"/>
                  <a:ext cx="2743200" cy="3733800"/>
                  <a:chOff x="5715000" y="2362200"/>
                  <a:chExt cx="2743200" cy="3733800"/>
                </a:xfrm>
              </p:grpSpPr>
              <p:grpSp>
                <p:nvGrpSpPr>
                  <p:cNvPr id="37901" name="Group 52"/>
                  <p:cNvGrpSpPr>
                    <a:grpSpLocks/>
                  </p:cNvGrpSpPr>
                  <p:nvPr/>
                </p:nvGrpSpPr>
                <p:grpSpPr bwMode="auto">
                  <a:xfrm>
                    <a:off x="5715000" y="2362200"/>
                    <a:ext cx="2743200" cy="3733800"/>
                    <a:chOff x="5715000" y="2362200"/>
                    <a:chExt cx="2743200" cy="3733800"/>
                  </a:xfrm>
                </p:grpSpPr>
                <p:grpSp>
                  <p:nvGrpSpPr>
                    <p:cNvPr id="37903" name="Group 51"/>
                    <p:cNvGrpSpPr>
                      <a:grpSpLocks/>
                    </p:cNvGrpSpPr>
                    <p:nvPr/>
                  </p:nvGrpSpPr>
                  <p:grpSpPr bwMode="auto">
                    <a:xfrm>
                      <a:off x="5715000" y="2362200"/>
                      <a:ext cx="2743200" cy="3733800"/>
                      <a:chOff x="5715000" y="2362200"/>
                      <a:chExt cx="2743200" cy="3733800"/>
                    </a:xfrm>
                  </p:grpSpPr>
                  <p:grpSp>
                    <p:nvGrpSpPr>
                      <p:cNvPr id="37905" name="Group 49"/>
                      <p:cNvGrpSpPr>
                        <a:grpSpLocks/>
                      </p:cNvGrpSpPr>
                      <p:nvPr/>
                    </p:nvGrpSpPr>
                    <p:grpSpPr bwMode="auto">
                      <a:xfrm>
                        <a:off x="5715000" y="2362200"/>
                        <a:ext cx="2743200" cy="3733800"/>
                        <a:chOff x="5715000" y="2362200"/>
                        <a:chExt cx="2743200" cy="3733800"/>
                      </a:xfrm>
                    </p:grpSpPr>
                    <p:grpSp>
                      <p:nvGrpSpPr>
                        <p:cNvPr id="37908" name="Group 47"/>
                        <p:cNvGrpSpPr>
                          <a:grpSpLocks/>
                        </p:cNvGrpSpPr>
                        <p:nvPr/>
                      </p:nvGrpSpPr>
                      <p:grpSpPr bwMode="auto">
                        <a:xfrm>
                          <a:off x="5715000" y="2362200"/>
                          <a:ext cx="2743200" cy="3733800"/>
                          <a:chOff x="5715000" y="2362200"/>
                          <a:chExt cx="2743200" cy="3733800"/>
                        </a:xfrm>
                      </p:grpSpPr>
                      <p:grpSp>
                        <p:nvGrpSpPr>
                          <p:cNvPr id="37910" name="Group 47"/>
                          <p:cNvGrpSpPr>
                            <a:grpSpLocks/>
                          </p:cNvGrpSpPr>
                          <p:nvPr/>
                        </p:nvGrpSpPr>
                        <p:grpSpPr bwMode="auto">
                          <a:xfrm>
                            <a:off x="5715000" y="2362200"/>
                            <a:ext cx="2743200" cy="3733800"/>
                            <a:chOff x="5715000" y="2362200"/>
                            <a:chExt cx="2743200" cy="3733800"/>
                          </a:xfrm>
                        </p:grpSpPr>
                        <p:grpSp>
                          <p:nvGrpSpPr>
                            <p:cNvPr id="37912" name="Group 45"/>
                            <p:cNvGrpSpPr>
                              <a:grpSpLocks/>
                            </p:cNvGrpSpPr>
                            <p:nvPr/>
                          </p:nvGrpSpPr>
                          <p:grpSpPr bwMode="auto">
                            <a:xfrm>
                              <a:off x="5715000" y="2362200"/>
                              <a:ext cx="2743200" cy="3733800"/>
                              <a:chOff x="5715000" y="2362200"/>
                              <a:chExt cx="2743200" cy="3733800"/>
                            </a:xfrm>
                          </p:grpSpPr>
                          <p:grpSp>
                            <p:nvGrpSpPr>
                              <p:cNvPr id="37914" name="Group 45"/>
                              <p:cNvGrpSpPr>
                                <a:grpSpLocks/>
                              </p:cNvGrpSpPr>
                              <p:nvPr/>
                            </p:nvGrpSpPr>
                            <p:grpSpPr bwMode="auto">
                              <a:xfrm>
                                <a:off x="5715000" y="2362200"/>
                                <a:ext cx="2743200" cy="3733800"/>
                                <a:chOff x="5715000" y="2362200"/>
                                <a:chExt cx="2743200" cy="3733800"/>
                              </a:xfrm>
                            </p:grpSpPr>
                            <p:grpSp>
                              <p:nvGrpSpPr>
                                <p:cNvPr id="37916" name="Group 40"/>
                                <p:cNvGrpSpPr>
                                  <a:grpSpLocks/>
                                </p:cNvGrpSpPr>
                                <p:nvPr/>
                              </p:nvGrpSpPr>
                              <p:grpSpPr bwMode="auto">
                                <a:xfrm>
                                  <a:off x="5715000" y="2362200"/>
                                  <a:ext cx="2743200" cy="3733800"/>
                                  <a:chOff x="5715000" y="2362200"/>
                                  <a:chExt cx="2743200" cy="3733800"/>
                                </a:xfrm>
                              </p:grpSpPr>
                              <p:grpSp>
                                <p:nvGrpSpPr>
                                  <p:cNvPr id="37918" name="Group 37"/>
                                  <p:cNvGrpSpPr>
                                    <a:grpSpLocks/>
                                  </p:cNvGrpSpPr>
                                  <p:nvPr/>
                                </p:nvGrpSpPr>
                                <p:grpSpPr bwMode="auto">
                                  <a:xfrm>
                                    <a:off x="5715000" y="2362200"/>
                                    <a:ext cx="2743200" cy="3733800"/>
                                    <a:chOff x="5715000" y="2362200"/>
                                    <a:chExt cx="2743200" cy="3733800"/>
                                  </a:xfrm>
                                </p:grpSpPr>
                                <p:grpSp>
                                  <p:nvGrpSpPr>
                                    <p:cNvPr id="37920" name="Group 34"/>
                                    <p:cNvGrpSpPr>
                                      <a:grpSpLocks/>
                                    </p:cNvGrpSpPr>
                                    <p:nvPr/>
                                  </p:nvGrpSpPr>
                                  <p:grpSpPr bwMode="auto">
                                    <a:xfrm>
                                      <a:off x="5715000" y="2362200"/>
                                      <a:ext cx="2743200" cy="3733800"/>
                                      <a:chOff x="5715000" y="2438400"/>
                                      <a:chExt cx="2743200" cy="3733800"/>
                                    </a:xfrm>
                                  </p:grpSpPr>
                                  <p:cxnSp>
                                    <p:nvCxnSpPr>
                                      <p:cNvPr id="37930"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37931"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37932"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37933"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37934"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37935"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37936" name="Group 27"/>
                                      <p:cNvGrpSpPr>
                                        <a:grpSpLocks/>
                                      </p:cNvGrpSpPr>
                                      <p:nvPr/>
                                    </p:nvGrpSpPr>
                                    <p:grpSpPr bwMode="auto">
                                      <a:xfrm>
                                        <a:off x="7620000" y="2438400"/>
                                        <a:ext cx="838200" cy="704910"/>
                                        <a:chOff x="7620000" y="2438400"/>
                                        <a:chExt cx="838200" cy="704910"/>
                                      </a:xfrm>
                                    </p:grpSpPr>
                                    <p:cxnSp>
                                      <p:nvCxnSpPr>
                                        <p:cNvPr id="37946"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37947"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37937" name="Group 33"/>
                                      <p:cNvGrpSpPr>
                                        <a:grpSpLocks/>
                                      </p:cNvGrpSpPr>
                                      <p:nvPr/>
                                    </p:nvGrpSpPr>
                                    <p:grpSpPr bwMode="auto">
                                      <a:xfrm>
                                        <a:off x="7620000" y="3733800"/>
                                        <a:ext cx="838200" cy="704910"/>
                                        <a:chOff x="7620000" y="3733800"/>
                                        <a:chExt cx="838200" cy="704910"/>
                                      </a:xfrm>
                                    </p:grpSpPr>
                                    <p:cxnSp>
                                      <p:nvCxnSpPr>
                                        <p:cNvPr id="37944"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37945"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37938"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37939"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37940"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37941" name="Group 32"/>
                                      <p:cNvGrpSpPr>
                                        <a:grpSpLocks/>
                                      </p:cNvGrpSpPr>
                                      <p:nvPr/>
                                    </p:nvGrpSpPr>
                                    <p:grpSpPr bwMode="auto">
                                      <a:xfrm>
                                        <a:off x="7620000" y="5029200"/>
                                        <a:ext cx="838200" cy="704910"/>
                                        <a:chOff x="7620000" y="5029200"/>
                                        <a:chExt cx="838200" cy="704910"/>
                                      </a:xfrm>
                                    </p:grpSpPr>
                                    <p:cxnSp>
                                      <p:nvCxnSpPr>
                                        <p:cNvPr id="37942"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37943"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37921"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37922"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37923" name="Group 42"/>
                                    <p:cNvGrpSpPr>
                                      <a:grpSpLocks/>
                                    </p:cNvGrpSpPr>
                                    <p:nvPr/>
                                  </p:nvGrpSpPr>
                                  <p:grpSpPr bwMode="auto">
                                    <a:xfrm>
                                      <a:off x="5791200" y="2895600"/>
                                      <a:ext cx="457200" cy="369332"/>
                                      <a:chOff x="5791200" y="2895600"/>
                                      <a:chExt cx="457200" cy="369332"/>
                                    </a:xfrm>
                                  </p:grpSpPr>
                                  <p:sp>
                                    <p:nvSpPr>
                                      <p:cNvPr id="37928"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37929"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37924" name="Group 33"/>
                                    <p:cNvGrpSpPr>
                                      <a:grpSpLocks/>
                                    </p:cNvGrpSpPr>
                                    <p:nvPr/>
                                  </p:nvGrpSpPr>
                                  <p:grpSpPr bwMode="auto">
                                    <a:xfrm>
                                      <a:off x="5791200" y="4191000"/>
                                      <a:ext cx="457200" cy="381000"/>
                                      <a:chOff x="5791200" y="4191000"/>
                                      <a:chExt cx="457200" cy="381000"/>
                                    </a:xfrm>
                                  </p:grpSpPr>
                                  <p:sp>
                                    <p:nvSpPr>
                                      <p:cNvPr id="37926"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37927"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37925"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7919" name="Straight Connector 37"/>
                                  <p:cNvCxnSpPr>
                                    <a:cxnSpLocks noChangeShapeType="1"/>
                                  </p:cNvCxnSpPr>
                                  <p:nvPr/>
                                </p:nvCxnSpPr>
                                <p:spPr bwMode="auto">
                                  <a:xfrm rot="5400000">
                                    <a:off x="5791200" y="5562600"/>
                                    <a:ext cx="304800" cy="304800"/>
                                  </a:xfrm>
                                  <a:prstGeom prst="line">
                                    <a:avLst/>
                                  </a:prstGeom>
                                  <a:noFill/>
                                  <a:ln w="25400" algn="ctr">
                                    <a:solidFill>
                                      <a:schemeClr val="tx1"/>
                                    </a:solidFill>
                                    <a:miter lim="800000"/>
                                    <a:headEnd/>
                                    <a:tailEnd/>
                                  </a:ln>
                                </p:spPr>
                              </p:cxnSp>
                            </p:grpSp>
                            <p:sp>
                              <p:nvSpPr>
                                <p:cNvPr id="37917" name="TextBox 42"/>
                                <p:cNvSpPr txBox="1">
                                  <a:spLocks noChangeArrowheads="1"/>
                                </p:cNvSpPr>
                                <p:nvPr/>
                              </p:nvSpPr>
                              <p:spPr bwMode="auto">
                                <a:xfrm>
                                  <a:off x="6172200" y="54864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7915" name="Straight Connector 40"/>
                              <p:cNvCxnSpPr>
                                <a:cxnSpLocks noChangeShapeType="1"/>
                              </p:cNvCxnSpPr>
                              <p:nvPr/>
                            </p:nvCxnSpPr>
                            <p:spPr bwMode="auto">
                              <a:xfrm rot="5400000">
                                <a:off x="6248400" y="2895600"/>
                                <a:ext cx="304800" cy="304800"/>
                              </a:xfrm>
                              <a:prstGeom prst="line">
                                <a:avLst/>
                              </a:prstGeom>
                              <a:noFill/>
                              <a:ln w="25400" algn="ctr">
                                <a:solidFill>
                                  <a:schemeClr val="tx1"/>
                                </a:solidFill>
                                <a:miter lim="800000"/>
                                <a:headEnd/>
                                <a:tailEnd/>
                              </a:ln>
                            </p:spPr>
                          </p:cxnSp>
                        </p:grpSp>
                        <p:sp>
                          <p:nvSpPr>
                            <p:cNvPr id="37913" name="TextBox 46"/>
                            <p:cNvSpPr txBox="1">
                              <a:spLocks noChangeArrowheads="1"/>
                            </p:cNvSpPr>
                            <p:nvPr/>
                          </p:nvSpPr>
                          <p:spPr bwMode="auto">
                            <a:xfrm>
                              <a:off x="6629400" y="2907268"/>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7911" name="Straight Connector 45"/>
                          <p:cNvCxnSpPr>
                            <a:cxnSpLocks noChangeShapeType="1"/>
                          </p:cNvCxnSpPr>
                          <p:nvPr/>
                        </p:nvCxnSpPr>
                        <p:spPr bwMode="auto">
                          <a:xfrm rot="5400000">
                            <a:off x="6172200" y="4191000"/>
                            <a:ext cx="304800" cy="304800"/>
                          </a:xfrm>
                          <a:prstGeom prst="line">
                            <a:avLst/>
                          </a:prstGeom>
                          <a:noFill/>
                          <a:ln w="25400" algn="ctr">
                            <a:solidFill>
                              <a:schemeClr val="tx1"/>
                            </a:solidFill>
                            <a:miter lim="800000"/>
                            <a:headEnd/>
                            <a:tailEnd/>
                          </a:ln>
                        </p:spPr>
                      </p:cxnSp>
                    </p:grpSp>
                    <p:sp>
                      <p:nvSpPr>
                        <p:cNvPr id="37909" name="TextBox 48"/>
                        <p:cNvSpPr txBox="1">
                          <a:spLocks noChangeArrowheads="1"/>
                        </p:cNvSpPr>
                        <p:nvPr/>
                      </p:nvSpPr>
                      <p:spPr bwMode="auto">
                        <a:xfrm>
                          <a:off x="6477000" y="41910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7906" name="Straight Connector 49"/>
                      <p:cNvCxnSpPr>
                        <a:cxnSpLocks noChangeShapeType="1"/>
                      </p:cNvCxnSpPr>
                      <p:nvPr/>
                    </p:nvCxnSpPr>
                    <p:spPr bwMode="auto">
                      <a:xfrm rot="5400000">
                        <a:off x="6172200" y="5486400"/>
                        <a:ext cx="304800" cy="304800"/>
                      </a:xfrm>
                      <a:prstGeom prst="line">
                        <a:avLst/>
                      </a:prstGeom>
                      <a:noFill/>
                      <a:ln w="25400" algn="ctr">
                        <a:solidFill>
                          <a:schemeClr val="tx1"/>
                        </a:solidFill>
                        <a:miter lim="800000"/>
                        <a:headEnd/>
                        <a:tailEnd/>
                      </a:ln>
                    </p:spPr>
                  </p:cxnSp>
                  <p:sp>
                    <p:nvSpPr>
                      <p:cNvPr id="37907" name="TextBox 50"/>
                      <p:cNvSpPr txBox="1">
                        <a:spLocks noChangeArrowheads="1"/>
                      </p:cNvSpPr>
                      <p:nvPr/>
                    </p:nvSpPr>
                    <p:spPr bwMode="auto">
                      <a:xfrm>
                        <a:off x="6477000" y="5486400"/>
                        <a:ext cx="457200" cy="369332"/>
                      </a:xfrm>
                      <a:prstGeom prst="rect">
                        <a:avLst/>
                      </a:prstGeom>
                      <a:noFill/>
                      <a:ln w="9525">
                        <a:noFill/>
                        <a:miter lim="800000"/>
                        <a:headEnd/>
                        <a:tailEnd/>
                      </a:ln>
                    </p:spPr>
                    <p:txBody>
                      <a:bodyPr>
                        <a:spAutoFit/>
                      </a:bodyPr>
                      <a:lstStyle/>
                      <a:p>
                        <a:r>
                          <a:rPr lang="en-US" sz="1800"/>
                          <a:t>0</a:t>
                        </a:r>
                        <a:endParaRPr lang="ar-EG" sz="1800"/>
                      </a:p>
                    </p:txBody>
                  </p:sp>
                </p:grpSp>
                <p:cxnSp>
                  <p:nvCxnSpPr>
                    <p:cNvPr id="37904" name="Straight Connector 51"/>
                    <p:cNvCxnSpPr>
                      <a:cxnSpLocks noChangeShapeType="1"/>
                    </p:cNvCxnSpPr>
                    <p:nvPr/>
                  </p:nvCxnSpPr>
                  <p:spPr bwMode="auto">
                    <a:xfrm rot="5400000">
                      <a:off x="6629400" y="2971800"/>
                      <a:ext cx="304800" cy="304800"/>
                    </a:xfrm>
                    <a:prstGeom prst="line">
                      <a:avLst/>
                    </a:prstGeom>
                    <a:noFill/>
                    <a:ln w="25400" algn="ctr">
                      <a:solidFill>
                        <a:schemeClr val="tx1"/>
                      </a:solidFill>
                      <a:miter lim="800000"/>
                      <a:headEnd/>
                      <a:tailEnd/>
                    </a:ln>
                  </p:spPr>
                </p:cxnSp>
              </p:grpSp>
              <p:sp>
                <p:nvSpPr>
                  <p:cNvPr id="37902" name="TextBox 53"/>
                  <p:cNvSpPr txBox="1">
                    <a:spLocks noChangeArrowheads="1"/>
                  </p:cNvSpPr>
                  <p:nvPr/>
                </p:nvSpPr>
                <p:spPr bwMode="auto">
                  <a:xfrm>
                    <a:off x="7010400" y="2895600"/>
                    <a:ext cx="457200" cy="369332"/>
                  </a:xfrm>
                  <a:prstGeom prst="rect">
                    <a:avLst/>
                  </a:prstGeom>
                  <a:noFill/>
                  <a:ln w="9525">
                    <a:noFill/>
                    <a:miter lim="800000"/>
                    <a:headEnd/>
                    <a:tailEnd/>
                  </a:ln>
                </p:spPr>
                <p:txBody>
                  <a:bodyPr>
                    <a:spAutoFit/>
                  </a:bodyPr>
                  <a:lstStyle/>
                  <a:p>
                    <a:r>
                      <a:rPr lang="en-US" sz="1800"/>
                      <a:t>3</a:t>
                    </a:r>
                    <a:endParaRPr lang="ar-EG" sz="1800"/>
                  </a:p>
                </p:txBody>
              </p:sp>
            </p:grpSp>
          </p:grpSp>
          <p:sp>
            <p:nvSpPr>
              <p:cNvPr id="37898" name="TextBox 56"/>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37895" name="Picture 58"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61"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64"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247930552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915" name="Straight Connector 41"/>
          <p:cNvCxnSpPr>
            <a:cxnSpLocks noChangeShapeType="1"/>
          </p:cNvCxnSpPr>
          <p:nvPr/>
        </p:nvCxnSpPr>
        <p:spPr bwMode="auto">
          <a:xfrm rot="5400000">
            <a:off x="6477000" y="4191000"/>
            <a:ext cx="304800" cy="304800"/>
          </a:xfrm>
          <a:prstGeom prst="line">
            <a:avLst/>
          </a:prstGeom>
          <a:noFill/>
          <a:ln w="25400" algn="ctr">
            <a:solidFill>
              <a:schemeClr val="tx1"/>
            </a:solidFill>
            <a:miter lim="800000"/>
            <a:headEnd/>
            <a:tailEnd/>
          </a:ln>
        </p:spPr>
      </p:cxnSp>
      <p:grpSp>
        <p:nvGrpSpPr>
          <p:cNvPr id="38916" name="Group 58"/>
          <p:cNvGrpSpPr>
            <a:grpSpLocks/>
          </p:cNvGrpSpPr>
          <p:nvPr/>
        </p:nvGrpSpPr>
        <p:grpSpPr bwMode="auto">
          <a:xfrm>
            <a:off x="585788" y="1905000"/>
            <a:ext cx="7872412" cy="4876800"/>
            <a:chOff x="585788" y="1905000"/>
            <a:chExt cx="7872412" cy="4876800"/>
          </a:xfrm>
        </p:grpSpPr>
        <p:sp>
          <p:nvSpPr>
            <p:cNvPr id="38917" name="AutoShape 13"/>
            <p:cNvSpPr>
              <a:spLocks noChangeArrowheads="1"/>
            </p:cNvSpPr>
            <p:nvPr/>
          </p:nvSpPr>
          <p:spPr bwMode="auto">
            <a:xfrm>
              <a:off x="1371600" y="36576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38918" name="Group 57"/>
            <p:cNvGrpSpPr>
              <a:grpSpLocks/>
            </p:cNvGrpSpPr>
            <p:nvPr/>
          </p:nvGrpSpPr>
          <p:grpSpPr bwMode="auto">
            <a:xfrm>
              <a:off x="5715000" y="2068513"/>
              <a:ext cx="2743200" cy="4027487"/>
              <a:chOff x="5715000" y="2069068"/>
              <a:chExt cx="2743200" cy="4026932"/>
            </a:xfrm>
          </p:grpSpPr>
          <p:grpSp>
            <p:nvGrpSpPr>
              <p:cNvPr id="38921" name="Group 55"/>
              <p:cNvGrpSpPr>
                <a:grpSpLocks/>
              </p:cNvGrpSpPr>
              <p:nvPr/>
            </p:nvGrpSpPr>
            <p:grpSpPr bwMode="auto">
              <a:xfrm>
                <a:off x="5715000" y="2362200"/>
                <a:ext cx="2743200" cy="3733800"/>
                <a:chOff x="5715000" y="2362200"/>
                <a:chExt cx="2743200" cy="3733800"/>
              </a:xfrm>
            </p:grpSpPr>
            <p:sp>
              <p:nvSpPr>
                <p:cNvPr id="38923" name="TextBox 44"/>
                <p:cNvSpPr txBox="1">
                  <a:spLocks noChangeArrowheads="1"/>
                </p:cNvSpPr>
                <p:nvPr/>
              </p:nvSpPr>
              <p:spPr bwMode="auto">
                <a:xfrm>
                  <a:off x="6781800" y="4191000"/>
                  <a:ext cx="457200" cy="369332"/>
                </a:xfrm>
                <a:prstGeom prst="rect">
                  <a:avLst/>
                </a:prstGeom>
                <a:noFill/>
                <a:ln w="9525">
                  <a:noFill/>
                  <a:miter lim="800000"/>
                  <a:headEnd/>
                  <a:tailEnd/>
                </a:ln>
              </p:spPr>
              <p:txBody>
                <a:bodyPr>
                  <a:spAutoFit/>
                </a:bodyPr>
                <a:lstStyle/>
                <a:p>
                  <a:r>
                    <a:rPr lang="en-US" sz="1800"/>
                    <a:t>0</a:t>
                  </a:r>
                  <a:endParaRPr lang="ar-EG" sz="1800"/>
                </a:p>
              </p:txBody>
            </p:sp>
            <p:grpSp>
              <p:nvGrpSpPr>
                <p:cNvPr id="38924" name="Group 54"/>
                <p:cNvGrpSpPr>
                  <a:grpSpLocks/>
                </p:cNvGrpSpPr>
                <p:nvPr/>
              </p:nvGrpSpPr>
              <p:grpSpPr bwMode="auto">
                <a:xfrm>
                  <a:off x="5715000" y="2362200"/>
                  <a:ext cx="2743200" cy="3733800"/>
                  <a:chOff x="5715000" y="2362200"/>
                  <a:chExt cx="2743200" cy="3733800"/>
                </a:xfrm>
              </p:grpSpPr>
              <p:grpSp>
                <p:nvGrpSpPr>
                  <p:cNvPr id="38925" name="Group 52"/>
                  <p:cNvGrpSpPr>
                    <a:grpSpLocks/>
                  </p:cNvGrpSpPr>
                  <p:nvPr/>
                </p:nvGrpSpPr>
                <p:grpSpPr bwMode="auto">
                  <a:xfrm>
                    <a:off x="5715000" y="2362200"/>
                    <a:ext cx="2743200" cy="3733800"/>
                    <a:chOff x="5715000" y="2362200"/>
                    <a:chExt cx="2743200" cy="3733800"/>
                  </a:xfrm>
                </p:grpSpPr>
                <p:grpSp>
                  <p:nvGrpSpPr>
                    <p:cNvPr id="38927" name="Group 51"/>
                    <p:cNvGrpSpPr>
                      <a:grpSpLocks/>
                    </p:cNvGrpSpPr>
                    <p:nvPr/>
                  </p:nvGrpSpPr>
                  <p:grpSpPr bwMode="auto">
                    <a:xfrm>
                      <a:off x="5715000" y="2362200"/>
                      <a:ext cx="2743200" cy="3733800"/>
                      <a:chOff x="5715000" y="2362200"/>
                      <a:chExt cx="2743200" cy="3733800"/>
                    </a:xfrm>
                  </p:grpSpPr>
                  <p:grpSp>
                    <p:nvGrpSpPr>
                      <p:cNvPr id="38929" name="Group 49"/>
                      <p:cNvGrpSpPr>
                        <a:grpSpLocks/>
                      </p:cNvGrpSpPr>
                      <p:nvPr/>
                    </p:nvGrpSpPr>
                    <p:grpSpPr bwMode="auto">
                      <a:xfrm>
                        <a:off x="5715000" y="2362200"/>
                        <a:ext cx="2743200" cy="3733800"/>
                        <a:chOff x="5715000" y="2362200"/>
                        <a:chExt cx="2743200" cy="3733800"/>
                      </a:xfrm>
                    </p:grpSpPr>
                    <p:grpSp>
                      <p:nvGrpSpPr>
                        <p:cNvPr id="38932" name="Group 47"/>
                        <p:cNvGrpSpPr>
                          <a:grpSpLocks/>
                        </p:cNvGrpSpPr>
                        <p:nvPr/>
                      </p:nvGrpSpPr>
                      <p:grpSpPr bwMode="auto">
                        <a:xfrm>
                          <a:off x="5715000" y="2362200"/>
                          <a:ext cx="2743200" cy="3733800"/>
                          <a:chOff x="5715000" y="2362200"/>
                          <a:chExt cx="2743200" cy="3733800"/>
                        </a:xfrm>
                      </p:grpSpPr>
                      <p:grpSp>
                        <p:nvGrpSpPr>
                          <p:cNvPr id="38934" name="Group 47"/>
                          <p:cNvGrpSpPr>
                            <a:grpSpLocks/>
                          </p:cNvGrpSpPr>
                          <p:nvPr/>
                        </p:nvGrpSpPr>
                        <p:grpSpPr bwMode="auto">
                          <a:xfrm>
                            <a:off x="5715000" y="2362200"/>
                            <a:ext cx="2743200" cy="3733800"/>
                            <a:chOff x="5715000" y="2362200"/>
                            <a:chExt cx="2743200" cy="3733800"/>
                          </a:xfrm>
                        </p:grpSpPr>
                        <p:grpSp>
                          <p:nvGrpSpPr>
                            <p:cNvPr id="38936" name="Group 45"/>
                            <p:cNvGrpSpPr>
                              <a:grpSpLocks/>
                            </p:cNvGrpSpPr>
                            <p:nvPr/>
                          </p:nvGrpSpPr>
                          <p:grpSpPr bwMode="auto">
                            <a:xfrm>
                              <a:off x="5715000" y="2362200"/>
                              <a:ext cx="2743200" cy="3733800"/>
                              <a:chOff x="5715000" y="2362200"/>
                              <a:chExt cx="2743200" cy="3733800"/>
                            </a:xfrm>
                          </p:grpSpPr>
                          <p:grpSp>
                            <p:nvGrpSpPr>
                              <p:cNvPr id="38938" name="Group 45"/>
                              <p:cNvGrpSpPr>
                                <a:grpSpLocks/>
                              </p:cNvGrpSpPr>
                              <p:nvPr/>
                            </p:nvGrpSpPr>
                            <p:grpSpPr bwMode="auto">
                              <a:xfrm>
                                <a:off x="5715000" y="2362200"/>
                                <a:ext cx="2743200" cy="3733800"/>
                                <a:chOff x="5715000" y="2362200"/>
                                <a:chExt cx="2743200" cy="3733800"/>
                              </a:xfrm>
                            </p:grpSpPr>
                            <p:grpSp>
                              <p:nvGrpSpPr>
                                <p:cNvPr id="38940" name="Group 40"/>
                                <p:cNvGrpSpPr>
                                  <a:grpSpLocks/>
                                </p:cNvGrpSpPr>
                                <p:nvPr/>
                              </p:nvGrpSpPr>
                              <p:grpSpPr bwMode="auto">
                                <a:xfrm>
                                  <a:off x="5715000" y="2362200"/>
                                  <a:ext cx="2743200" cy="3733800"/>
                                  <a:chOff x="5715000" y="2362200"/>
                                  <a:chExt cx="2743200" cy="3733800"/>
                                </a:xfrm>
                              </p:grpSpPr>
                              <p:grpSp>
                                <p:nvGrpSpPr>
                                  <p:cNvPr id="38942" name="Group 37"/>
                                  <p:cNvGrpSpPr>
                                    <a:grpSpLocks/>
                                  </p:cNvGrpSpPr>
                                  <p:nvPr/>
                                </p:nvGrpSpPr>
                                <p:grpSpPr bwMode="auto">
                                  <a:xfrm>
                                    <a:off x="5715000" y="2362200"/>
                                    <a:ext cx="2743200" cy="3733800"/>
                                    <a:chOff x="5715000" y="2362200"/>
                                    <a:chExt cx="2743200" cy="3733800"/>
                                  </a:xfrm>
                                </p:grpSpPr>
                                <p:grpSp>
                                  <p:nvGrpSpPr>
                                    <p:cNvPr id="38944" name="Group 34"/>
                                    <p:cNvGrpSpPr>
                                      <a:grpSpLocks/>
                                    </p:cNvGrpSpPr>
                                    <p:nvPr/>
                                  </p:nvGrpSpPr>
                                  <p:grpSpPr bwMode="auto">
                                    <a:xfrm>
                                      <a:off x="5715000" y="2362200"/>
                                      <a:ext cx="2743200" cy="3733800"/>
                                      <a:chOff x="5715000" y="2438400"/>
                                      <a:chExt cx="2743200" cy="3733800"/>
                                    </a:xfrm>
                                  </p:grpSpPr>
                                  <p:cxnSp>
                                    <p:nvCxnSpPr>
                                      <p:cNvPr id="38954"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38955"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38956"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38957"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38958"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38959"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38960" name="Group 27"/>
                                      <p:cNvGrpSpPr>
                                        <a:grpSpLocks/>
                                      </p:cNvGrpSpPr>
                                      <p:nvPr/>
                                    </p:nvGrpSpPr>
                                    <p:grpSpPr bwMode="auto">
                                      <a:xfrm>
                                        <a:off x="7620000" y="2438400"/>
                                        <a:ext cx="838200" cy="704910"/>
                                        <a:chOff x="7620000" y="2438400"/>
                                        <a:chExt cx="838200" cy="704910"/>
                                      </a:xfrm>
                                    </p:grpSpPr>
                                    <p:cxnSp>
                                      <p:nvCxnSpPr>
                                        <p:cNvPr id="38970"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38971"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38961" name="Group 33"/>
                                      <p:cNvGrpSpPr>
                                        <a:grpSpLocks/>
                                      </p:cNvGrpSpPr>
                                      <p:nvPr/>
                                    </p:nvGrpSpPr>
                                    <p:grpSpPr bwMode="auto">
                                      <a:xfrm>
                                        <a:off x="7620000" y="3733800"/>
                                        <a:ext cx="838200" cy="704910"/>
                                        <a:chOff x="7620000" y="3733800"/>
                                        <a:chExt cx="838200" cy="704910"/>
                                      </a:xfrm>
                                    </p:grpSpPr>
                                    <p:cxnSp>
                                      <p:nvCxnSpPr>
                                        <p:cNvPr id="38968"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38969"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38962"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38963"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38964"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38965" name="Group 32"/>
                                      <p:cNvGrpSpPr>
                                        <a:grpSpLocks/>
                                      </p:cNvGrpSpPr>
                                      <p:nvPr/>
                                    </p:nvGrpSpPr>
                                    <p:grpSpPr bwMode="auto">
                                      <a:xfrm>
                                        <a:off x="7620000" y="5029200"/>
                                        <a:ext cx="838200" cy="704910"/>
                                        <a:chOff x="7620000" y="5029200"/>
                                        <a:chExt cx="838200" cy="704910"/>
                                      </a:xfrm>
                                    </p:grpSpPr>
                                    <p:cxnSp>
                                      <p:nvCxnSpPr>
                                        <p:cNvPr id="38966"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38967"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38945"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38946"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38947" name="Group 42"/>
                                    <p:cNvGrpSpPr>
                                      <a:grpSpLocks/>
                                    </p:cNvGrpSpPr>
                                    <p:nvPr/>
                                  </p:nvGrpSpPr>
                                  <p:grpSpPr bwMode="auto">
                                    <a:xfrm>
                                      <a:off x="5791200" y="2895600"/>
                                      <a:ext cx="457200" cy="369332"/>
                                      <a:chOff x="5791200" y="2895600"/>
                                      <a:chExt cx="457200" cy="369332"/>
                                    </a:xfrm>
                                  </p:grpSpPr>
                                  <p:sp>
                                    <p:nvSpPr>
                                      <p:cNvPr id="38952"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38953"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38948" name="Group 33"/>
                                    <p:cNvGrpSpPr>
                                      <a:grpSpLocks/>
                                    </p:cNvGrpSpPr>
                                    <p:nvPr/>
                                  </p:nvGrpSpPr>
                                  <p:grpSpPr bwMode="auto">
                                    <a:xfrm>
                                      <a:off x="5791200" y="4191000"/>
                                      <a:ext cx="457200" cy="381000"/>
                                      <a:chOff x="5791200" y="4191000"/>
                                      <a:chExt cx="457200" cy="381000"/>
                                    </a:xfrm>
                                  </p:grpSpPr>
                                  <p:sp>
                                    <p:nvSpPr>
                                      <p:cNvPr id="38950"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38951"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38949"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8943" name="Straight Connector 37"/>
                                  <p:cNvCxnSpPr>
                                    <a:cxnSpLocks noChangeShapeType="1"/>
                                  </p:cNvCxnSpPr>
                                  <p:nvPr/>
                                </p:nvCxnSpPr>
                                <p:spPr bwMode="auto">
                                  <a:xfrm rot="5400000">
                                    <a:off x="5791200" y="5562600"/>
                                    <a:ext cx="304800" cy="304800"/>
                                  </a:xfrm>
                                  <a:prstGeom prst="line">
                                    <a:avLst/>
                                  </a:prstGeom>
                                  <a:noFill/>
                                  <a:ln w="25400" algn="ctr">
                                    <a:solidFill>
                                      <a:schemeClr val="tx1"/>
                                    </a:solidFill>
                                    <a:miter lim="800000"/>
                                    <a:headEnd/>
                                    <a:tailEnd/>
                                  </a:ln>
                                </p:spPr>
                              </p:cxnSp>
                            </p:grpSp>
                            <p:sp>
                              <p:nvSpPr>
                                <p:cNvPr id="38941" name="TextBox 42"/>
                                <p:cNvSpPr txBox="1">
                                  <a:spLocks noChangeArrowheads="1"/>
                                </p:cNvSpPr>
                                <p:nvPr/>
                              </p:nvSpPr>
                              <p:spPr bwMode="auto">
                                <a:xfrm>
                                  <a:off x="6172200" y="54864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8939" name="Straight Connector 40"/>
                              <p:cNvCxnSpPr>
                                <a:cxnSpLocks noChangeShapeType="1"/>
                              </p:cNvCxnSpPr>
                              <p:nvPr/>
                            </p:nvCxnSpPr>
                            <p:spPr bwMode="auto">
                              <a:xfrm rot="5400000">
                                <a:off x="6248400" y="2895600"/>
                                <a:ext cx="304800" cy="304800"/>
                              </a:xfrm>
                              <a:prstGeom prst="line">
                                <a:avLst/>
                              </a:prstGeom>
                              <a:noFill/>
                              <a:ln w="25400" algn="ctr">
                                <a:solidFill>
                                  <a:schemeClr val="tx1"/>
                                </a:solidFill>
                                <a:miter lim="800000"/>
                                <a:headEnd/>
                                <a:tailEnd/>
                              </a:ln>
                            </p:spPr>
                          </p:cxnSp>
                        </p:grpSp>
                        <p:sp>
                          <p:nvSpPr>
                            <p:cNvPr id="38937" name="TextBox 46"/>
                            <p:cNvSpPr txBox="1">
                              <a:spLocks noChangeArrowheads="1"/>
                            </p:cNvSpPr>
                            <p:nvPr/>
                          </p:nvSpPr>
                          <p:spPr bwMode="auto">
                            <a:xfrm>
                              <a:off x="6629400" y="2907268"/>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8935" name="Straight Connector 45"/>
                          <p:cNvCxnSpPr>
                            <a:cxnSpLocks noChangeShapeType="1"/>
                          </p:cNvCxnSpPr>
                          <p:nvPr/>
                        </p:nvCxnSpPr>
                        <p:spPr bwMode="auto">
                          <a:xfrm rot="5400000">
                            <a:off x="6172200" y="4191000"/>
                            <a:ext cx="304800" cy="304800"/>
                          </a:xfrm>
                          <a:prstGeom prst="line">
                            <a:avLst/>
                          </a:prstGeom>
                          <a:noFill/>
                          <a:ln w="25400" algn="ctr">
                            <a:solidFill>
                              <a:schemeClr val="tx1"/>
                            </a:solidFill>
                            <a:miter lim="800000"/>
                            <a:headEnd/>
                            <a:tailEnd/>
                          </a:ln>
                        </p:spPr>
                      </p:cxnSp>
                    </p:grpSp>
                    <p:sp>
                      <p:nvSpPr>
                        <p:cNvPr id="38933" name="TextBox 48"/>
                        <p:cNvSpPr txBox="1">
                          <a:spLocks noChangeArrowheads="1"/>
                        </p:cNvSpPr>
                        <p:nvPr/>
                      </p:nvSpPr>
                      <p:spPr bwMode="auto">
                        <a:xfrm>
                          <a:off x="6477000" y="41910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8930" name="Straight Connector 49"/>
                      <p:cNvCxnSpPr>
                        <a:cxnSpLocks noChangeShapeType="1"/>
                      </p:cNvCxnSpPr>
                      <p:nvPr/>
                    </p:nvCxnSpPr>
                    <p:spPr bwMode="auto">
                      <a:xfrm rot="5400000">
                        <a:off x="6172200" y="5486400"/>
                        <a:ext cx="304800" cy="304800"/>
                      </a:xfrm>
                      <a:prstGeom prst="line">
                        <a:avLst/>
                      </a:prstGeom>
                      <a:noFill/>
                      <a:ln w="25400" algn="ctr">
                        <a:solidFill>
                          <a:schemeClr val="tx1"/>
                        </a:solidFill>
                        <a:miter lim="800000"/>
                        <a:headEnd/>
                        <a:tailEnd/>
                      </a:ln>
                    </p:spPr>
                  </p:cxnSp>
                  <p:sp>
                    <p:nvSpPr>
                      <p:cNvPr id="38931" name="TextBox 50"/>
                      <p:cNvSpPr txBox="1">
                        <a:spLocks noChangeArrowheads="1"/>
                      </p:cNvSpPr>
                      <p:nvPr/>
                    </p:nvSpPr>
                    <p:spPr bwMode="auto">
                      <a:xfrm>
                        <a:off x="6477000" y="5486400"/>
                        <a:ext cx="457200" cy="369332"/>
                      </a:xfrm>
                      <a:prstGeom prst="rect">
                        <a:avLst/>
                      </a:prstGeom>
                      <a:noFill/>
                      <a:ln w="9525">
                        <a:noFill/>
                        <a:miter lim="800000"/>
                        <a:headEnd/>
                        <a:tailEnd/>
                      </a:ln>
                    </p:spPr>
                    <p:txBody>
                      <a:bodyPr>
                        <a:spAutoFit/>
                      </a:bodyPr>
                      <a:lstStyle/>
                      <a:p>
                        <a:r>
                          <a:rPr lang="en-US" sz="1800"/>
                          <a:t>0</a:t>
                        </a:r>
                        <a:endParaRPr lang="ar-EG" sz="1800"/>
                      </a:p>
                    </p:txBody>
                  </p:sp>
                </p:grpSp>
                <p:cxnSp>
                  <p:nvCxnSpPr>
                    <p:cNvPr id="38928" name="Straight Connector 51"/>
                    <p:cNvCxnSpPr>
                      <a:cxnSpLocks noChangeShapeType="1"/>
                    </p:cNvCxnSpPr>
                    <p:nvPr/>
                  </p:nvCxnSpPr>
                  <p:spPr bwMode="auto">
                    <a:xfrm rot="5400000">
                      <a:off x="6629400" y="2971800"/>
                      <a:ext cx="304800" cy="304800"/>
                    </a:xfrm>
                    <a:prstGeom prst="line">
                      <a:avLst/>
                    </a:prstGeom>
                    <a:noFill/>
                    <a:ln w="25400" algn="ctr">
                      <a:solidFill>
                        <a:schemeClr val="tx1"/>
                      </a:solidFill>
                      <a:miter lim="800000"/>
                      <a:headEnd/>
                      <a:tailEnd/>
                    </a:ln>
                  </p:spPr>
                </p:cxnSp>
              </p:grpSp>
              <p:sp>
                <p:nvSpPr>
                  <p:cNvPr id="38926" name="TextBox 53"/>
                  <p:cNvSpPr txBox="1">
                    <a:spLocks noChangeArrowheads="1"/>
                  </p:cNvSpPr>
                  <p:nvPr/>
                </p:nvSpPr>
                <p:spPr bwMode="auto">
                  <a:xfrm>
                    <a:off x="7010400" y="2895600"/>
                    <a:ext cx="457200" cy="369332"/>
                  </a:xfrm>
                  <a:prstGeom prst="rect">
                    <a:avLst/>
                  </a:prstGeom>
                  <a:noFill/>
                  <a:ln w="9525">
                    <a:noFill/>
                    <a:miter lim="800000"/>
                    <a:headEnd/>
                    <a:tailEnd/>
                  </a:ln>
                </p:spPr>
                <p:txBody>
                  <a:bodyPr>
                    <a:spAutoFit/>
                  </a:bodyPr>
                  <a:lstStyle/>
                  <a:p>
                    <a:r>
                      <a:rPr lang="en-US" sz="1800"/>
                      <a:t>3</a:t>
                    </a:r>
                    <a:endParaRPr lang="ar-EG" sz="1800"/>
                  </a:p>
                </p:txBody>
              </p:sp>
            </p:grpSp>
          </p:grpSp>
          <p:sp>
            <p:nvSpPr>
              <p:cNvPr id="38922" name="TextBox 56"/>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38919" name="Picture 58"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61"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64"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17903025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939" name="Straight Connector 41"/>
          <p:cNvCxnSpPr>
            <a:cxnSpLocks noChangeShapeType="1"/>
          </p:cNvCxnSpPr>
          <p:nvPr/>
        </p:nvCxnSpPr>
        <p:spPr bwMode="auto">
          <a:xfrm rot="5400000">
            <a:off x="6477000" y="4191000"/>
            <a:ext cx="304800" cy="304800"/>
          </a:xfrm>
          <a:prstGeom prst="line">
            <a:avLst/>
          </a:prstGeom>
          <a:noFill/>
          <a:ln w="25400" algn="ctr">
            <a:solidFill>
              <a:schemeClr val="tx1"/>
            </a:solidFill>
            <a:miter lim="800000"/>
            <a:headEnd/>
            <a:tailEnd/>
          </a:ln>
        </p:spPr>
      </p:cxnSp>
      <p:grpSp>
        <p:nvGrpSpPr>
          <p:cNvPr id="39940" name="Group 61"/>
          <p:cNvGrpSpPr>
            <a:grpSpLocks/>
          </p:cNvGrpSpPr>
          <p:nvPr/>
        </p:nvGrpSpPr>
        <p:grpSpPr bwMode="auto">
          <a:xfrm>
            <a:off x="585788" y="1905000"/>
            <a:ext cx="7872412" cy="4876800"/>
            <a:chOff x="585788" y="1905000"/>
            <a:chExt cx="7872412" cy="4876800"/>
          </a:xfrm>
        </p:grpSpPr>
        <p:sp>
          <p:nvSpPr>
            <p:cNvPr id="39941" name="AutoShape 13"/>
            <p:cNvSpPr>
              <a:spLocks noChangeArrowheads="1"/>
            </p:cNvSpPr>
            <p:nvPr/>
          </p:nvSpPr>
          <p:spPr bwMode="auto">
            <a:xfrm>
              <a:off x="1371600" y="22860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39942" name="Group 57"/>
            <p:cNvGrpSpPr>
              <a:grpSpLocks/>
            </p:cNvGrpSpPr>
            <p:nvPr/>
          </p:nvGrpSpPr>
          <p:grpSpPr bwMode="auto">
            <a:xfrm>
              <a:off x="5715000" y="2068513"/>
              <a:ext cx="2743200" cy="4027487"/>
              <a:chOff x="5715000" y="2069068"/>
              <a:chExt cx="2743200" cy="4026932"/>
            </a:xfrm>
          </p:grpSpPr>
          <p:grpSp>
            <p:nvGrpSpPr>
              <p:cNvPr id="39945" name="Group 55"/>
              <p:cNvGrpSpPr>
                <a:grpSpLocks/>
              </p:cNvGrpSpPr>
              <p:nvPr/>
            </p:nvGrpSpPr>
            <p:grpSpPr bwMode="auto">
              <a:xfrm>
                <a:off x="5715000" y="2362200"/>
                <a:ext cx="2743200" cy="3733800"/>
                <a:chOff x="5715000" y="2362200"/>
                <a:chExt cx="2743200" cy="3733800"/>
              </a:xfrm>
            </p:grpSpPr>
            <p:sp>
              <p:nvSpPr>
                <p:cNvPr id="39947" name="TextBox 44"/>
                <p:cNvSpPr txBox="1">
                  <a:spLocks noChangeArrowheads="1"/>
                </p:cNvSpPr>
                <p:nvPr/>
              </p:nvSpPr>
              <p:spPr bwMode="auto">
                <a:xfrm>
                  <a:off x="6781800" y="4191000"/>
                  <a:ext cx="457200" cy="369332"/>
                </a:xfrm>
                <a:prstGeom prst="rect">
                  <a:avLst/>
                </a:prstGeom>
                <a:noFill/>
                <a:ln w="9525">
                  <a:noFill/>
                  <a:miter lim="800000"/>
                  <a:headEnd/>
                  <a:tailEnd/>
                </a:ln>
              </p:spPr>
              <p:txBody>
                <a:bodyPr>
                  <a:spAutoFit/>
                </a:bodyPr>
                <a:lstStyle/>
                <a:p>
                  <a:r>
                    <a:rPr lang="en-US" sz="1800"/>
                    <a:t>0</a:t>
                  </a:r>
                  <a:endParaRPr lang="ar-EG" sz="1800"/>
                </a:p>
              </p:txBody>
            </p:sp>
            <p:grpSp>
              <p:nvGrpSpPr>
                <p:cNvPr id="39948" name="Group 54"/>
                <p:cNvGrpSpPr>
                  <a:grpSpLocks/>
                </p:cNvGrpSpPr>
                <p:nvPr/>
              </p:nvGrpSpPr>
              <p:grpSpPr bwMode="auto">
                <a:xfrm>
                  <a:off x="5715000" y="2362200"/>
                  <a:ext cx="2743200" cy="3733800"/>
                  <a:chOff x="5715000" y="2362200"/>
                  <a:chExt cx="2743200" cy="3733800"/>
                </a:xfrm>
              </p:grpSpPr>
              <p:grpSp>
                <p:nvGrpSpPr>
                  <p:cNvPr id="39949" name="Group 52"/>
                  <p:cNvGrpSpPr>
                    <a:grpSpLocks/>
                  </p:cNvGrpSpPr>
                  <p:nvPr/>
                </p:nvGrpSpPr>
                <p:grpSpPr bwMode="auto">
                  <a:xfrm>
                    <a:off x="5715000" y="2362200"/>
                    <a:ext cx="2743200" cy="3733800"/>
                    <a:chOff x="5715000" y="2362200"/>
                    <a:chExt cx="2743200" cy="3733800"/>
                  </a:xfrm>
                </p:grpSpPr>
                <p:grpSp>
                  <p:nvGrpSpPr>
                    <p:cNvPr id="39951" name="Group 51"/>
                    <p:cNvGrpSpPr>
                      <a:grpSpLocks/>
                    </p:cNvGrpSpPr>
                    <p:nvPr/>
                  </p:nvGrpSpPr>
                  <p:grpSpPr bwMode="auto">
                    <a:xfrm>
                      <a:off x="5715000" y="2362200"/>
                      <a:ext cx="2743200" cy="3733800"/>
                      <a:chOff x="5715000" y="2362200"/>
                      <a:chExt cx="2743200" cy="3733800"/>
                    </a:xfrm>
                  </p:grpSpPr>
                  <p:grpSp>
                    <p:nvGrpSpPr>
                      <p:cNvPr id="39953" name="Group 49"/>
                      <p:cNvGrpSpPr>
                        <a:grpSpLocks/>
                      </p:cNvGrpSpPr>
                      <p:nvPr/>
                    </p:nvGrpSpPr>
                    <p:grpSpPr bwMode="auto">
                      <a:xfrm>
                        <a:off x="5715000" y="2362200"/>
                        <a:ext cx="2743200" cy="3733800"/>
                        <a:chOff x="5715000" y="2362200"/>
                        <a:chExt cx="2743200" cy="3733800"/>
                      </a:xfrm>
                    </p:grpSpPr>
                    <p:grpSp>
                      <p:nvGrpSpPr>
                        <p:cNvPr id="39956" name="Group 47"/>
                        <p:cNvGrpSpPr>
                          <a:grpSpLocks/>
                        </p:cNvGrpSpPr>
                        <p:nvPr/>
                      </p:nvGrpSpPr>
                      <p:grpSpPr bwMode="auto">
                        <a:xfrm>
                          <a:off x="5715000" y="2362200"/>
                          <a:ext cx="2743200" cy="3733800"/>
                          <a:chOff x="5715000" y="2362200"/>
                          <a:chExt cx="2743200" cy="3733800"/>
                        </a:xfrm>
                      </p:grpSpPr>
                      <p:grpSp>
                        <p:nvGrpSpPr>
                          <p:cNvPr id="39958" name="Group 47"/>
                          <p:cNvGrpSpPr>
                            <a:grpSpLocks/>
                          </p:cNvGrpSpPr>
                          <p:nvPr/>
                        </p:nvGrpSpPr>
                        <p:grpSpPr bwMode="auto">
                          <a:xfrm>
                            <a:off x="5715000" y="2362200"/>
                            <a:ext cx="2743200" cy="3733800"/>
                            <a:chOff x="5715000" y="2362200"/>
                            <a:chExt cx="2743200" cy="3733800"/>
                          </a:xfrm>
                        </p:grpSpPr>
                        <p:grpSp>
                          <p:nvGrpSpPr>
                            <p:cNvPr id="39960" name="Group 45"/>
                            <p:cNvGrpSpPr>
                              <a:grpSpLocks/>
                            </p:cNvGrpSpPr>
                            <p:nvPr/>
                          </p:nvGrpSpPr>
                          <p:grpSpPr bwMode="auto">
                            <a:xfrm>
                              <a:off x="5715000" y="2362200"/>
                              <a:ext cx="2743200" cy="3733800"/>
                              <a:chOff x="5715000" y="2362200"/>
                              <a:chExt cx="2743200" cy="3733800"/>
                            </a:xfrm>
                          </p:grpSpPr>
                          <p:grpSp>
                            <p:nvGrpSpPr>
                              <p:cNvPr id="39962" name="Group 45"/>
                              <p:cNvGrpSpPr>
                                <a:grpSpLocks/>
                              </p:cNvGrpSpPr>
                              <p:nvPr/>
                            </p:nvGrpSpPr>
                            <p:grpSpPr bwMode="auto">
                              <a:xfrm>
                                <a:off x="5715000" y="2362200"/>
                                <a:ext cx="2743200" cy="3733800"/>
                                <a:chOff x="5715000" y="2362200"/>
                                <a:chExt cx="2743200" cy="3733800"/>
                              </a:xfrm>
                            </p:grpSpPr>
                            <p:grpSp>
                              <p:nvGrpSpPr>
                                <p:cNvPr id="39964" name="Group 40"/>
                                <p:cNvGrpSpPr>
                                  <a:grpSpLocks/>
                                </p:cNvGrpSpPr>
                                <p:nvPr/>
                              </p:nvGrpSpPr>
                              <p:grpSpPr bwMode="auto">
                                <a:xfrm>
                                  <a:off x="5715000" y="2362200"/>
                                  <a:ext cx="2743200" cy="3733800"/>
                                  <a:chOff x="5715000" y="2362200"/>
                                  <a:chExt cx="2743200" cy="3733800"/>
                                </a:xfrm>
                              </p:grpSpPr>
                              <p:grpSp>
                                <p:nvGrpSpPr>
                                  <p:cNvPr id="39966" name="Group 37"/>
                                  <p:cNvGrpSpPr>
                                    <a:grpSpLocks/>
                                  </p:cNvGrpSpPr>
                                  <p:nvPr/>
                                </p:nvGrpSpPr>
                                <p:grpSpPr bwMode="auto">
                                  <a:xfrm>
                                    <a:off x="5715000" y="2362200"/>
                                    <a:ext cx="2743200" cy="3733800"/>
                                    <a:chOff x="5715000" y="2362200"/>
                                    <a:chExt cx="2743200" cy="3733800"/>
                                  </a:xfrm>
                                </p:grpSpPr>
                                <p:grpSp>
                                  <p:nvGrpSpPr>
                                    <p:cNvPr id="39968" name="Group 34"/>
                                    <p:cNvGrpSpPr>
                                      <a:grpSpLocks/>
                                    </p:cNvGrpSpPr>
                                    <p:nvPr/>
                                  </p:nvGrpSpPr>
                                  <p:grpSpPr bwMode="auto">
                                    <a:xfrm>
                                      <a:off x="5715000" y="2362200"/>
                                      <a:ext cx="2743200" cy="3733800"/>
                                      <a:chOff x="5715000" y="2438400"/>
                                      <a:chExt cx="2743200" cy="3733800"/>
                                    </a:xfrm>
                                  </p:grpSpPr>
                                  <p:cxnSp>
                                    <p:nvCxnSpPr>
                                      <p:cNvPr id="39978"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39979"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39980"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39981"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39982"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39983"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39984" name="Group 27"/>
                                      <p:cNvGrpSpPr>
                                        <a:grpSpLocks/>
                                      </p:cNvGrpSpPr>
                                      <p:nvPr/>
                                    </p:nvGrpSpPr>
                                    <p:grpSpPr bwMode="auto">
                                      <a:xfrm>
                                        <a:off x="7620000" y="2438400"/>
                                        <a:ext cx="838200" cy="704910"/>
                                        <a:chOff x="7620000" y="2438400"/>
                                        <a:chExt cx="838200" cy="704910"/>
                                      </a:xfrm>
                                    </p:grpSpPr>
                                    <p:cxnSp>
                                      <p:nvCxnSpPr>
                                        <p:cNvPr id="39994"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39995"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39985" name="Group 33"/>
                                      <p:cNvGrpSpPr>
                                        <a:grpSpLocks/>
                                      </p:cNvGrpSpPr>
                                      <p:nvPr/>
                                    </p:nvGrpSpPr>
                                    <p:grpSpPr bwMode="auto">
                                      <a:xfrm>
                                        <a:off x="7620000" y="3733800"/>
                                        <a:ext cx="838200" cy="704910"/>
                                        <a:chOff x="7620000" y="3733800"/>
                                        <a:chExt cx="838200" cy="704910"/>
                                      </a:xfrm>
                                    </p:grpSpPr>
                                    <p:cxnSp>
                                      <p:nvCxnSpPr>
                                        <p:cNvPr id="39992"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39993"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39986"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39987"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39988"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39989" name="Group 32"/>
                                      <p:cNvGrpSpPr>
                                        <a:grpSpLocks/>
                                      </p:cNvGrpSpPr>
                                      <p:nvPr/>
                                    </p:nvGrpSpPr>
                                    <p:grpSpPr bwMode="auto">
                                      <a:xfrm>
                                        <a:off x="7620000" y="5029200"/>
                                        <a:ext cx="838200" cy="704910"/>
                                        <a:chOff x="7620000" y="5029200"/>
                                        <a:chExt cx="838200" cy="704910"/>
                                      </a:xfrm>
                                    </p:grpSpPr>
                                    <p:cxnSp>
                                      <p:nvCxnSpPr>
                                        <p:cNvPr id="39990"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39991"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39969"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39970"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39971" name="Group 42"/>
                                    <p:cNvGrpSpPr>
                                      <a:grpSpLocks/>
                                    </p:cNvGrpSpPr>
                                    <p:nvPr/>
                                  </p:nvGrpSpPr>
                                  <p:grpSpPr bwMode="auto">
                                    <a:xfrm>
                                      <a:off x="5791200" y="2895600"/>
                                      <a:ext cx="457200" cy="369332"/>
                                      <a:chOff x="5791200" y="2895600"/>
                                      <a:chExt cx="457200" cy="369332"/>
                                    </a:xfrm>
                                  </p:grpSpPr>
                                  <p:sp>
                                    <p:nvSpPr>
                                      <p:cNvPr id="39976"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39977"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39972" name="Group 33"/>
                                    <p:cNvGrpSpPr>
                                      <a:grpSpLocks/>
                                    </p:cNvGrpSpPr>
                                    <p:nvPr/>
                                  </p:nvGrpSpPr>
                                  <p:grpSpPr bwMode="auto">
                                    <a:xfrm>
                                      <a:off x="5791200" y="4191000"/>
                                      <a:ext cx="457200" cy="381000"/>
                                      <a:chOff x="5791200" y="4191000"/>
                                      <a:chExt cx="457200" cy="381000"/>
                                    </a:xfrm>
                                  </p:grpSpPr>
                                  <p:sp>
                                    <p:nvSpPr>
                                      <p:cNvPr id="39974"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39975"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39973"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9967" name="Straight Connector 37"/>
                                  <p:cNvCxnSpPr>
                                    <a:cxnSpLocks noChangeShapeType="1"/>
                                  </p:cNvCxnSpPr>
                                  <p:nvPr/>
                                </p:nvCxnSpPr>
                                <p:spPr bwMode="auto">
                                  <a:xfrm rot="5400000">
                                    <a:off x="5791200" y="5562600"/>
                                    <a:ext cx="304800" cy="304800"/>
                                  </a:xfrm>
                                  <a:prstGeom prst="line">
                                    <a:avLst/>
                                  </a:prstGeom>
                                  <a:noFill/>
                                  <a:ln w="25400" algn="ctr">
                                    <a:solidFill>
                                      <a:schemeClr val="tx1"/>
                                    </a:solidFill>
                                    <a:miter lim="800000"/>
                                    <a:headEnd/>
                                    <a:tailEnd/>
                                  </a:ln>
                                </p:spPr>
                              </p:cxnSp>
                            </p:grpSp>
                            <p:sp>
                              <p:nvSpPr>
                                <p:cNvPr id="39965" name="TextBox 42"/>
                                <p:cNvSpPr txBox="1">
                                  <a:spLocks noChangeArrowheads="1"/>
                                </p:cNvSpPr>
                                <p:nvPr/>
                              </p:nvSpPr>
                              <p:spPr bwMode="auto">
                                <a:xfrm>
                                  <a:off x="6172200" y="54864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9963" name="Straight Connector 40"/>
                              <p:cNvCxnSpPr>
                                <a:cxnSpLocks noChangeShapeType="1"/>
                              </p:cNvCxnSpPr>
                              <p:nvPr/>
                            </p:nvCxnSpPr>
                            <p:spPr bwMode="auto">
                              <a:xfrm rot="5400000">
                                <a:off x="6248400" y="2895600"/>
                                <a:ext cx="304800" cy="304800"/>
                              </a:xfrm>
                              <a:prstGeom prst="line">
                                <a:avLst/>
                              </a:prstGeom>
                              <a:noFill/>
                              <a:ln w="25400" algn="ctr">
                                <a:solidFill>
                                  <a:schemeClr val="tx1"/>
                                </a:solidFill>
                                <a:miter lim="800000"/>
                                <a:headEnd/>
                                <a:tailEnd/>
                              </a:ln>
                            </p:spPr>
                          </p:cxnSp>
                        </p:grpSp>
                        <p:sp>
                          <p:nvSpPr>
                            <p:cNvPr id="39961" name="TextBox 46"/>
                            <p:cNvSpPr txBox="1">
                              <a:spLocks noChangeArrowheads="1"/>
                            </p:cNvSpPr>
                            <p:nvPr/>
                          </p:nvSpPr>
                          <p:spPr bwMode="auto">
                            <a:xfrm>
                              <a:off x="6629400" y="2907268"/>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39959" name="Straight Connector 45"/>
                          <p:cNvCxnSpPr>
                            <a:cxnSpLocks noChangeShapeType="1"/>
                          </p:cNvCxnSpPr>
                          <p:nvPr/>
                        </p:nvCxnSpPr>
                        <p:spPr bwMode="auto">
                          <a:xfrm rot="5400000">
                            <a:off x="6172200" y="4191000"/>
                            <a:ext cx="304800" cy="304800"/>
                          </a:xfrm>
                          <a:prstGeom prst="line">
                            <a:avLst/>
                          </a:prstGeom>
                          <a:noFill/>
                          <a:ln w="25400" algn="ctr">
                            <a:solidFill>
                              <a:schemeClr val="tx1"/>
                            </a:solidFill>
                            <a:miter lim="800000"/>
                            <a:headEnd/>
                            <a:tailEnd/>
                          </a:ln>
                        </p:spPr>
                      </p:cxnSp>
                    </p:grpSp>
                    <p:sp>
                      <p:nvSpPr>
                        <p:cNvPr id="39957" name="TextBox 48"/>
                        <p:cNvSpPr txBox="1">
                          <a:spLocks noChangeArrowheads="1"/>
                        </p:cNvSpPr>
                        <p:nvPr/>
                      </p:nvSpPr>
                      <p:spPr bwMode="auto">
                        <a:xfrm>
                          <a:off x="6477000" y="41910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39954" name="Straight Connector 49"/>
                      <p:cNvCxnSpPr>
                        <a:cxnSpLocks noChangeShapeType="1"/>
                      </p:cNvCxnSpPr>
                      <p:nvPr/>
                    </p:nvCxnSpPr>
                    <p:spPr bwMode="auto">
                      <a:xfrm rot="5400000">
                        <a:off x="6172200" y="5486400"/>
                        <a:ext cx="304800" cy="304800"/>
                      </a:xfrm>
                      <a:prstGeom prst="line">
                        <a:avLst/>
                      </a:prstGeom>
                      <a:noFill/>
                      <a:ln w="25400" algn="ctr">
                        <a:solidFill>
                          <a:schemeClr val="tx1"/>
                        </a:solidFill>
                        <a:miter lim="800000"/>
                        <a:headEnd/>
                        <a:tailEnd/>
                      </a:ln>
                    </p:spPr>
                  </p:cxnSp>
                  <p:sp>
                    <p:nvSpPr>
                      <p:cNvPr id="39955" name="TextBox 50"/>
                      <p:cNvSpPr txBox="1">
                        <a:spLocks noChangeArrowheads="1"/>
                      </p:cNvSpPr>
                      <p:nvPr/>
                    </p:nvSpPr>
                    <p:spPr bwMode="auto">
                      <a:xfrm>
                        <a:off x="6477000" y="5486400"/>
                        <a:ext cx="457200" cy="369332"/>
                      </a:xfrm>
                      <a:prstGeom prst="rect">
                        <a:avLst/>
                      </a:prstGeom>
                      <a:noFill/>
                      <a:ln w="9525">
                        <a:noFill/>
                        <a:miter lim="800000"/>
                        <a:headEnd/>
                        <a:tailEnd/>
                      </a:ln>
                    </p:spPr>
                    <p:txBody>
                      <a:bodyPr>
                        <a:spAutoFit/>
                      </a:bodyPr>
                      <a:lstStyle/>
                      <a:p>
                        <a:r>
                          <a:rPr lang="en-US" sz="1800"/>
                          <a:t>0</a:t>
                        </a:r>
                        <a:endParaRPr lang="ar-EG" sz="1800"/>
                      </a:p>
                    </p:txBody>
                  </p:sp>
                </p:grpSp>
                <p:cxnSp>
                  <p:nvCxnSpPr>
                    <p:cNvPr id="39952" name="Straight Connector 51"/>
                    <p:cNvCxnSpPr>
                      <a:cxnSpLocks noChangeShapeType="1"/>
                    </p:cNvCxnSpPr>
                    <p:nvPr/>
                  </p:nvCxnSpPr>
                  <p:spPr bwMode="auto">
                    <a:xfrm rot="5400000">
                      <a:off x="6629400" y="2971800"/>
                      <a:ext cx="304800" cy="304800"/>
                    </a:xfrm>
                    <a:prstGeom prst="line">
                      <a:avLst/>
                    </a:prstGeom>
                    <a:noFill/>
                    <a:ln w="25400" algn="ctr">
                      <a:solidFill>
                        <a:schemeClr val="tx1"/>
                      </a:solidFill>
                      <a:miter lim="800000"/>
                      <a:headEnd/>
                      <a:tailEnd/>
                    </a:ln>
                  </p:spPr>
                </p:cxnSp>
              </p:grpSp>
              <p:sp>
                <p:nvSpPr>
                  <p:cNvPr id="39950" name="TextBox 53"/>
                  <p:cNvSpPr txBox="1">
                    <a:spLocks noChangeArrowheads="1"/>
                  </p:cNvSpPr>
                  <p:nvPr/>
                </p:nvSpPr>
                <p:spPr bwMode="auto">
                  <a:xfrm>
                    <a:off x="7010400" y="2895600"/>
                    <a:ext cx="457200" cy="369332"/>
                  </a:xfrm>
                  <a:prstGeom prst="rect">
                    <a:avLst/>
                  </a:prstGeom>
                  <a:noFill/>
                  <a:ln w="9525">
                    <a:noFill/>
                    <a:miter lim="800000"/>
                    <a:headEnd/>
                    <a:tailEnd/>
                  </a:ln>
                </p:spPr>
                <p:txBody>
                  <a:bodyPr>
                    <a:spAutoFit/>
                  </a:bodyPr>
                  <a:lstStyle/>
                  <a:p>
                    <a:r>
                      <a:rPr lang="en-US" sz="1800"/>
                      <a:t>3</a:t>
                    </a:r>
                    <a:endParaRPr lang="ar-EG" sz="1800"/>
                  </a:p>
                </p:txBody>
              </p:sp>
            </p:grpSp>
          </p:grpSp>
          <p:sp>
            <p:nvSpPr>
              <p:cNvPr id="39946" name="TextBox 56"/>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pic>
          <p:nvPicPr>
            <p:cNvPr id="39943" name="Picture 58"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61"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64"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127993707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963" name="Straight Connector 41"/>
          <p:cNvCxnSpPr>
            <a:cxnSpLocks noChangeShapeType="1"/>
          </p:cNvCxnSpPr>
          <p:nvPr/>
        </p:nvCxnSpPr>
        <p:spPr bwMode="auto">
          <a:xfrm rot="5400000">
            <a:off x="6477000" y="4191000"/>
            <a:ext cx="304800" cy="304800"/>
          </a:xfrm>
          <a:prstGeom prst="line">
            <a:avLst/>
          </a:prstGeom>
          <a:noFill/>
          <a:ln w="25400" algn="ctr">
            <a:solidFill>
              <a:schemeClr val="tx1"/>
            </a:solidFill>
            <a:miter lim="800000"/>
            <a:headEnd/>
            <a:tailEnd/>
          </a:ln>
        </p:spPr>
      </p:cxnSp>
      <p:grpSp>
        <p:nvGrpSpPr>
          <p:cNvPr id="40964" name="Group 63"/>
          <p:cNvGrpSpPr>
            <a:grpSpLocks/>
          </p:cNvGrpSpPr>
          <p:nvPr/>
        </p:nvGrpSpPr>
        <p:grpSpPr bwMode="auto">
          <a:xfrm>
            <a:off x="585788" y="1905000"/>
            <a:ext cx="7872412" cy="4876800"/>
            <a:chOff x="585788" y="1905000"/>
            <a:chExt cx="7872412" cy="4876800"/>
          </a:xfrm>
        </p:grpSpPr>
        <p:sp>
          <p:nvSpPr>
            <p:cNvPr id="40965" name="AutoShape 13"/>
            <p:cNvSpPr>
              <a:spLocks noChangeArrowheads="1"/>
            </p:cNvSpPr>
            <p:nvPr/>
          </p:nvSpPr>
          <p:spPr bwMode="auto">
            <a:xfrm>
              <a:off x="1371600" y="3962400"/>
              <a:ext cx="533400" cy="228600"/>
            </a:xfrm>
            <a:prstGeom prst="rightArrow">
              <a:avLst>
                <a:gd name="adj1" fmla="val 50000"/>
                <a:gd name="adj2" fmla="val 58333"/>
              </a:avLst>
            </a:prstGeom>
            <a:solidFill>
              <a:schemeClr val="tx2"/>
            </a:solidFill>
            <a:ln w="38100">
              <a:solidFill>
                <a:schemeClr val="tx2"/>
              </a:solidFill>
              <a:miter lim="800000"/>
              <a:headEnd/>
              <a:tailEnd/>
            </a:ln>
          </p:spPr>
          <p:txBody>
            <a:bodyPr wrap="none" anchor="ctr"/>
            <a:lstStyle/>
            <a:p>
              <a:endParaRPr lang="ar-EG"/>
            </a:p>
          </p:txBody>
        </p:sp>
        <p:grpSp>
          <p:nvGrpSpPr>
            <p:cNvPr id="40966" name="Group 57"/>
            <p:cNvGrpSpPr>
              <a:grpSpLocks/>
            </p:cNvGrpSpPr>
            <p:nvPr/>
          </p:nvGrpSpPr>
          <p:grpSpPr bwMode="auto">
            <a:xfrm>
              <a:off x="5715000" y="2068513"/>
              <a:ext cx="2743200" cy="4027487"/>
              <a:chOff x="5715000" y="2069068"/>
              <a:chExt cx="2743200" cy="4026932"/>
            </a:xfrm>
          </p:grpSpPr>
          <p:grpSp>
            <p:nvGrpSpPr>
              <p:cNvPr id="40971" name="Group 55"/>
              <p:cNvGrpSpPr>
                <a:grpSpLocks/>
              </p:cNvGrpSpPr>
              <p:nvPr/>
            </p:nvGrpSpPr>
            <p:grpSpPr bwMode="auto">
              <a:xfrm>
                <a:off x="5715000" y="2362200"/>
                <a:ext cx="2743200" cy="3733800"/>
                <a:chOff x="5715000" y="2362200"/>
                <a:chExt cx="2743200" cy="3733800"/>
              </a:xfrm>
            </p:grpSpPr>
            <p:sp>
              <p:nvSpPr>
                <p:cNvPr id="40973" name="TextBox 44"/>
                <p:cNvSpPr txBox="1">
                  <a:spLocks noChangeArrowheads="1"/>
                </p:cNvSpPr>
                <p:nvPr/>
              </p:nvSpPr>
              <p:spPr bwMode="auto">
                <a:xfrm>
                  <a:off x="6781800" y="4191000"/>
                  <a:ext cx="457200" cy="369332"/>
                </a:xfrm>
                <a:prstGeom prst="rect">
                  <a:avLst/>
                </a:prstGeom>
                <a:noFill/>
                <a:ln w="9525">
                  <a:noFill/>
                  <a:miter lim="800000"/>
                  <a:headEnd/>
                  <a:tailEnd/>
                </a:ln>
              </p:spPr>
              <p:txBody>
                <a:bodyPr>
                  <a:spAutoFit/>
                </a:bodyPr>
                <a:lstStyle/>
                <a:p>
                  <a:r>
                    <a:rPr lang="en-US" sz="1800"/>
                    <a:t>0</a:t>
                  </a:r>
                  <a:endParaRPr lang="ar-EG" sz="1800"/>
                </a:p>
              </p:txBody>
            </p:sp>
            <p:grpSp>
              <p:nvGrpSpPr>
                <p:cNvPr id="40974" name="Group 54"/>
                <p:cNvGrpSpPr>
                  <a:grpSpLocks/>
                </p:cNvGrpSpPr>
                <p:nvPr/>
              </p:nvGrpSpPr>
              <p:grpSpPr bwMode="auto">
                <a:xfrm>
                  <a:off x="5715000" y="2362200"/>
                  <a:ext cx="2743200" cy="3733800"/>
                  <a:chOff x="5715000" y="2362200"/>
                  <a:chExt cx="2743200" cy="3733800"/>
                </a:xfrm>
              </p:grpSpPr>
              <p:grpSp>
                <p:nvGrpSpPr>
                  <p:cNvPr id="40975" name="Group 52"/>
                  <p:cNvGrpSpPr>
                    <a:grpSpLocks/>
                  </p:cNvGrpSpPr>
                  <p:nvPr/>
                </p:nvGrpSpPr>
                <p:grpSpPr bwMode="auto">
                  <a:xfrm>
                    <a:off x="5715000" y="2362200"/>
                    <a:ext cx="2743200" cy="3733800"/>
                    <a:chOff x="5715000" y="2362200"/>
                    <a:chExt cx="2743200" cy="3733800"/>
                  </a:xfrm>
                </p:grpSpPr>
                <p:grpSp>
                  <p:nvGrpSpPr>
                    <p:cNvPr id="40977" name="Group 51"/>
                    <p:cNvGrpSpPr>
                      <a:grpSpLocks/>
                    </p:cNvGrpSpPr>
                    <p:nvPr/>
                  </p:nvGrpSpPr>
                  <p:grpSpPr bwMode="auto">
                    <a:xfrm>
                      <a:off x="5715000" y="2362200"/>
                      <a:ext cx="2743200" cy="3733800"/>
                      <a:chOff x="5715000" y="2362200"/>
                      <a:chExt cx="2743200" cy="3733800"/>
                    </a:xfrm>
                  </p:grpSpPr>
                  <p:grpSp>
                    <p:nvGrpSpPr>
                      <p:cNvPr id="40979" name="Group 49"/>
                      <p:cNvGrpSpPr>
                        <a:grpSpLocks/>
                      </p:cNvGrpSpPr>
                      <p:nvPr/>
                    </p:nvGrpSpPr>
                    <p:grpSpPr bwMode="auto">
                      <a:xfrm>
                        <a:off x="5715000" y="2362200"/>
                        <a:ext cx="2743200" cy="3733800"/>
                        <a:chOff x="5715000" y="2362200"/>
                        <a:chExt cx="2743200" cy="3733800"/>
                      </a:xfrm>
                    </p:grpSpPr>
                    <p:grpSp>
                      <p:nvGrpSpPr>
                        <p:cNvPr id="40982" name="Group 47"/>
                        <p:cNvGrpSpPr>
                          <a:grpSpLocks/>
                        </p:cNvGrpSpPr>
                        <p:nvPr/>
                      </p:nvGrpSpPr>
                      <p:grpSpPr bwMode="auto">
                        <a:xfrm>
                          <a:off x="5715000" y="2362200"/>
                          <a:ext cx="2743200" cy="3733800"/>
                          <a:chOff x="5715000" y="2362200"/>
                          <a:chExt cx="2743200" cy="3733800"/>
                        </a:xfrm>
                      </p:grpSpPr>
                      <p:grpSp>
                        <p:nvGrpSpPr>
                          <p:cNvPr id="40984" name="Group 47"/>
                          <p:cNvGrpSpPr>
                            <a:grpSpLocks/>
                          </p:cNvGrpSpPr>
                          <p:nvPr/>
                        </p:nvGrpSpPr>
                        <p:grpSpPr bwMode="auto">
                          <a:xfrm>
                            <a:off x="5715000" y="2362200"/>
                            <a:ext cx="2743200" cy="3733800"/>
                            <a:chOff x="5715000" y="2362200"/>
                            <a:chExt cx="2743200" cy="3733800"/>
                          </a:xfrm>
                        </p:grpSpPr>
                        <p:grpSp>
                          <p:nvGrpSpPr>
                            <p:cNvPr id="40986" name="Group 45"/>
                            <p:cNvGrpSpPr>
                              <a:grpSpLocks/>
                            </p:cNvGrpSpPr>
                            <p:nvPr/>
                          </p:nvGrpSpPr>
                          <p:grpSpPr bwMode="auto">
                            <a:xfrm>
                              <a:off x="5715000" y="2362200"/>
                              <a:ext cx="2743200" cy="3733800"/>
                              <a:chOff x="5715000" y="2362200"/>
                              <a:chExt cx="2743200" cy="3733800"/>
                            </a:xfrm>
                          </p:grpSpPr>
                          <p:grpSp>
                            <p:nvGrpSpPr>
                              <p:cNvPr id="40988" name="Group 45"/>
                              <p:cNvGrpSpPr>
                                <a:grpSpLocks/>
                              </p:cNvGrpSpPr>
                              <p:nvPr/>
                            </p:nvGrpSpPr>
                            <p:grpSpPr bwMode="auto">
                              <a:xfrm>
                                <a:off x="5715000" y="2362200"/>
                                <a:ext cx="2743200" cy="3733800"/>
                                <a:chOff x="5715000" y="2362200"/>
                                <a:chExt cx="2743200" cy="3733800"/>
                              </a:xfrm>
                            </p:grpSpPr>
                            <p:grpSp>
                              <p:nvGrpSpPr>
                                <p:cNvPr id="40990" name="Group 40"/>
                                <p:cNvGrpSpPr>
                                  <a:grpSpLocks/>
                                </p:cNvGrpSpPr>
                                <p:nvPr/>
                              </p:nvGrpSpPr>
                              <p:grpSpPr bwMode="auto">
                                <a:xfrm>
                                  <a:off x="5715000" y="2362200"/>
                                  <a:ext cx="2743200" cy="3733800"/>
                                  <a:chOff x="5715000" y="2362200"/>
                                  <a:chExt cx="2743200" cy="3733800"/>
                                </a:xfrm>
                              </p:grpSpPr>
                              <p:grpSp>
                                <p:nvGrpSpPr>
                                  <p:cNvPr id="40992" name="Group 37"/>
                                  <p:cNvGrpSpPr>
                                    <a:grpSpLocks/>
                                  </p:cNvGrpSpPr>
                                  <p:nvPr/>
                                </p:nvGrpSpPr>
                                <p:grpSpPr bwMode="auto">
                                  <a:xfrm>
                                    <a:off x="5715000" y="2362200"/>
                                    <a:ext cx="2743200" cy="3733800"/>
                                    <a:chOff x="5715000" y="2362200"/>
                                    <a:chExt cx="2743200" cy="3733800"/>
                                  </a:xfrm>
                                </p:grpSpPr>
                                <p:grpSp>
                                  <p:nvGrpSpPr>
                                    <p:cNvPr id="40994" name="Group 34"/>
                                    <p:cNvGrpSpPr>
                                      <a:grpSpLocks/>
                                    </p:cNvGrpSpPr>
                                    <p:nvPr/>
                                  </p:nvGrpSpPr>
                                  <p:grpSpPr bwMode="auto">
                                    <a:xfrm>
                                      <a:off x="5715000" y="2362200"/>
                                      <a:ext cx="2743200" cy="3733800"/>
                                      <a:chOff x="5715000" y="2438400"/>
                                      <a:chExt cx="2743200" cy="3733800"/>
                                    </a:xfrm>
                                  </p:grpSpPr>
                                  <p:cxnSp>
                                    <p:nvCxnSpPr>
                                      <p:cNvPr id="41004" name="Straight Connector 6"/>
                                      <p:cNvCxnSpPr>
                                        <a:cxnSpLocks noChangeShapeType="1"/>
                                      </p:cNvCxnSpPr>
                                      <p:nvPr/>
                                    </p:nvCxnSpPr>
                                    <p:spPr bwMode="auto">
                                      <a:xfrm rot="5400000">
                                        <a:off x="3924300" y="4381500"/>
                                        <a:ext cx="3581400" cy="0"/>
                                      </a:xfrm>
                                      <a:prstGeom prst="line">
                                        <a:avLst/>
                                      </a:prstGeom>
                                      <a:noFill/>
                                      <a:ln w="9525" algn="ctr">
                                        <a:solidFill>
                                          <a:schemeClr val="tx1"/>
                                        </a:solidFill>
                                        <a:miter lim="800000"/>
                                        <a:headEnd/>
                                        <a:tailEnd/>
                                      </a:ln>
                                    </p:spPr>
                                  </p:cxnSp>
                                  <p:cxnSp>
                                    <p:nvCxnSpPr>
                                      <p:cNvPr id="41005" name="Straight Connector 11"/>
                                      <p:cNvCxnSpPr>
                                        <a:cxnSpLocks noChangeShapeType="1"/>
                                      </p:cNvCxnSpPr>
                                      <p:nvPr/>
                                    </p:nvCxnSpPr>
                                    <p:spPr bwMode="auto">
                                      <a:xfrm>
                                        <a:off x="5715000" y="2590800"/>
                                        <a:ext cx="1905000" cy="0"/>
                                      </a:xfrm>
                                      <a:prstGeom prst="line">
                                        <a:avLst/>
                                      </a:prstGeom>
                                      <a:noFill/>
                                      <a:ln w="9525" algn="ctr">
                                        <a:solidFill>
                                          <a:schemeClr val="tx1"/>
                                        </a:solidFill>
                                        <a:miter lim="800000"/>
                                        <a:headEnd/>
                                        <a:tailEnd/>
                                      </a:ln>
                                    </p:spPr>
                                  </p:cxnSp>
                                  <p:cxnSp>
                                    <p:nvCxnSpPr>
                                      <p:cNvPr id="41006" name="Straight Connector 13"/>
                                      <p:cNvCxnSpPr>
                                        <a:cxnSpLocks noChangeShapeType="1"/>
                                      </p:cNvCxnSpPr>
                                      <p:nvPr/>
                                    </p:nvCxnSpPr>
                                    <p:spPr bwMode="auto">
                                      <a:xfrm>
                                        <a:off x="5715000" y="2895600"/>
                                        <a:ext cx="1905000" cy="0"/>
                                      </a:xfrm>
                                      <a:prstGeom prst="line">
                                        <a:avLst/>
                                      </a:prstGeom>
                                      <a:noFill/>
                                      <a:ln w="9525" algn="ctr">
                                        <a:solidFill>
                                          <a:schemeClr val="tx1"/>
                                        </a:solidFill>
                                        <a:miter lim="800000"/>
                                        <a:headEnd/>
                                        <a:tailEnd/>
                                      </a:ln>
                                    </p:spPr>
                                  </p:cxnSp>
                                  <p:cxnSp>
                                    <p:nvCxnSpPr>
                                      <p:cNvPr id="41007" name="Straight Connector 14"/>
                                      <p:cNvCxnSpPr>
                                        <a:cxnSpLocks noChangeShapeType="1"/>
                                      </p:cNvCxnSpPr>
                                      <p:nvPr/>
                                    </p:nvCxnSpPr>
                                    <p:spPr bwMode="auto">
                                      <a:xfrm>
                                        <a:off x="5715000" y="3429000"/>
                                        <a:ext cx="1905000" cy="0"/>
                                      </a:xfrm>
                                      <a:prstGeom prst="line">
                                        <a:avLst/>
                                      </a:prstGeom>
                                      <a:noFill/>
                                      <a:ln w="9525" algn="ctr">
                                        <a:solidFill>
                                          <a:schemeClr val="tx1"/>
                                        </a:solidFill>
                                        <a:miter lim="800000"/>
                                        <a:headEnd/>
                                        <a:tailEnd/>
                                      </a:ln>
                                    </p:spPr>
                                  </p:cxnSp>
                                  <p:cxnSp>
                                    <p:nvCxnSpPr>
                                      <p:cNvPr id="41008" name="Straight Connector 15"/>
                                      <p:cNvCxnSpPr>
                                        <a:cxnSpLocks noChangeShapeType="1"/>
                                      </p:cNvCxnSpPr>
                                      <p:nvPr/>
                                    </p:nvCxnSpPr>
                                    <p:spPr bwMode="auto">
                                      <a:xfrm>
                                        <a:off x="5715000" y="4191000"/>
                                        <a:ext cx="1905000" cy="0"/>
                                      </a:xfrm>
                                      <a:prstGeom prst="line">
                                        <a:avLst/>
                                      </a:prstGeom>
                                      <a:noFill/>
                                      <a:ln w="9525" algn="ctr">
                                        <a:solidFill>
                                          <a:schemeClr val="tx1"/>
                                        </a:solidFill>
                                        <a:miter lim="800000"/>
                                        <a:headEnd/>
                                        <a:tailEnd/>
                                      </a:ln>
                                    </p:spPr>
                                  </p:cxnSp>
                                  <p:cxnSp>
                                    <p:nvCxnSpPr>
                                      <p:cNvPr id="41009" name="Straight Connector 16"/>
                                      <p:cNvCxnSpPr>
                                        <a:cxnSpLocks noChangeShapeType="1"/>
                                      </p:cNvCxnSpPr>
                                      <p:nvPr/>
                                    </p:nvCxnSpPr>
                                    <p:spPr bwMode="auto">
                                      <a:xfrm>
                                        <a:off x="5715000" y="4724400"/>
                                        <a:ext cx="1905000" cy="0"/>
                                      </a:xfrm>
                                      <a:prstGeom prst="line">
                                        <a:avLst/>
                                      </a:prstGeom>
                                      <a:noFill/>
                                      <a:ln w="9525" algn="ctr">
                                        <a:solidFill>
                                          <a:schemeClr val="tx1"/>
                                        </a:solidFill>
                                        <a:miter lim="800000"/>
                                        <a:headEnd/>
                                        <a:tailEnd/>
                                      </a:ln>
                                    </p:spPr>
                                  </p:cxnSp>
                                  <p:grpSp>
                                    <p:nvGrpSpPr>
                                      <p:cNvPr id="41010" name="Group 27"/>
                                      <p:cNvGrpSpPr>
                                        <a:grpSpLocks/>
                                      </p:cNvGrpSpPr>
                                      <p:nvPr/>
                                    </p:nvGrpSpPr>
                                    <p:grpSpPr bwMode="auto">
                                      <a:xfrm>
                                        <a:off x="7620000" y="2438400"/>
                                        <a:ext cx="838200" cy="704910"/>
                                        <a:chOff x="7620000" y="2438400"/>
                                        <a:chExt cx="838200" cy="704910"/>
                                      </a:xfrm>
                                    </p:grpSpPr>
                                    <p:cxnSp>
                                      <p:nvCxnSpPr>
                                        <p:cNvPr id="41020" name="Straight Arrow Connector 19"/>
                                        <p:cNvCxnSpPr>
                                          <a:cxnSpLocks noChangeShapeType="1"/>
                                        </p:cNvCxnSpPr>
                                        <p:nvPr/>
                                      </p:nvCxnSpPr>
                                      <p:spPr bwMode="auto">
                                        <a:xfrm rot="5400000">
                                          <a:off x="7581900" y="2648010"/>
                                          <a:ext cx="533400" cy="457200"/>
                                        </a:xfrm>
                                        <a:prstGeom prst="straightConnector1">
                                          <a:avLst/>
                                        </a:prstGeom>
                                        <a:noFill/>
                                        <a:ln w="9525" algn="ctr">
                                          <a:solidFill>
                                            <a:schemeClr val="tx1"/>
                                          </a:solidFill>
                                          <a:miter lim="800000"/>
                                          <a:headEnd/>
                                          <a:tailEnd type="arrow" w="med" len="med"/>
                                        </a:ln>
                                      </p:spPr>
                                    </p:cxnSp>
                                    <p:sp>
                                      <p:nvSpPr>
                                        <p:cNvPr id="41021" name="TextBox 22"/>
                                        <p:cNvSpPr txBox="1">
                                          <a:spLocks noChangeArrowheads="1"/>
                                        </p:cNvSpPr>
                                        <p:nvPr/>
                                      </p:nvSpPr>
                                      <p:spPr bwMode="auto">
                                        <a:xfrm>
                                          <a:off x="8001000" y="2438400"/>
                                          <a:ext cx="457200" cy="400110"/>
                                        </a:xfrm>
                                        <a:prstGeom prst="rect">
                                          <a:avLst/>
                                        </a:prstGeom>
                                        <a:noFill/>
                                        <a:ln w="9525">
                                          <a:noFill/>
                                          <a:miter lim="800000"/>
                                          <a:headEnd/>
                                          <a:tailEnd/>
                                        </a:ln>
                                      </p:spPr>
                                      <p:txBody>
                                        <a:bodyPr>
                                          <a:spAutoFit/>
                                        </a:bodyPr>
                                        <a:lstStyle/>
                                        <a:p>
                                          <a:r>
                                            <a:rPr lang="en-US" sz="2000"/>
                                            <a:t>m</a:t>
                                          </a:r>
                                          <a:endParaRPr lang="ar-EG" sz="2000"/>
                                        </a:p>
                                      </p:txBody>
                                    </p:sp>
                                  </p:grpSp>
                                  <p:grpSp>
                                    <p:nvGrpSpPr>
                                      <p:cNvPr id="41011" name="Group 33"/>
                                      <p:cNvGrpSpPr>
                                        <a:grpSpLocks/>
                                      </p:cNvGrpSpPr>
                                      <p:nvPr/>
                                    </p:nvGrpSpPr>
                                    <p:grpSpPr bwMode="auto">
                                      <a:xfrm>
                                        <a:off x="7620000" y="3733800"/>
                                        <a:ext cx="838200" cy="704910"/>
                                        <a:chOff x="7620000" y="3733800"/>
                                        <a:chExt cx="838200" cy="704910"/>
                                      </a:xfrm>
                                    </p:grpSpPr>
                                    <p:cxnSp>
                                      <p:nvCxnSpPr>
                                        <p:cNvPr id="41018" name="Straight Arrow Connector 20"/>
                                        <p:cNvCxnSpPr>
                                          <a:cxnSpLocks noChangeShapeType="1"/>
                                        </p:cNvCxnSpPr>
                                        <p:nvPr/>
                                      </p:nvCxnSpPr>
                                      <p:spPr bwMode="auto">
                                        <a:xfrm rot="5400000">
                                          <a:off x="7581900" y="3943410"/>
                                          <a:ext cx="533400" cy="457200"/>
                                        </a:xfrm>
                                        <a:prstGeom prst="straightConnector1">
                                          <a:avLst/>
                                        </a:prstGeom>
                                        <a:noFill/>
                                        <a:ln w="9525" algn="ctr">
                                          <a:solidFill>
                                            <a:schemeClr val="tx1"/>
                                          </a:solidFill>
                                          <a:miter lim="800000"/>
                                          <a:headEnd/>
                                          <a:tailEnd type="arrow" w="med" len="med"/>
                                        </a:ln>
                                      </p:spPr>
                                    </p:cxnSp>
                                    <p:sp>
                                      <p:nvSpPr>
                                        <p:cNvPr id="41019" name="TextBox 23"/>
                                        <p:cNvSpPr txBox="1">
                                          <a:spLocks noChangeArrowheads="1"/>
                                        </p:cNvSpPr>
                                        <p:nvPr/>
                                      </p:nvSpPr>
                                      <p:spPr bwMode="auto">
                                        <a:xfrm>
                                          <a:off x="8001000" y="3733800"/>
                                          <a:ext cx="457200" cy="400110"/>
                                        </a:xfrm>
                                        <a:prstGeom prst="rect">
                                          <a:avLst/>
                                        </a:prstGeom>
                                        <a:noFill/>
                                        <a:ln w="9525">
                                          <a:noFill/>
                                          <a:miter lim="800000"/>
                                          <a:headEnd/>
                                          <a:tailEnd/>
                                        </a:ln>
                                      </p:spPr>
                                      <p:txBody>
                                        <a:bodyPr>
                                          <a:spAutoFit/>
                                        </a:bodyPr>
                                        <a:lstStyle/>
                                        <a:p>
                                          <a:r>
                                            <a:rPr lang="en-US" sz="2000"/>
                                            <a:t>n</a:t>
                                          </a:r>
                                          <a:endParaRPr lang="ar-EG" sz="2000"/>
                                        </a:p>
                                      </p:txBody>
                                    </p:sp>
                                  </p:grpSp>
                                  <p:cxnSp>
                                    <p:nvCxnSpPr>
                                      <p:cNvPr id="41012" name="Straight Connector 26"/>
                                      <p:cNvCxnSpPr>
                                        <a:cxnSpLocks noChangeShapeType="1"/>
                                      </p:cNvCxnSpPr>
                                      <p:nvPr/>
                                    </p:nvCxnSpPr>
                                    <p:spPr bwMode="auto">
                                      <a:xfrm rot="5400000">
                                        <a:off x="5829299" y="4381500"/>
                                        <a:ext cx="3581400" cy="0"/>
                                      </a:xfrm>
                                      <a:prstGeom prst="line">
                                        <a:avLst/>
                                      </a:prstGeom>
                                      <a:noFill/>
                                      <a:ln w="9525" algn="ctr">
                                        <a:solidFill>
                                          <a:schemeClr val="tx1"/>
                                        </a:solidFill>
                                        <a:miter lim="800000"/>
                                        <a:headEnd/>
                                        <a:tailEnd/>
                                      </a:ln>
                                    </p:spPr>
                                  </p:cxnSp>
                                  <p:cxnSp>
                                    <p:nvCxnSpPr>
                                      <p:cNvPr id="41013" name="Straight Connector 28"/>
                                      <p:cNvCxnSpPr>
                                        <a:cxnSpLocks noChangeShapeType="1"/>
                                      </p:cNvCxnSpPr>
                                      <p:nvPr/>
                                    </p:nvCxnSpPr>
                                    <p:spPr bwMode="auto">
                                      <a:xfrm>
                                        <a:off x="5715000" y="5486400"/>
                                        <a:ext cx="1905000" cy="0"/>
                                      </a:xfrm>
                                      <a:prstGeom prst="line">
                                        <a:avLst/>
                                      </a:prstGeom>
                                      <a:noFill/>
                                      <a:ln w="9525" algn="ctr">
                                        <a:solidFill>
                                          <a:schemeClr val="tx1"/>
                                        </a:solidFill>
                                        <a:miter lim="800000"/>
                                        <a:headEnd/>
                                        <a:tailEnd/>
                                      </a:ln>
                                    </p:spPr>
                                  </p:cxnSp>
                                  <p:cxnSp>
                                    <p:nvCxnSpPr>
                                      <p:cNvPr id="41014" name="Straight Connector 29"/>
                                      <p:cNvCxnSpPr>
                                        <a:cxnSpLocks noChangeShapeType="1"/>
                                      </p:cNvCxnSpPr>
                                      <p:nvPr/>
                                    </p:nvCxnSpPr>
                                    <p:spPr bwMode="auto">
                                      <a:xfrm>
                                        <a:off x="5715000" y="6019800"/>
                                        <a:ext cx="1905000" cy="0"/>
                                      </a:xfrm>
                                      <a:prstGeom prst="line">
                                        <a:avLst/>
                                      </a:prstGeom>
                                      <a:noFill/>
                                      <a:ln w="9525" algn="ctr">
                                        <a:solidFill>
                                          <a:schemeClr val="tx1"/>
                                        </a:solidFill>
                                        <a:miter lim="800000"/>
                                        <a:headEnd/>
                                        <a:tailEnd/>
                                      </a:ln>
                                    </p:spPr>
                                  </p:cxnSp>
                                  <p:grpSp>
                                    <p:nvGrpSpPr>
                                      <p:cNvPr id="41015" name="Group 32"/>
                                      <p:cNvGrpSpPr>
                                        <a:grpSpLocks/>
                                      </p:cNvGrpSpPr>
                                      <p:nvPr/>
                                    </p:nvGrpSpPr>
                                    <p:grpSpPr bwMode="auto">
                                      <a:xfrm>
                                        <a:off x="7620000" y="5029200"/>
                                        <a:ext cx="838200" cy="704910"/>
                                        <a:chOff x="7620000" y="5029200"/>
                                        <a:chExt cx="838200" cy="704910"/>
                                      </a:xfrm>
                                    </p:grpSpPr>
                                    <p:cxnSp>
                                      <p:nvCxnSpPr>
                                        <p:cNvPr id="41016" name="Straight Arrow Connector 30"/>
                                        <p:cNvCxnSpPr>
                                          <a:cxnSpLocks noChangeShapeType="1"/>
                                        </p:cNvCxnSpPr>
                                        <p:nvPr/>
                                      </p:nvCxnSpPr>
                                      <p:spPr bwMode="auto">
                                        <a:xfrm rot="5400000">
                                          <a:off x="7581900" y="5238810"/>
                                          <a:ext cx="533400" cy="457200"/>
                                        </a:xfrm>
                                        <a:prstGeom prst="straightConnector1">
                                          <a:avLst/>
                                        </a:prstGeom>
                                        <a:noFill/>
                                        <a:ln w="9525" algn="ctr">
                                          <a:solidFill>
                                            <a:schemeClr val="tx1"/>
                                          </a:solidFill>
                                          <a:miter lim="800000"/>
                                          <a:headEnd/>
                                          <a:tailEnd type="arrow" w="med" len="med"/>
                                        </a:ln>
                                      </p:spPr>
                                    </p:cxnSp>
                                    <p:sp>
                                      <p:nvSpPr>
                                        <p:cNvPr id="41017" name="TextBox 31"/>
                                        <p:cNvSpPr txBox="1">
                                          <a:spLocks noChangeArrowheads="1"/>
                                        </p:cNvSpPr>
                                        <p:nvPr/>
                                      </p:nvSpPr>
                                      <p:spPr bwMode="auto">
                                        <a:xfrm>
                                          <a:off x="8001000" y="5029200"/>
                                          <a:ext cx="457200" cy="400110"/>
                                        </a:xfrm>
                                        <a:prstGeom prst="rect">
                                          <a:avLst/>
                                        </a:prstGeom>
                                        <a:noFill/>
                                        <a:ln w="9525">
                                          <a:noFill/>
                                          <a:miter lim="800000"/>
                                          <a:headEnd/>
                                          <a:tailEnd/>
                                        </a:ln>
                                      </p:spPr>
                                      <p:txBody>
                                        <a:bodyPr>
                                          <a:spAutoFit/>
                                        </a:bodyPr>
                                        <a:lstStyle/>
                                        <a:p>
                                          <a:r>
                                            <a:rPr lang="en-US" sz="2000"/>
                                            <a:t>r</a:t>
                                          </a:r>
                                          <a:endParaRPr lang="ar-EG" sz="2000"/>
                                        </a:p>
                                      </p:txBody>
                                    </p:sp>
                                  </p:grpSp>
                                </p:grpSp>
                                <p:sp>
                                  <p:nvSpPr>
                                    <p:cNvPr id="40995" name="TextBox 32"/>
                                    <p:cNvSpPr txBox="1">
                                      <a:spLocks noChangeArrowheads="1"/>
                                    </p:cNvSpPr>
                                    <p:nvPr/>
                                  </p:nvSpPr>
                                  <p:spPr bwMode="auto">
                                    <a:xfrm>
                                      <a:off x="5791200" y="5498068"/>
                                      <a:ext cx="457200" cy="369332"/>
                                    </a:xfrm>
                                    <a:prstGeom prst="rect">
                                      <a:avLst/>
                                    </a:prstGeom>
                                    <a:noFill/>
                                    <a:ln w="9525">
                                      <a:noFill/>
                                      <a:miter lim="800000"/>
                                      <a:headEnd/>
                                      <a:tailEnd/>
                                    </a:ln>
                                  </p:spPr>
                                  <p:txBody>
                                    <a:bodyPr>
                                      <a:spAutoFit/>
                                    </a:bodyPr>
                                    <a:lstStyle/>
                                    <a:p>
                                      <a:r>
                                        <a:rPr lang="en-US" sz="1800"/>
                                        <a:t>6</a:t>
                                      </a:r>
                                      <a:endParaRPr lang="ar-EG" sz="1800"/>
                                    </a:p>
                                  </p:txBody>
                                </p:sp>
                                <p:sp>
                                  <p:nvSpPr>
                                    <p:cNvPr id="40996" name="TextBox 27"/>
                                    <p:cNvSpPr txBox="1">
                                      <a:spLocks noChangeArrowheads="1"/>
                                    </p:cNvSpPr>
                                    <p:nvPr/>
                                  </p:nvSpPr>
                                  <p:spPr bwMode="auto">
                                    <a:xfrm>
                                      <a:off x="6248400" y="2895600"/>
                                      <a:ext cx="457200" cy="369332"/>
                                    </a:xfrm>
                                    <a:prstGeom prst="rect">
                                      <a:avLst/>
                                    </a:prstGeom>
                                    <a:noFill/>
                                    <a:ln w="9525">
                                      <a:noFill/>
                                      <a:miter lim="800000"/>
                                      <a:headEnd/>
                                      <a:tailEnd/>
                                    </a:ln>
                                  </p:spPr>
                                  <p:txBody>
                                    <a:bodyPr>
                                      <a:spAutoFit/>
                                    </a:bodyPr>
                                    <a:lstStyle/>
                                    <a:p>
                                      <a:r>
                                        <a:rPr lang="en-US" sz="1800"/>
                                        <a:t>9</a:t>
                                      </a:r>
                                      <a:endParaRPr lang="ar-EG" sz="1800"/>
                                    </a:p>
                                  </p:txBody>
                                </p:sp>
                                <p:grpSp>
                                  <p:nvGrpSpPr>
                                    <p:cNvPr id="40997" name="Group 42"/>
                                    <p:cNvGrpSpPr>
                                      <a:grpSpLocks/>
                                    </p:cNvGrpSpPr>
                                    <p:nvPr/>
                                  </p:nvGrpSpPr>
                                  <p:grpSpPr bwMode="auto">
                                    <a:xfrm>
                                      <a:off x="5791200" y="2895600"/>
                                      <a:ext cx="457200" cy="369332"/>
                                      <a:chOff x="5791200" y="2895600"/>
                                      <a:chExt cx="457200" cy="369332"/>
                                    </a:xfrm>
                                  </p:grpSpPr>
                                  <p:sp>
                                    <p:nvSpPr>
                                      <p:cNvPr id="41002" name="TextBox 38"/>
                                      <p:cNvSpPr txBox="1">
                                        <a:spLocks noChangeArrowheads="1"/>
                                      </p:cNvSpPr>
                                      <p:nvPr/>
                                    </p:nvSpPr>
                                    <p:spPr bwMode="auto">
                                      <a:xfrm>
                                        <a:off x="5791200" y="2895600"/>
                                        <a:ext cx="457200" cy="369332"/>
                                      </a:xfrm>
                                      <a:prstGeom prst="rect">
                                        <a:avLst/>
                                      </a:prstGeom>
                                      <a:noFill/>
                                      <a:ln w="9525">
                                        <a:noFill/>
                                        <a:miter lim="800000"/>
                                        <a:headEnd/>
                                        <a:tailEnd/>
                                      </a:ln>
                                    </p:spPr>
                                    <p:txBody>
                                      <a:bodyPr>
                                        <a:spAutoFit/>
                                      </a:bodyPr>
                                      <a:lstStyle/>
                                      <a:p>
                                        <a:r>
                                          <a:rPr lang="en-US" sz="1800"/>
                                          <a:t>15</a:t>
                                        </a:r>
                                        <a:endParaRPr lang="ar-EG" sz="1800"/>
                                      </a:p>
                                    </p:txBody>
                                  </p:sp>
                                  <p:cxnSp>
                                    <p:nvCxnSpPr>
                                      <p:cNvPr id="41003" name="Straight Connector 34"/>
                                      <p:cNvCxnSpPr>
                                        <a:cxnSpLocks noChangeShapeType="1"/>
                                      </p:cNvCxnSpPr>
                                      <p:nvPr/>
                                    </p:nvCxnSpPr>
                                    <p:spPr bwMode="auto">
                                      <a:xfrm rot="5400000">
                                        <a:off x="5867400" y="2895600"/>
                                        <a:ext cx="304800" cy="304800"/>
                                      </a:xfrm>
                                      <a:prstGeom prst="line">
                                        <a:avLst/>
                                      </a:prstGeom>
                                      <a:noFill/>
                                      <a:ln w="25400" algn="ctr">
                                        <a:solidFill>
                                          <a:schemeClr val="tx1"/>
                                        </a:solidFill>
                                        <a:miter lim="800000"/>
                                        <a:headEnd/>
                                        <a:tailEnd/>
                                      </a:ln>
                                    </p:spPr>
                                  </p:cxnSp>
                                </p:grpSp>
                                <p:grpSp>
                                  <p:nvGrpSpPr>
                                    <p:cNvPr id="40998" name="Group 33"/>
                                    <p:cNvGrpSpPr>
                                      <a:grpSpLocks/>
                                    </p:cNvGrpSpPr>
                                    <p:nvPr/>
                                  </p:nvGrpSpPr>
                                  <p:grpSpPr bwMode="auto">
                                    <a:xfrm>
                                      <a:off x="5791200" y="4191000"/>
                                      <a:ext cx="457200" cy="381000"/>
                                      <a:chOff x="5791200" y="4191000"/>
                                      <a:chExt cx="457200" cy="381000"/>
                                    </a:xfrm>
                                  </p:grpSpPr>
                                  <p:sp>
                                    <p:nvSpPr>
                                      <p:cNvPr id="41000" name="TextBox 39"/>
                                      <p:cNvSpPr txBox="1">
                                        <a:spLocks noChangeArrowheads="1"/>
                                      </p:cNvSpPr>
                                      <p:nvPr/>
                                    </p:nvSpPr>
                                    <p:spPr bwMode="auto">
                                      <a:xfrm>
                                        <a:off x="5791200" y="4202668"/>
                                        <a:ext cx="457200" cy="369332"/>
                                      </a:xfrm>
                                      <a:prstGeom prst="rect">
                                        <a:avLst/>
                                      </a:prstGeom>
                                      <a:noFill/>
                                      <a:ln w="9525">
                                        <a:noFill/>
                                        <a:miter lim="800000"/>
                                        <a:headEnd/>
                                        <a:tailEnd/>
                                      </a:ln>
                                    </p:spPr>
                                    <p:txBody>
                                      <a:bodyPr>
                                        <a:spAutoFit/>
                                      </a:bodyPr>
                                      <a:lstStyle/>
                                      <a:p>
                                        <a:r>
                                          <a:rPr lang="en-US" sz="1800"/>
                                          <a:t>9</a:t>
                                        </a:r>
                                        <a:endParaRPr lang="ar-EG" sz="1800"/>
                                      </a:p>
                                    </p:txBody>
                                  </p:sp>
                                  <p:cxnSp>
                                    <p:nvCxnSpPr>
                                      <p:cNvPr id="41001" name="Straight Connector 43"/>
                                      <p:cNvCxnSpPr>
                                        <a:cxnSpLocks noChangeShapeType="1"/>
                                      </p:cNvCxnSpPr>
                                      <p:nvPr/>
                                    </p:nvCxnSpPr>
                                    <p:spPr bwMode="auto">
                                      <a:xfrm rot="5400000">
                                        <a:off x="5867400" y="4191000"/>
                                        <a:ext cx="304800" cy="304800"/>
                                      </a:xfrm>
                                      <a:prstGeom prst="line">
                                        <a:avLst/>
                                      </a:prstGeom>
                                      <a:noFill/>
                                      <a:ln w="25400" algn="ctr">
                                        <a:solidFill>
                                          <a:schemeClr val="tx1"/>
                                        </a:solidFill>
                                        <a:miter lim="800000"/>
                                        <a:headEnd/>
                                        <a:tailEnd/>
                                      </a:ln>
                                    </p:spPr>
                                  </p:cxnSp>
                                </p:grpSp>
                                <p:sp>
                                  <p:nvSpPr>
                                    <p:cNvPr id="40999" name="TextBox 36"/>
                                    <p:cNvSpPr txBox="1">
                                      <a:spLocks noChangeArrowheads="1"/>
                                    </p:cNvSpPr>
                                    <p:nvPr/>
                                  </p:nvSpPr>
                                  <p:spPr bwMode="auto">
                                    <a:xfrm>
                                      <a:off x="6172200" y="4191000"/>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40993" name="Straight Connector 37"/>
                                  <p:cNvCxnSpPr>
                                    <a:cxnSpLocks noChangeShapeType="1"/>
                                  </p:cNvCxnSpPr>
                                  <p:nvPr/>
                                </p:nvCxnSpPr>
                                <p:spPr bwMode="auto">
                                  <a:xfrm rot="5400000">
                                    <a:off x="5791200" y="5562600"/>
                                    <a:ext cx="304800" cy="304800"/>
                                  </a:xfrm>
                                  <a:prstGeom prst="line">
                                    <a:avLst/>
                                  </a:prstGeom>
                                  <a:noFill/>
                                  <a:ln w="25400" algn="ctr">
                                    <a:solidFill>
                                      <a:schemeClr val="tx1"/>
                                    </a:solidFill>
                                    <a:miter lim="800000"/>
                                    <a:headEnd/>
                                    <a:tailEnd/>
                                  </a:ln>
                                </p:spPr>
                              </p:cxnSp>
                            </p:grpSp>
                            <p:sp>
                              <p:nvSpPr>
                                <p:cNvPr id="40991" name="TextBox 42"/>
                                <p:cNvSpPr txBox="1">
                                  <a:spLocks noChangeArrowheads="1"/>
                                </p:cNvSpPr>
                                <p:nvPr/>
                              </p:nvSpPr>
                              <p:spPr bwMode="auto">
                                <a:xfrm>
                                  <a:off x="6172200" y="54864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40989" name="Straight Connector 40"/>
                              <p:cNvCxnSpPr>
                                <a:cxnSpLocks noChangeShapeType="1"/>
                              </p:cNvCxnSpPr>
                              <p:nvPr/>
                            </p:nvCxnSpPr>
                            <p:spPr bwMode="auto">
                              <a:xfrm rot="5400000">
                                <a:off x="6248400" y="2895600"/>
                                <a:ext cx="304800" cy="304800"/>
                              </a:xfrm>
                              <a:prstGeom prst="line">
                                <a:avLst/>
                              </a:prstGeom>
                              <a:noFill/>
                              <a:ln w="25400" algn="ctr">
                                <a:solidFill>
                                  <a:schemeClr val="tx1"/>
                                </a:solidFill>
                                <a:miter lim="800000"/>
                                <a:headEnd/>
                                <a:tailEnd/>
                              </a:ln>
                            </p:spPr>
                          </p:cxnSp>
                        </p:grpSp>
                        <p:sp>
                          <p:nvSpPr>
                            <p:cNvPr id="40987" name="TextBox 46"/>
                            <p:cNvSpPr txBox="1">
                              <a:spLocks noChangeArrowheads="1"/>
                            </p:cNvSpPr>
                            <p:nvPr/>
                          </p:nvSpPr>
                          <p:spPr bwMode="auto">
                            <a:xfrm>
                              <a:off x="6629400" y="2907268"/>
                              <a:ext cx="457200" cy="369332"/>
                            </a:xfrm>
                            <a:prstGeom prst="rect">
                              <a:avLst/>
                            </a:prstGeom>
                            <a:noFill/>
                            <a:ln w="9525">
                              <a:noFill/>
                              <a:miter lim="800000"/>
                              <a:headEnd/>
                              <a:tailEnd/>
                            </a:ln>
                          </p:spPr>
                          <p:txBody>
                            <a:bodyPr>
                              <a:spAutoFit/>
                            </a:bodyPr>
                            <a:lstStyle/>
                            <a:p>
                              <a:r>
                                <a:rPr lang="en-US" sz="1800"/>
                                <a:t>6</a:t>
                              </a:r>
                              <a:endParaRPr lang="ar-EG" sz="1800"/>
                            </a:p>
                          </p:txBody>
                        </p:sp>
                      </p:grpSp>
                      <p:cxnSp>
                        <p:nvCxnSpPr>
                          <p:cNvPr id="40985" name="Straight Connector 45"/>
                          <p:cNvCxnSpPr>
                            <a:cxnSpLocks noChangeShapeType="1"/>
                          </p:cNvCxnSpPr>
                          <p:nvPr/>
                        </p:nvCxnSpPr>
                        <p:spPr bwMode="auto">
                          <a:xfrm rot="5400000">
                            <a:off x="6172200" y="4191000"/>
                            <a:ext cx="304800" cy="304800"/>
                          </a:xfrm>
                          <a:prstGeom prst="line">
                            <a:avLst/>
                          </a:prstGeom>
                          <a:noFill/>
                          <a:ln w="25400" algn="ctr">
                            <a:solidFill>
                              <a:schemeClr val="tx1"/>
                            </a:solidFill>
                            <a:miter lim="800000"/>
                            <a:headEnd/>
                            <a:tailEnd/>
                          </a:ln>
                        </p:spPr>
                      </p:cxnSp>
                    </p:grpSp>
                    <p:sp>
                      <p:nvSpPr>
                        <p:cNvPr id="40983" name="TextBox 48"/>
                        <p:cNvSpPr txBox="1">
                          <a:spLocks noChangeArrowheads="1"/>
                        </p:cNvSpPr>
                        <p:nvPr/>
                      </p:nvSpPr>
                      <p:spPr bwMode="auto">
                        <a:xfrm>
                          <a:off x="6477000" y="4191000"/>
                          <a:ext cx="457200" cy="369332"/>
                        </a:xfrm>
                        <a:prstGeom prst="rect">
                          <a:avLst/>
                        </a:prstGeom>
                        <a:noFill/>
                        <a:ln w="9525">
                          <a:noFill/>
                          <a:miter lim="800000"/>
                          <a:headEnd/>
                          <a:tailEnd/>
                        </a:ln>
                      </p:spPr>
                      <p:txBody>
                        <a:bodyPr>
                          <a:spAutoFit/>
                        </a:bodyPr>
                        <a:lstStyle/>
                        <a:p>
                          <a:r>
                            <a:rPr lang="en-US" sz="1800"/>
                            <a:t>3</a:t>
                          </a:r>
                          <a:endParaRPr lang="ar-EG" sz="1800"/>
                        </a:p>
                      </p:txBody>
                    </p:sp>
                  </p:grpSp>
                  <p:cxnSp>
                    <p:nvCxnSpPr>
                      <p:cNvPr id="40980" name="Straight Connector 49"/>
                      <p:cNvCxnSpPr>
                        <a:cxnSpLocks noChangeShapeType="1"/>
                      </p:cNvCxnSpPr>
                      <p:nvPr/>
                    </p:nvCxnSpPr>
                    <p:spPr bwMode="auto">
                      <a:xfrm rot="5400000">
                        <a:off x="6172200" y="5486400"/>
                        <a:ext cx="304800" cy="304800"/>
                      </a:xfrm>
                      <a:prstGeom prst="line">
                        <a:avLst/>
                      </a:prstGeom>
                      <a:noFill/>
                      <a:ln w="25400" algn="ctr">
                        <a:solidFill>
                          <a:schemeClr val="tx1"/>
                        </a:solidFill>
                        <a:miter lim="800000"/>
                        <a:headEnd/>
                        <a:tailEnd/>
                      </a:ln>
                    </p:spPr>
                  </p:cxnSp>
                  <p:sp>
                    <p:nvSpPr>
                      <p:cNvPr id="40981" name="TextBox 50"/>
                      <p:cNvSpPr txBox="1">
                        <a:spLocks noChangeArrowheads="1"/>
                      </p:cNvSpPr>
                      <p:nvPr/>
                    </p:nvSpPr>
                    <p:spPr bwMode="auto">
                      <a:xfrm>
                        <a:off x="6477000" y="5486400"/>
                        <a:ext cx="457200" cy="369332"/>
                      </a:xfrm>
                      <a:prstGeom prst="rect">
                        <a:avLst/>
                      </a:prstGeom>
                      <a:noFill/>
                      <a:ln w="9525">
                        <a:noFill/>
                        <a:miter lim="800000"/>
                        <a:headEnd/>
                        <a:tailEnd/>
                      </a:ln>
                    </p:spPr>
                    <p:txBody>
                      <a:bodyPr>
                        <a:spAutoFit/>
                      </a:bodyPr>
                      <a:lstStyle/>
                      <a:p>
                        <a:r>
                          <a:rPr lang="en-US" sz="1800"/>
                          <a:t>0</a:t>
                        </a:r>
                        <a:endParaRPr lang="ar-EG" sz="1800"/>
                      </a:p>
                    </p:txBody>
                  </p:sp>
                </p:grpSp>
                <p:cxnSp>
                  <p:nvCxnSpPr>
                    <p:cNvPr id="40978" name="Straight Connector 51"/>
                    <p:cNvCxnSpPr>
                      <a:cxnSpLocks noChangeShapeType="1"/>
                    </p:cNvCxnSpPr>
                    <p:nvPr/>
                  </p:nvCxnSpPr>
                  <p:spPr bwMode="auto">
                    <a:xfrm rot="5400000">
                      <a:off x="6629400" y="2971800"/>
                      <a:ext cx="304800" cy="304800"/>
                    </a:xfrm>
                    <a:prstGeom prst="line">
                      <a:avLst/>
                    </a:prstGeom>
                    <a:noFill/>
                    <a:ln w="25400" algn="ctr">
                      <a:solidFill>
                        <a:schemeClr val="tx1"/>
                      </a:solidFill>
                      <a:miter lim="800000"/>
                      <a:headEnd/>
                      <a:tailEnd/>
                    </a:ln>
                  </p:spPr>
                </p:cxnSp>
              </p:grpSp>
              <p:sp>
                <p:nvSpPr>
                  <p:cNvPr id="40976" name="TextBox 53"/>
                  <p:cNvSpPr txBox="1">
                    <a:spLocks noChangeArrowheads="1"/>
                  </p:cNvSpPr>
                  <p:nvPr/>
                </p:nvSpPr>
                <p:spPr bwMode="auto">
                  <a:xfrm>
                    <a:off x="7010400" y="2895600"/>
                    <a:ext cx="457200" cy="369332"/>
                  </a:xfrm>
                  <a:prstGeom prst="rect">
                    <a:avLst/>
                  </a:prstGeom>
                  <a:noFill/>
                  <a:ln w="9525">
                    <a:noFill/>
                    <a:miter lim="800000"/>
                    <a:headEnd/>
                    <a:tailEnd/>
                  </a:ln>
                </p:spPr>
                <p:txBody>
                  <a:bodyPr>
                    <a:spAutoFit/>
                  </a:bodyPr>
                  <a:lstStyle/>
                  <a:p>
                    <a:r>
                      <a:rPr lang="en-US" sz="1800"/>
                      <a:t>3</a:t>
                    </a:r>
                    <a:endParaRPr lang="ar-EG" sz="1800"/>
                  </a:p>
                </p:txBody>
              </p:sp>
            </p:grpSp>
          </p:grpSp>
          <p:sp>
            <p:nvSpPr>
              <p:cNvPr id="40972" name="TextBox 56"/>
              <p:cNvSpPr txBox="1">
                <a:spLocks noChangeArrowheads="1"/>
              </p:cNvSpPr>
              <p:nvPr/>
            </p:nvSpPr>
            <p:spPr bwMode="auto">
              <a:xfrm>
                <a:off x="5715000" y="2069068"/>
                <a:ext cx="1905000" cy="369332"/>
              </a:xfrm>
              <a:prstGeom prst="rect">
                <a:avLst/>
              </a:prstGeom>
              <a:noFill/>
              <a:ln w="9525">
                <a:noFill/>
                <a:miter lim="800000"/>
                <a:headEnd/>
                <a:tailEnd/>
              </a:ln>
            </p:spPr>
            <p:txBody>
              <a:bodyPr>
                <a:spAutoFit/>
              </a:bodyPr>
              <a:lstStyle/>
              <a:p>
                <a:pPr algn="ctr"/>
                <a:r>
                  <a:rPr lang="en-US" sz="1800"/>
                  <a:t>Main Memory</a:t>
                </a:r>
                <a:endParaRPr lang="ar-EG" sz="1800"/>
              </a:p>
            </p:txBody>
          </p:sp>
        </p:grpSp>
        <p:grpSp>
          <p:nvGrpSpPr>
            <p:cNvPr id="40967" name="Group 60"/>
            <p:cNvGrpSpPr>
              <a:grpSpLocks/>
            </p:cNvGrpSpPr>
            <p:nvPr/>
          </p:nvGrpSpPr>
          <p:grpSpPr bwMode="auto">
            <a:xfrm>
              <a:off x="585788" y="4648200"/>
              <a:ext cx="4824412" cy="2133600"/>
              <a:chOff x="585788" y="4648200"/>
              <a:chExt cx="4824412" cy="2133600"/>
            </a:xfrm>
          </p:grpSpPr>
          <p:pic>
            <p:nvPicPr>
              <p:cNvPr id="40969" name="Picture 58" descr="LG_L194WT-SF_LCD_monitor.jpg"/>
              <p:cNvPicPr>
                <a:picLocks noChangeAspect="1"/>
              </p:cNvPicPr>
              <p:nvPr/>
            </p:nvPicPr>
            <p:blipFill>
              <a:blip r:embed="rId3" cstate="print"/>
              <a:srcRect/>
              <a:stretch>
                <a:fillRect/>
              </a:stretch>
            </p:blipFill>
            <p:spPr bwMode="auto">
              <a:xfrm>
                <a:off x="585788" y="4648200"/>
                <a:ext cx="4824412" cy="2133600"/>
              </a:xfrm>
              <a:prstGeom prst="rect">
                <a:avLst/>
              </a:prstGeom>
              <a:noFill/>
              <a:ln w="9525">
                <a:noFill/>
                <a:miter lim="800000"/>
                <a:headEnd/>
                <a:tailEnd/>
              </a:ln>
            </p:spPr>
          </p:pic>
          <p:sp>
            <p:nvSpPr>
              <p:cNvPr id="40970" name="Rectangle 59"/>
              <p:cNvSpPr>
                <a:spLocks noChangeArrowheads="1"/>
              </p:cNvSpPr>
              <p:nvPr/>
            </p:nvSpPr>
            <p:spPr bwMode="auto">
              <a:xfrm>
                <a:off x="1066800" y="4872335"/>
                <a:ext cx="324128" cy="400110"/>
              </a:xfrm>
              <a:prstGeom prst="rect">
                <a:avLst/>
              </a:prstGeom>
              <a:noFill/>
              <a:ln w="9525">
                <a:noFill/>
                <a:miter lim="800000"/>
                <a:headEnd/>
                <a:tailEnd/>
              </a:ln>
            </p:spPr>
            <p:txBody>
              <a:bodyPr wrap="none">
                <a:spAutoFit/>
              </a:bodyPr>
              <a:lstStyle/>
              <a:p>
                <a:r>
                  <a:rPr lang="en-US" sz="2000"/>
                  <a:t>3</a:t>
                </a:r>
                <a:endParaRPr lang="ar-EG" sz="2000"/>
              </a:p>
            </p:txBody>
          </p:sp>
        </p:grpSp>
        <p:sp>
          <p:nvSpPr>
            <p:cNvPr id="63" name="Rectangle 3"/>
            <p:cNvSpPr txBox="1">
              <a:spLocks noChangeArrowheads="1"/>
            </p:cNvSpPr>
            <p:nvPr/>
          </p:nvSpPr>
          <p:spPr bwMode="auto">
            <a:xfrm>
              <a:off x="1524000" y="1905000"/>
              <a:ext cx="3581400" cy="2667000"/>
            </a:xfrm>
            <a:prstGeom prst="rect">
              <a:avLst/>
            </a:prstGeom>
            <a:noFill/>
            <a:ln w="9525">
              <a:noFill/>
              <a:miter lim="800000"/>
              <a:headEnd/>
              <a:tailEnd/>
            </a:ln>
          </p:spPr>
          <p:txBody>
            <a:bodyPr lIns="36000" anchor="ctr" anchorCtr="1"/>
            <a:lstStyle/>
            <a:p>
              <a:pPr marL="800100" lvl="1" indent="-342900">
                <a:lnSpc>
                  <a:spcPct val="90000"/>
                </a:lnSpc>
                <a:buSzPct val="90000"/>
                <a:buFont typeface="+mj-lt"/>
                <a:buAutoNum type="arabicPeriod"/>
                <a:defRPr/>
              </a:pPr>
              <a:endParaRPr lang="en-US" sz="2000" dirty="0"/>
            </a:p>
            <a:p>
              <a:pPr marL="800100" lvl="1" indent="-342900">
                <a:lnSpc>
                  <a:spcPct val="90000"/>
                </a:lnSpc>
                <a:buSzPct val="90000"/>
                <a:buFont typeface="+mj-lt"/>
                <a:buAutoNum type="arabicPeriod"/>
                <a:defRPr/>
              </a:pPr>
              <a:r>
                <a:rPr lang="en-US" sz="2000" dirty="0"/>
                <a:t>Procedure </a:t>
              </a:r>
              <a:r>
                <a:rPr lang="en-US" sz="2000" i="1" dirty="0"/>
                <a:t>Euclid(m, n)</a:t>
              </a:r>
            </a:p>
            <a:p>
              <a:pPr marL="800100" lvl="1" indent="-342900">
                <a:lnSpc>
                  <a:spcPct val="90000"/>
                </a:lnSpc>
                <a:buSzPct val="90000"/>
                <a:buFont typeface="+mj-lt"/>
                <a:buAutoNum type="arabicPeriod"/>
                <a:defRPr/>
              </a:pPr>
              <a:r>
                <a:rPr lang="en-US" sz="2000" dirty="0"/>
                <a:t>while n ≠ 0 do</a:t>
              </a:r>
            </a:p>
            <a:p>
              <a:pPr marL="800100" lvl="1" indent="-342900">
                <a:lnSpc>
                  <a:spcPct val="90000"/>
                </a:lnSpc>
                <a:buSzPct val="90000"/>
                <a:buFont typeface="+mj-lt"/>
                <a:buAutoNum type="arabicPeriod"/>
                <a:defRPr/>
              </a:pPr>
              <a:r>
                <a:rPr lang="en-US" sz="2000" dirty="0"/>
                <a:t>     begin</a:t>
              </a:r>
            </a:p>
            <a:p>
              <a:pPr marL="800100" lvl="1" indent="-342900">
                <a:lnSpc>
                  <a:spcPct val="90000"/>
                </a:lnSpc>
                <a:buSzPct val="90000"/>
                <a:buFont typeface="+mj-lt"/>
                <a:buAutoNum type="arabicPeriod"/>
                <a:defRPr/>
              </a:pPr>
              <a:r>
                <a:rPr lang="en-US" sz="2000" dirty="0"/>
                <a:t>     r </a:t>
              </a:r>
              <a:r>
                <a:rPr lang="en-US" sz="2000" dirty="0">
                  <a:sym typeface="Wingdings" pitchFamily="2" charset="2"/>
                </a:rPr>
                <a:t>:= m mod n</a:t>
              </a:r>
              <a:endParaRPr lang="en-US" sz="2000" dirty="0"/>
            </a:p>
            <a:p>
              <a:pPr marL="800100" lvl="1" indent="-342900">
                <a:lnSpc>
                  <a:spcPct val="90000"/>
                </a:lnSpc>
                <a:buSzPct val="90000"/>
                <a:buFont typeface="+mj-lt"/>
                <a:buAutoNum type="arabicPeriod"/>
                <a:defRPr/>
              </a:pPr>
              <a:r>
                <a:rPr lang="en-US" sz="2000" dirty="0">
                  <a:sym typeface="Wingdings" pitchFamily="2" charset="2"/>
                </a:rPr>
                <a:t>     m := n</a:t>
              </a:r>
              <a:r>
                <a:rPr lang="en-US" sz="2000" dirty="0"/>
                <a:t> </a:t>
              </a:r>
            </a:p>
            <a:p>
              <a:pPr marL="800100" lvl="1" indent="-342900">
                <a:lnSpc>
                  <a:spcPct val="90000"/>
                </a:lnSpc>
                <a:buSzPct val="90000"/>
                <a:buFont typeface="+mj-lt"/>
                <a:buAutoNum type="arabicPeriod"/>
                <a:defRPr/>
              </a:pPr>
              <a:r>
                <a:rPr lang="en-US" sz="2000" dirty="0">
                  <a:sym typeface="Wingdings" pitchFamily="2" charset="2"/>
                </a:rPr>
                <a:t>     n := r</a:t>
              </a:r>
            </a:p>
            <a:p>
              <a:pPr marL="800100" lvl="1" indent="-342900">
                <a:lnSpc>
                  <a:spcPct val="90000"/>
                </a:lnSpc>
                <a:buSzPct val="90000"/>
                <a:buFont typeface="+mj-lt"/>
                <a:buAutoNum type="arabicPeriod"/>
                <a:defRPr/>
              </a:pPr>
              <a:r>
                <a:rPr lang="en-US" sz="2000" dirty="0">
                  <a:sym typeface="Wingdings" pitchFamily="2" charset="2"/>
                </a:rPr>
                <a:t>     end</a:t>
              </a:r>
              <a:endParaRPr lang="en-US" sz="2000" dirty="0"/>
            </a:p>
            <a:p>
              <a:pPr marL="800100" lvl="1" indent="-342900">
                <a:lnSpc>
                  <a:spcPct val="90000"/>
                </a:lnSpc>
                <a:buSzPct val="90000"/>
                <a:buFont typeface="+mj-lt"/>
                <a:buAutoNum type="arabicPeriod"/>
                <a:defRPr/>
              </a:pPr>
              <a:r>
                <a:rPr lang="en-US" sz="2000" dirty="0">
                  <a:sym typeface="Wingdings" pitchFamily="2" charset="2"/>
                </a:rPr>
                <a:t>return m</a:t>
              </a:r>
              <a:r>
                <a:rPr lang="en-US" sz="2000" dirty="0"/>
                <a:t> </a:t>
              </a:r>
            </a:p>
            <a:p>
              <a:pPr marL="800100" lvl="1" indent="-342900">
                <a:lnSpc>
                  <a:spcPct val="90000"/>
                </a:lnSpc>
                <a:buSzPct val="90000"/>
                <a:buFont typeface="+mj-lt"/>
                <a:buAutoNum type="arabicPeriod"/>
                <a:defRPr/>
              </a:pPr>
              <a:r>
                <a:rPr lang="en-US" sz="2000" dirty="0"/>
                <a:t>end </a:t>
              </a:r>
              <a:r>
                <a:rPr lang="en-US" sz="2000" i="1" dirty="0"/>
                <a:t>Euclid</a:t>
              </a:r>
              <a:endParaRPr lang="en-US" sz="2000" dirty="0"/>
            </a:p>
            <a:p>
              <a:pPr marL="800100" lvl="1" indent="-342900">
                <a:lnSpc>
                  <a:spcPct val="90000"/>
                </a:lnSpc>
                <a:buSzPct val="90000"/>
                <a:buFont typeface="+mj-lt"/>
                <a:buAutoNum type="arabicPeriod"/>
                <a:defRPr/>
              </a:pPr>
              <a:endParaRPr lang="en-CA" kern="0" dirty="0">
                <a:latin typeface="+mn-lt"/>
              </a:endParaRPr>
            </a:p>
          </p:txBody>
        </p:sp>
      </p:grpSp>
      <p:sp>
        <p:nvSpPr>
          <p:cNvPr id="66" name="Rectangle 2"/>
          <p:cNvSpPr>
            <a:spLocks noGrp="1" noChangeArrowheads="1"/>
          </p:cNvSpPr>
          <p:nvPr>
            <p:ph type="title"/>
          </p:nvPr>
        </p:nvSpPr>
        <p:spPr>
          <a:xfrm>
            <a:off x="228600" y="266700"/>
            <a:ext cx="8726488" cy="633845"/>
          </a:xfrm>
        </p:spPr>
        <p:txBody>
          <a:bodyPr/>
          <a:lstStyle/>
          <a:p>
            <a:pPr eaLnBrk="1" hangingPunct="1"/>
            <a:r>
              <a:rPr lang="en-US" sz="3200" b="1" dirty="0"/>
              <a:t>1.4) </a:t>
            </a:r>
            <a:r>
              <a:rPr lang="en-US" sz="3200" b="1" dirty="0" smtClean="0"/>
              <a:t>Tracing of Algorithm’s Performance</a:t>
            </a:r>
            <a:endParaRPr lang="en-CA" sz="3200" b="1" dirty="0" smtClean="0"/>
          </a:p>
        </p:txBody>
      </p:sp>
    </p:spTree>
    <p:extLst>
      <p:ext uri="{BB962C8B-B14F-4D97-AF65-F5344CB8AC3E}">
        <p14:creationId xmlns:p14="http://schemas.microsoft.com/office/powerpoint/2010/main" val="876502964"/>
      </p:ext>
    </p:extLst>
  </p:cSld>
  <p:clrMapOvr>
    <a:masterClrMapping/>
  </p:clrMapOvr>
  <p:timing>
    <p:tnLst>
      <p:par>
        <p:cTn id="1" dur="indefinite" restart="never" nodeType="tmRoot"/>
      </p:par>
    </p:tnLst>
  </p:timing>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