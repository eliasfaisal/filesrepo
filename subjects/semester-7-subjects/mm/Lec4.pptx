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3.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1" saveSubsetFonts="0" serverZoom="0" showSpecialPlsOnTitleSld="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type="screen4x3" cy="6858000" cx="9144000"/>
  <p:notesSz cx="6858000" cy="9144000"/>
  <p:defaultTex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View">
  <p:normalViewPr showOutlineIcons="1" snapVertSplitter="0" vertBarState="restored" horzBarState="maximized" preferSingleView="0">
    <p:restoredLeft sz="84380"/>
    <p:restoredTop sz="94660"/>
  </p:normalViewPr>
  <p:slideViewPr>
    <p:cSldViewPr showGuides="0" snapToGrid="1" snapToObjects="0">
      <p:cViewPr varScale="0">
        <p:scale>
          <a:sx n="84" d="100"/>
          <a:sy n="84" d="100"/>
        </p:scale>
        <p:origin x="-966" y="-120"/>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tableStyles" Target="tableStyle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95" name=""/>
        <p:cNvGrpSpPr/>
        <p:nvPr/>
      </p:nvGrpSpPr>
      <p:grpSpPr>
        <a:xfrm>
          <a:off x="0" y="0"/>
          <a:ext cx="0" cy="0"/>
          <a:chOff x="0" y="0"/>
          <a:chExt cx="0" cy="0"/>
        </a:xfrm>
      </p:grpSpPr>
      <p:sp>
        <p:nvSpPr>
          <p:cNvPr id="1048695"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96"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97"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98"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99"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00"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24" name=""/>
        <p:cNvGrpSpPr/>
        <p:nvPr/>
      </p:nvGrpSpPr>
      <p:grpSpPr>
        <a:xfrm rot="0">
          <a:off x="0" y="0"/>
          <a:ext cx="0" cy="0"/>
          <a:chOff x="0" y="0"/>
          <a:chExt cx="0" cy="0"/>
        </a:xfrm>
      </p:grpSpPr>
      <p:grpSp>
        <p:nvGrpSpPr>
          <p:cNvPr id="25" name=""/>
          <p:cNvGrpSpPr/>
          <p:nvPr/>
        </p:nvGrpSpPr>
        <p:grpSpPr>
          <a:xfrm rot="0">
            <a:off x="152400" y="133350"/>
            <a:ext cx="8839200" cy="2530475"/>
            <a:chOff x="96" y="84"/>
            <a:chExt cx="5568" cy="1594"/>
          </a:xfrm>
        </p:grpSpPr>
        <p:pic>
          <p:nvPicPr>
            <p:cNvPr id="2097153" name="Round Diagonal Corner Rectangle 7"/>
            <p:cNvPicPr>
              <a:picLocks/>
            </p:cNvPicPr>
            <p:nvPr/>
          </p:nvPicPr>
          <p:blipFill>
            <a:blip xmlns:r="http://schemas.openxmlformats.org/officeDocument/2006/relationships" r:embed="rId2"/>
            <a:srcRect l="0" t="0" r="0" b="0"/>
            <a:stretch>
              <a:fillRect/>
            </a:stretch>
          </p:blipFill>
          <p:spPr>
            <a:xfrm rot="0">
              <a:off x="96" y="84"/>
              <a:ext cx="5568" cy="1594"/>
            </a:xfrm>
            <a:prstGeom prst="rect"/>
            <a:noFill/>
            <a:ln>
              <a:noFill/>
            </a:ln>
          </p:spPr>
        </p:pic>
        <p:sp>
          <p:nvSpPr>
            <p:cNvPr id="1048582" name=""/>
            <p:cNvSpPr txBox="1"/>
            <p:nvPr/>
          </p:nvSpPr>
          <p:spPr>
            <a:xfrm rot="0">
              <a:off x="158" y="147"/>
              <a:ext cx="5444" cy="1469"/>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grpSp>
      <p:sp>
        <p:nvSpPr>
          <p:cNvPr id="1048585" name="Date Placeholder 9"/>
          <p:cNvSpPr/>
          <p:nvPr>
            <p:ph type="dt" sz="half" idx="2"/>
          </p:nvPr>
        </p:nvSpPr>
        <p:spPr>
          <a:xfrm rot="0">
            <a:off x="5562600" y="650875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586" name="Slide Number Placeholder 10"/>
          <p:cNvSpPr/>
          <p:nvPr>
            <p:ph type="sldNum" sz="quarter" idx="4"/>
          </p:nvPr>
        </p:nvSpPr>
        <p:spPr>
          <a:xfrm rot="0">
            <a:off x="8639175" y="6508750"/>
            <a:ext cx="463550" cy="274637"/>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587" name="Footer Placeholder 11"/>
          <p:cNvSpPr/>
          <p:nvPr>
            <p:ph type="ftr" sz="quarter" idx="3"/>
          </p:nvPr>
        </p:nvSpPr>
        <p:spPr>
          <a:xfrm rot="0">
            <a:off x="1600200" y="6508750"/>
            <a:ext cx="39068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589" name="Subtitle 8"/>
          <p:cNvSpPr>
            <a:spLocks noGrp="1"/>
          </p:cNvSpPr>
          <p:nvPr>
            <p:ph type="subTitle" idx="1"/>
          </p:nvPr>
        </p:nvSpPr>
        <p:spPr>
          <a:xfrm>
            <a:off x="2133600" y="2819400"/>
            <a:ext cx="6560234" cy="1752600"/>
          </a:xfrm>
        </p:spPr>
        <p:txBody>
          <a:bodyPr lIns="45720" rIns="246888"/>
          <a:lstStyle>
            <a:lvl1pPr algn="r" indent="0" marL="0">
              <a:spcBef>
                <a:spcPts val="0"/>
              </a:spcBef>
              <a:buNone/>
              <a:defRPr>
                <a:effectLst/>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US"/>
          </a:p>
        </p:txBody>
      </p:sp>
      <p:sp>
        <p:nvSpPr>
          <p:cNvPr id="1048588" name="Title 7"/>
          <p:cNvSpPr>
            <a:spLocks noGrp="1"/>
          </p:cNvSpPr>
          <p:nvPr>
            <p:ph type="ctrTitle"/>
          </p:nvPr>
        </p:nvSpPr>
        <p:spPr>
          <a:xfrm>
            <a:off x="464234" y="381001"/>
            <a:ext cx="8229600" cy="2209800"/>
          </a:xfrm>
        </p:spPr>
        <p:txBody>
          <a:bodyPr lIns="45720" rIns="228600"/>
          <a:lstStyle>
            <a:lvl1pPr algn="r" marL="0">
              <a:defRPr sz="4800"/>
            </a:lvl1pPr>
          </a:lstStyle>
          <a:p>
            <a:r>
              <a:rPr lang="en-US" smtClean="0"/>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43" name=""/>
        <p:cNvGrpSpPr/>
        <p:nvPr/>
      </p:nvGrpSpPr>
      <p:grpSpPr>
        <a:xfrm rot="0">
          <a:off x="0" y="0"/>
          <a:ext cx="0" cy="0"/>
          <a:chOff x="0" y="0"/>
          <a:chExt cx="0" cy="0"/>
        </a:xfrm>
      </p:grpSpPr>
      <p:sp>
        <p:nvSpPr>
          <p:cNvPr id="1048593" name="Rectangle 7"/>
          <p:cNvSpPr/>
          <p:nvPr/>
        </p:nvSpPr>
        <p:spPr>
          <a:xfrm rot="0">
            <a:off x="588962" y="1423987"/>
            <a:ext cx="8001000" cy="9525"/>
          </a:xfrm>
          <a:prstGeom prst="rect"/>
          <a:solidFill>
            <a:schemeClr val="accent1"/>
          </a:solidFill>
          <a:ln>
            <a:noFill/>
          </a:ln>
          <a:effectLst>
            <a:outerShdw algn="tl" dir="5400000" dist="12900" kx="0" sx="100000" sy="100000">
              <a:srgbClr val="000000">
                <a:alpha val="75000"/>
              </a:srgbClr>
            </a:outerShdw>
          </a:effectLst>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sp>
        <p:nvSpPr>
          <p:cNvPr id="1048596" name="Date Placeholder 3"/>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597" name="Footer Placeholder 4"/>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598" name="Slide Number Placeholder 5"/>
          <p:cNvSpPr/>
          <p:nvPr>
            <p:ph type="sldNum" sz="quarter" idx="4"/>
          </p:nvPr>
        </p:nvSpPr>
        <p:spPr>
          <a:xfrm rot="0">
            <a:off x="8639175" y="6515100"/>
            <a:ext cx="463550"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00"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9"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67" name=""/>
        <p:cNvGrpSpPr/>
        <p:nvPr/>
      </p:nvGrpSpPr>
      <p:grpSpPr>
        <a:xfrm rot="0">
          <a:off x="0" y="0"/>
          <a:ext cx="0" cy="0"/>
          <a:chOff x="0" y="0"/>
          <a:chExt cx="0" cy="0"/>
        </a:xfrm>
      </p:grpSpPr>
      <p:sp>
        <p:nvSpPr>
          <p:cNvPr id="1048623" name="Rectangle 7"/>
          <p:cNvSpPr/>
          <p:nvPr/>
        </p:nvSpPr>
        <p:spPr>
          <a:xfrm rot="0">
            <a:off x="1000125" y="3267075"/>
            <a:ext cx="7407275" cy="9525"/>
          </a:xfrm>
          <a:prstGeom prst="rect"/>
          <a:solidFill>
            <a:schemeClr val="accent1"/>
          </a:solidFill>
          <a:ln>
            <a:noFill/>
          </a:ln>
          <a:effectLst>
            <a:outerShdw algn="tl" dir="5400000" dist="12900" kx="0" sx="100000" sy="100000">
              <a:srgbClr val="000000">
                <a:alpha val="75000"/>
              </a:srgbClr>
            </a:outerShdw>
          </a:effectLst>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sp>
        <p:nvSpPr>
          <p:cNvPr id="1048626" name="Date Placeholder 7"/>
          <p:cNvSpPr/>
          <p:nvPr>
            <p:ph type="dt" sz="half" idx="2"/>
          </p:nvPr>
        </p:nvSpPr>
        <p:spPr>
          <a:xfrm rot="0">
            <a:off x="5562600" y="6513512"/>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27" name="Slide Number Placeholder 8"/>
          <p:cNvSpPr/>
          <p:nvPr>
            <p:ph type="sldNum" sz="quarter" idx="4"/>
          </p:nvPr>
        </p:nvSpPr>
        <p:spPr>
          <a:xfrm rot="0">
            <a:off x="8639175" y="6513512"/>
            <a:ext cx="463550" cy="274637"/>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28" name="Footer Placeholder 9"/>
          <p:cNvSpPr/>
          <p:nvPr>
            <p:ph type="ftr" sz="quarter" idx="3"/>
          </p:nvPr>
        </p:nvSpPr>
        <p:spPr>
          <a:xfrm rot="0">
            <a:off x="1600200" y="6513512"/>
            <a:ext cx="39068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30" name="Text Placeholder 2"/>
          <p:cNvSpPr>
            <a:spLocks noGrp="1"/>
          </p:cNvSpPr>
          <p:nvPr>
            <p:ph type="body" idx="1"/>
          </p:nvPr>
        </p:nvSpPr>
        <p:spPr>
          <a:xfrm>
            <a:off x="722313" y="3287713"/>
            <a:ext cx="7772400" cy="1509712"/>
          </a:xfrm>
        </p:spPr>
        <p:txBody>
          <a:bodyPr rIns="128016"/>
          <a:lstStyle>
            <a:lvl1pPr algn="r" indent="0" marL="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1048629" name="Title 1"/>
          <p:cNvSpPr>
            <a:spLocks noGrp="1"/>
          </p:cNvSpPr>
          <p:nvPr>
            <p:ph type="title"/>
          </p:nvPr>
        </p:nvSpPr>
        <p:spPr>
          <a:xfrm>
            <a:off x="722376" y="498230"/>
            <a:ext cx="7772400" cy="2731008"/>
          </a:xfrm>
        </p:spPr>
        <p:txBody>
          <a:bodyPr rIns="100584"/>
          <a:lstStyle>
            <a:lvl1pPr algn="r">
              <a:buNone/>
              <a:defRPr b="1" cap="none" sz="4000">
                <a:solidFill>
                  <a:schemeClr val="accent1">
                    <a:tint val="95000"/>
                    <a:satMod val="200000"/>
                  </a:schemeClr>
                </a:solidFill>
              </a:defRPr>
            </a:lvl1pPr>
          </a:lstStyle>
          <a:p>
            <a:r>
              <a:rPr lang="en-US" smtClean="0"/>
              <a:t>Click to edit Master title style</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70" name=""/>
        <p:cNvGrpSpPr/>
        <p:nvPr/>
      </p:nvGrpSpPr>
      <p:grpSpPr>
        <a:xfrm rot="0">
          <a:off x="0" y="0"/>
          <a:ext cx="0" cy="0"/>
          <a:chOff x="0" y="0"/>
          <a:chExt cx="0" cy="0"/>
        </a:xfrm>
      </p:grpSpPr>
      <p:sp>
        <p:nvSpPr>
          <p:cNvPr id="1048631" name="Rectangle 7"/>
          <p:cNvSpPr/>
          <p:nvPr/>
        </p:nvSpPr>
        <p:spPr>
          <a:xfrm rot="0">
            <a:off x="588962" y="1423987"/>
            <a:ext cx="8001000" cy="9525"/>
          </a:xfrm>
          <a:prstGeom prst="rect"/>
          <a:solidFill>
            <a:schemeClr val="accent1"/>
          </a:solidFill>
          <a:ln>
            <a:noFill/>
          </a:ln>
          <a:effectLst>
            <a:outerShdw algn="tl" dir="5400000" dist="12900" kx="0" sx="100000" sy="100000">
              <a:srgbClr val="000000">
                <a:alpha val="75000"/>
              </a:srgbClr>
            </a:outerShdw>
          </a:effectLst>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sp>
        <p:nvSpPr>
          <p:cNvPr id="1048634" name="Date Placeholder 4"/>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35" name="Footer Placeholder 5"/>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36" name="Slide Number Placeholder 6"/>
          <p:cNvSpPr/>
          <p:nvPr>
            <p:ph type="sldNum" sz="quarter" idx="4"/>
          </p:nvPr>
        </p:nvSpPr>
        <p:spPr>
          <a:xfrm rot="0">
            <a:off x="8640762" y="6515100"/>
            <a:ext cx="465137"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39" name="Content Placeholder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8" name="Content Placeholder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7"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73" name=""/>
        <p:cNvGrpSpPr/>
        <p:nvPr/>
      </p:nvGrpSpPr>
      <p:grpSpPr>
        <a:xfrm rot="0">
          <a:off x="0" y="0"/>
          <a:ext cx="0" cy="0"/>
          <a:chOff x="0" y="0"/>
          <a:chExt cx="0" cy="0"/>
        </a:xfrm>
      </p:grpSpPr>
      <p:sp>
        <p:nvSpPr>
          <p:cNvPr id="1048640" name="Rectangle 7"/>
          <p:cNvSpPr/>
          <p:nvPr/>
        </p:nvSpPr>
        <p:spPr>
          <a:xfrm rot="0">
            <a:off x="617537" y="2165350"/>
            <a:ext cx="3748087" cy="9525"/>
          </a:xfrm>
          <a:prstGeom prst="rect"/>
          <a:solidFill>
            <a:schemeClr val="accent1"/>
          </a:solidFill>
          <a:ln>
            <a:noFill/>
          </a:ln>
          <a:effectLst>
            <a:outerShdw algn="tl" dir="5400000" dist="12900" kx="0" sx="100000" sy="100000">
              <a:srgbClr val="000000">
                <a:alpha val="75000"/>
              </a:srgbClr>
            </a:outerShdw>
          </a:effectLst>
        </p:spPr>
        <p:txBody>
          <a:bodyPr anchor="b"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sp>
        <p:nvSpPr>
          <p:cNvPr id="1048641" name="Rectangle 8"/>
          <p:cNvSpPr/>
          <p:nvPr/>
        </p:nvSpPr>
        <p:spPr>
          <a:xfrm rot="0">
            <a:off x="4800600" y="2165350"/>
            <a:ext cx="3749675" cy="9525"/>
          </a:xfrm>
          <a:prstGeom prst="rect"/>
          <a:solidFill>
            <a:schemeClr val="accent1"/>
          </a:solidFill>
          <a:ln>
            <a:noFill/>
          </a:ln>
          <a:effectLst>
            <a:outerShdw algn="tl" dir="5400000" dist="12900" kx="0" sx="100000" sy="100000">
              <a:srgbClr val="000000">
                <a:alpha val="75000"/>
              </a:srgbClr>
            </a:outerShdw>
          </a:effectLst>
        </p:spPr>
        <p:txBody>
          <a:bodyPr anchor="b"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sp>
        <p:nvSpPr>
          <p:cNvPr id="1048644" name="Date Placeholder 6"/>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45" name="Footer Placeholder 7"/>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46" name="Slide Number Placeholder 8"/>
          <p:cNvSpPr/>
          <p:nvPr>
            <p:ph type="sldNum" sz="quarter" idx="4"/>
          </p:nvPr>
        </p:nvSpPr>
        <p:spPr>
          <a:xfrm rot="0">
            <a:off x="8640762" y="6515100"/>
            <a:ext cx="465137"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51" name="Content Placeholder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0" name="Content Placeholder 4"/>
          <p:cNvSpPr>
            <a:spLocks noGrp="1"/>
          </p:cNvSpPr>
          <p:nvPr>
            <p:ph sz="quarter" idx="2"/>
          </p:nvPr>
        </p:nvSpPr>
        <p:spPr>
          <a:xfrm>
            <a:off x="457200" y="2362200"/>
            <a:ext cx="4040188" cy="3941763"/>
          </a:xfrm>
        </p:spPr>
        <p:txBody>
          <a:bodyPr/>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9" name="Text Placeholder 3"/>
          <p:cNvSpPr>
            <a:spLocks noGrp="1"/>
          </p:cNvSpPr>
          <p:nvPr>
            <p:ph type="body" sz="half" idx="3"/>
          </p:nvPr>
        </p:nvSpPr>
        <p:spPr>
          <a:xfrm>
            <a:off x="4645025" y="1535113"/>
            <a:ext cx="4041775" cy="639762"/>
          </a:xfrm>
        </p:spPr>
        <p:txBody>
          <a:bodyPr anchor="b">
            <a:noAutofit/>
          </a:bodyPr>
          <a:lstStyle>
            <a:lvl1pPr algn="l" indent="0" marL="91440">
              <a:spcBef>
                <a:spcPts val="0"/>
              </a:spcBef>
              <a:buNone/>
              <a:defRPr baseline="0" b="0" cap="all" sz="2200"/>
            </a:lvl1pPr>
            <a:lvl2pPr>
              <a:buNone/>
              <a:defRPr b="1" sz="2000"/>
            </a:lvl2pPr>
            <a:lvl3pPr>
              <a:buNone/>
              <a:defRPr b="1" sz="1800"/>
            </a:lvl3pPr>
            <a:lvl4pPr>
              <a:buNone/>
              <a:defRPr b="1" sz="1600"/>
            </a:lvl4pPr>
            <a:lvl5pPr>
              <a:buNone/>
              <a:defRPr b="1" sz="1600"/>
            </a:lvl5pPr>
          </a:lstStyle>
          <a:p>
            <a:pPr lvl="0"/>
            <a:r>
              <a:rPr lang="en-US" smtClean="0"/>
              <a:t>Click to edit Master text styles</a:t>
            </a:r>
          </a:p>
        </p:txBody>
      </p:sp>
      <p:sp>
        <p:nvSpPr>
          <p:cNvPr id="1048648" name="Text Placeholder 2"/>
          <p:cNvSpPr>
            <a:spLocks noGrp="1"/>
          </p:cNvSpPr>
          <p:nvPr>
            <p:ph type="body" idx="1"/>
          </p:nvPr>
        </p:nvSpPr>
        <p:spPr>
          <a:xfrm>
            <a:off x="457200" y="1535113"/>
            <a:ext cx="4040188" cy="639762"/>
          </a:xfrm>
        </p:spPr>
        <p:txBody>
          <a:bodyPr anchor="b">
            <a:noAutofit/>
          </a:bodyPr>
          <a:lstStyle>
            <a:lvl1pPr algn="l" indent="0" marL="91440">
              <a:spcBef>
                <a:spcPts val="0"/>
              </a:spcBef>
              <a:buNone/>
              <a:defRPr baseline="0" b="0" cap="all" sz="2200"/>
            </a:lvl1pPr>
            <a:lvl2pPr>
              <a:buNone/>
              <a:defRPr b="1" sz="2000"/>
            </a:lvl2pPr>
            <a:lvl3pPr>
              <a:buNone/>
              <a:defRPr b="1" sz="1800"/>
            </a:lvl3pPr>
            <a:lvl4pPr>
              <a:buNone/>
              <a:defRPr b="1" sz="1600"/>
            </a:lvl4pPr>
            <a:lvl5pPr>
              <a:buNone/>
              <a:defRPr b="1" sz="1600"/>
            </a:lvl5pPr>
          </a:lstStyle>
          <a:p>
            <a:pPr lvl="0"/>
            <a:r>
              <a:rPr lang="en-US" smtClean="0"/>
              <a:t>Click to edit Master text styles</a:t>
            </a:r>
          </a:p>
        </p:txBody>
      </p:sp>
      <p:sp>
        <p:nvSpPr>
          <p:cNvPr id="1048647" name="Title 1"/>
          <p:cNvSpPr>
            <a:spLocks noGrp="1"/>
          </p:cNvSpPr>
          <p:nvPr>
            <p:ph type="title"/>
          </p:nvPr>
        </p:nvSpPr>
        <p:spPr>
          <a:xfrm>
            <a:off x="457200" y="251948"/>
            <a:ext cx="8229600" cy="1143000"/>
          </a:xfrm>
        </p:spPr>
        <p:txBody>
          <a:bodyPr/>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76" name=""/>
        <p:cNvGrpSpPr/>
        <p:nvPr/>
      </p:nvGrpSpPr>
      <p:grpSpPr>
        <a:xfrm rot="0">
          <a:off x="0" y="0"/>
          <a:ext cx="0" cy="0"/>
          <a:chOff x="0" y="0"/>
          <a:chExt cx="0" cy="0"/>
        </a:xfrm>
      </p:grpSpPr>
      <p:sp>
        <p:nvSpPr>
          <p:cNvPr id="1048652" name="Rectangle 7"/>
          <p:cNvSpPr/>
          <p:nvPr/>
        </p:nvSpPr>
        <p:spPr>
          <a:xfrm rot="0">
            <a:off x="588962" y="1423987"/>
            <a:ext cx="8001000" cy="9525"/>
          </a:xfrm>
          <a:prstGeom prst="rect"/>
          <a:solidFill>
            <a:schemeClr val="accent1"/>
          </a:solidFill>
          <a:ln>
            <a:noFill/>
          </a:ln>
          <a:effectLst>
            <a:outerShdw algn="tl" dir="5400000" dist="12900" kx="0" sx="100000" sy="100000">
              <a:srgbClr val="000000">
                <a:alpha val="75000"/>
              </a:srgbClr>
            </a:outerShdw>
          </a:effectLst>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sp>
        <p:nvSpPr>
          <p:cNvPr id="1048655" name="Date Placeholder 2"/>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56" name="Footer Placeholder 3"/>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57" name="Slide Number Placeholder 4"/>
          <p:cNvSpPr/>
          <p:nvPr>
            <p:ph type="sldNum" sz="quarter" idx="4"/>
          </p:nvPr>
        </p:nvSpPr>
        <p:spPr>
          <a:xfrm rot="0">
            <a:off x="8639175" y="6515100"/>
            <a:ext cx="463550"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58" name="Title 1"/>
          <p:cNvSpPr>
            <a:spLocks noGrp="1"/>
          </p:cNvSpPr>
          <p:nvPr>
            <p:ph type="title"/>
          </p:nvPr>
        </p:nvSpPr>
        <p:spPr>
          <a:xfrm>
            <a:off x="457200" y="253218"/>
            <a:ext cx="8229600" cy="1143000"/>
          </a:xfrm>
        </p:spPr>
        <p:txBody>
          <a:bodyPr/>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79" name=""/>
        <p:cNvGrpSpPr/>
        <p:nvPr/>
      </p:nvGrpSpPr>
      <p:grpSpPr>
        <a:xfrm rot="0">
          <a:off x="0" y="0"/>
          <a:ext cx="0" cy="0"/>
          <a:chOff x="0" y="0"/>
          <a:chExt cx="0" cy="0"/>
        </a:xfrm>
      </p:grpSpPr>
      <p:sp>
        <p:nvSpPr>
          <p:cNvPr id="1048661" name="Date Placeholder 1"/>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62" name="Footer Placeholder 2"/>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63" name="Slide Number Placeholder 3"/>
          <p:cNvSpPr/>
          <p:nvPr>
            <p:ph type="sldNum" sz="quarter" idx="4"/>
          </p:nvPr>
        </p:nvSpPr>
        <p:spPr>
          <a:xfrm rot="0">
            <a:off x="8639175" y="6515100"/>
            <a:ext cx="463550"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82" name=""/>
        <p:cNvGrpSpPr/>
        <p:nvPr/>
      </p:nvGrpSpPr>
      <p:grpSpPr>
        <a:xfrm rot="0">
          <a:off x="0" y="0"/>
          <a:ext cx="0" cy="0"/>
          <a:chOff x="0" y="0"/>
          <a:chExt cx="0" cy="0"/>
        </a:xfrm>
      </p:grpSpPr>
      <p:sp>
        <p:nvSpPr>
          <p:cNvPr id="1048664" name="Rectangle 7"/>
          <p:cNvSpPr/>
          <p:nvPr/>
        </p:nvSpPr>
        <p:spPr>
          <a:xfrm rot="0">
            <a:off x="5057775" y="1057275"/>
            <a:ext cx="3748087" cy="9525"/>
          </a:xfrm>
          <a:prstGeom prst="rect"/>
          <a:solidFill>
            <a:schemeClr val="accent1"/>
          </a:solidFill>
          <a:ln>
            <a:noFill/>
          </a:ln>
          <a:effectLst>
            <a:outerShdw algn="tl" dir="5400000" dist="12900" kx="0" sx="100000" sy="100000">
              <a:srgbClr val="000000">
                <a:alpha val="75000"/>
              </a:srgbClr>
            </a:outerShdw>
          </a:effectLst>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sp>
        <p:nvSpPr>
          <p:cNvPr id="1048667" name="Date Placeholder 8"/>
          <p:cNvSpPr/>
          <p:nvPr>
            <p:ph type="dt" sz="half" idx="2"/>
          </p:nvPr>
        </p:nvSpPr>
        <p:spPr>
          <a:xfrm rot="0">
            <a:off x="5562600" y="6513512"/>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68" name="Slide Number Placeholder 9"/>
          <p:cNvSpPr/>
          <p:nvPr>
            <p:ph type="sldNum" sz="quarter" idx="4"/>
          </p:nvPr>
        </p:nvSpPr>
        <p:spPr>
          <a:xfrm rot="0">
            <a:off x="8639175" y="6513512"/>
            <a:ext cx="463550" cy="274637"/>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69" name="Footer Placeholder 10"/>
          <p:cNvSpPr/>
          <p:nvPr>
            <p:ph type="ftr" sz="quarter" idx="3"/>
          </p:nvPr>
        </p:nvSpPr>
        <p:spPr>
          <a:xfrm rot="0">
            <a:off x="1600200" y="6513512"/>
            <a:ext cx="39068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72" name="Content Placeholder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1" name="Text Placeholder 2"/>
          <p:cNvSpPr>
            <a:spLocks noGrp="1"/>
          </p:cNvSpPr>
          <p:nvPr>
            <p:ph type="body" idx="2"/>
          </p:nvPr>
        </p:nvSpPr>
        <p:spPr>
          <a:xfrm>
            <a:off x="4963136" y="1107560"/>
            <a:ext cx="3931920" cy="1066800"/>
          </a:xfrm>
        </p:spPr>
        <p:txBody>
          <a:bodyPr/>
          <a:lstStyle>
            <a:lvl1pPr algn="r" indent="0" marL="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048670" name="Title 1"/>
          <p:cNvSpPr>
            <a:spLocks noGrp="1"/>
          </p:cNvSpPr>
          <p:nvPr>
            <p:ph type="title"/>
          </p:nvPr>
        </p:nvSpPr>
        <p:spPr>
          <a:xfrm>
            <a:off x="4963136" y="304800"/>
            <a:ext cx="3931920" cy="762000"/>
          </a:xfrm>
        </p:spPr>
        <p:txBody>
          <a:bodyPr/>
          <a:lstStyle>
            <a:lvl1pPr algn="r" marL="0">
              <a:buNone/>
              <a:defRPr b="1" sz="2000"/>
            </a:lvl1p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85" name=""/>
        <p:cNvGrpSpPr/>
        <p:nvPr/>
      </p:nvGrpSpPr>
      <p:grpSpPr>
        <a:xfrm rot="0">
          <a:off x="0" y="0"/>
          <a:ext cx="0" cy="0"/>
          <a:chOff x="0" y="0"/>
          <a:chExt cx="0" cy="0"/>
        </a:xfrm>
      </p:grpSpPr>
      <p:sp>
        <p:nvSpPr>
          <p:cNvPr id="1048675" name="Date Placeholder 7"/>
          <p:cNvSpPr/>
          <p:nvPr>
            <p:ph type="dt" sz="half" idx="2"/>
          </p:nvPr>
        </p:nvSpPr>
        <p:spPr>
          <a:xfrm rot="0">
            <a:off x="5562600" y="650875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76" name="Slide Number Placeholder 8"/>
          <p:cNvSpPr/>
          <p:nvPr>
            <p:ph type="sldNum" sz="quarter" idx="4"/>
          </p:nvPr>
        </p:nvSpPr>
        <p:spPr>
          <a:xfrm rot="0">
            <a:off x="8639175" y="6508750"/>
            <a:ext cx="463550" cy="274637"/>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77" name="Footer Placeholder 9"/>
          <p:cNvSpPr/>
          <p:nvPr>
            <p:ph type="ftr" sz="quarter" idx="3"/>
          </p:nvPr>
        </p:nvSpPr>
        <p:spPr>
          <a:xfrm rot="0">
            <a:off x="1600200" y="6508750"/>
            <a:ext cx="39068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80" name="Picture Placeholder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nchorCtr="0" bIns="45720" compatLnSpc="1" lIns="91440" numCol="1" rIns="91440" tIns="45720" vert="horz" wrap="square">
            <a:prstTxWarp prst="textNoShape"/>
            <a:normAutofit/>
          </a:bodyPr>
          <a:lstStyle>
            <a:lvl1pPr indent="0">
              <a:buNone/>
              <a:defRPr sz="3200"/>
            </a:lvl1pPr>
          </a:lstStyle>
          <a:p>
            <a:pPr algn="r" defTabSz="914400" eaLnBrk="0" fontAlgn="base" hangingPunct="0" indent="0" latinLnBrk="0" lvl="0" marL="292100" marR="0" rtl="1">
              <a:lnSpc>
                <a:spcPct val="100000"/>
              </a:lnSpc>
              <a:spcBef>
                <a:spcPct val="0"/>
              </a:spcBef>
              <a:spcAft>
                <a:spcPct val="0"/>
              </a:spcAft>
              <a:buClr>
                <a:schemeClr val="accent1"/>
              </a:buClr>
              <a:buSzPct val="70000"/>
              <a:buFont typeface="Wingdings 2" pitchFamily="18" charset="2"/>
              <a:buNone/>
            </a:pPr>
            <a:r>
              <a:rPr baseline="0" b="0" cap="none" sz="3200" i="0" kern="1200" kumimoji="0" lang="en-US" noProof="0" normalizeH="0" spc="0" strike="noStrike" u="none" smtClean="0">
                <a:ln>
                  <a:noFill/>
                </a:ln>
                <a:solidFill>
                  <a:schemeClr val="lt1"/>
                </a:solidFill>
                <a:effectLst/>
                <a:uLnTx/>
                <a:uFillTx/>
                <a:latin typeface="+mn-lt"/>
                <a:ea typeface="+mn-ea"/>
                <a:cs typeface="+mn-cs"/>
              </a:rPr>
              <a:t>Click icon to add picture</a:t>
            </a:r>
            <a:endParaRPr baseline="0" b="0" cap="none" dirty="0" sz="3200" i="0" kern="1200" kumimoji="0" lang="en-US" noProof="0" normalizeH="0" spc="0" strike="noStrike" u="none">
              <a:ln>
                <a:noFill/>
              </a:ln>
              <a:solidFill>
                <a:schemeClr val="lt1"/>
              </a:solidFill>
              <a:effectLst/>
              <a:uLnTx/>
              <a:uFillTx/>
              <a:latin typeface="+mn-lt"/>
              <a:ea typeface="+mn-ea"/>
              <a:cs typeface="+mn-cs"/>
            </a:endParaRPr>
          </a:p>
        </p:txBody>
      </p:sp>
      <p:sp>
        <p:nvSpPr>
          <p:cNvPr id="1048679" name="Text Placeholder 3"/>
          <p:cNvSpPr>
            <a:spLocks noGrp="1"/>
          </p:cNvSpPr>
          <p:nvPr>
            <p:ph type="body" sz="half" idx="2"/>
          </p:nvPr>
        </p:nvSpPr>
        <p:spPr>
          <a:xfrm>
            <a:off x="3040443" y="5388936"/>
            <a:ext cx="5486400" cy="912255"/>
          </a:xfrm>
        </p:spPr>
        <p:txBody>
          <a:bodyPr/>
          <a:lstStyle>
            <a:lvl1pPr algn="r" indent="0" marL="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1048678" name="Title 1"/>
          <p:cNvSpPr>
            <a:spLocks noGrp="1"/>
          </p:cNvSpPr>
          <p:nvPr>
            <p:ph type="title"/>
          </p:nvPr>
        </p:nvSpPr>
        <p:spPr>
          <a:xfrm>
            <a:off x="3040443" y="4724400"/>
            <a:ext cx="5486400" cy="664536"/>
          </a:xfrm>
        </p:spPr>
        <p:txBody>
          <a:bodyPr/>
          <a:lstStyle>
            <a:lvl1pPr algn="r" marL="0">
              <a:buNone/>
              <a:defRPr b="1" sz="2000"/>
            </a:lvl1pPr>
          </a:lstStyle>
          <a:p>
            <a:r>
              <a:rPr lang="en-US" smtClean="0"/>
              <a:t>Click to edit Master title style</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88" name=""/>
        <p:cNvGrpSpPr/>
        <p:nvPr/>
      </p:nvGrpSpPr>
      <p:grpSpPr>
        <a:xfrm rot="0">
          <a:off x="0" y="0"/>
          <a:ext cx="0" cy="0"/>
          <a:chOff x="0" y="0"/>
          <a:chExt cx="0" cy="0"/>
        </a:xfrm>
      </p:grpSpPr>
      <p:sp>
        <p:nvSpPr>
          <p:cNvPr id="1048683" name="Date Placeholder 3"/>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84" name="Footer Placeholder 4"/>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85" name="Slide Number Placeholder 5"/>
          <p:cNvSpPr/>
          <p:nvPr>
            <p:ph type="sldNum" sz="quarter" idx="4"/>
          </p:nvPr>
        </p:nvSpPr>
        <p:spPr>
          <a:xfrm rot="0">
            <a:off x="8639175" y="6515100"/>
            <a:ext cx="463550"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87"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6"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stretch>
            <a:fillRect/>
          </a:stretch>
        </a:blipFill>
      </p:bgPr>
    </p:bg>
    <p:spTree>
      <p:nvGrpSpPr>
        <p:cNvPr id="91" name=""/>
        <p:cNvGrpSpPr/>
        <p:nvPr/>
      </p:nvGrpSpPr>
      <p:grpSpPr>
        <a:xfrm rot="0">
          <a:off x="0" y="0"/>
          <a:ext cx="0" cy="0"/>
          <a:chOff x="0" y="0"/>
          <a:chExt cx="0" cy="0"/>
        </a:xfrm>
      </p:grpSpPr>
      <p:sp>
        <p:nvSpPr>
          <p:cNvPr id="1048690" name="Date Placeholder 3"/>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691" name="Footer Placeholder 4"/>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692" name="Slide Number Placeholder 5"/>
          <p:cNvSpPr/>
          <p:nvPr>
            <p:ph type="sldNum" sz="quarter" idx="4"/>
          </p:nvPr>
        </p:nvSpPr>
        <p:spPr>
          <a:xfrm rot="0">
            <a:off x="8639175" y="6515100"/>
            <a:ext cx="463550"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694"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3" name="Vertical Title 1"/>
          <p:cNvSpPr>
            <a:spLocks noGrp="1"/>
          </p:cNvSpPr>
          <p:nvPr>
            <p:ph type="title" orient="vert"/>
          </p:nvPr>
        </p:nvSpPr>
        <p:spPr>
          <a:xfrm>
            <a:off x="6629400" y="274638"/>
            <a:ext cx="2057400" cy="5851525"/>
          </a:xfrm>
        </p:spPr>
        <p:txBody>
          <a:bodyPr vert="eaVert"/>
          <a:lstStyle>
            <a:lvl1pPr algn="l"/>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image" Target="../media/image3.png"/><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blipFill rotWithShape="0">
          <a:blip xmlns:r="http://schemas.openxmlformats.org/officeDocument/2006/relationships" r:embed="rId12">
            <a:alphaModFix amt="100000"/>
          </a:blip>
          <a:srcRect/>
          <a:stretch>
            <a:fillRect/>
          </a:stretch>
        </a:blipFill>
      </p:bgPr>
    </p:bg>
    <p:spTree>
      <p:nvGrpSpPr>
        <p:cNvPr id="22" name=""/>
        <p:cNvGrpSpPr/>
        <p:nvPr/>
      </p:nvGrpSpPr>
      <p:grpSpPr>
        <a:xfrm rot="0">
          <a:off x="0" y="0"/>
          <a:ext cx="0" cy="0"/>
          <a:chOff x="0" y="0"/>
          <a:chExt cx="0" cy="0"/>
        </a:xfrm>
      </p:grpSpPr>
      <p:grpSp>
        <p:nvGrpSpPr>
          <p:cNvPr id="23" name=""/>
          <p:cNvGrpSpPr/>
          <p:nvPr/>
        </p:nvGrpSpPr>
        <p:grpSpPr>
          <a:xfrm rot="0">
            <a:off x="152400" y="133350"/>
            <a:ext cx="8832850" cy="6591300"/>
            <a:chOff x="96" y="84"/>
            <a:chExt cx="5564" cy="4152"/>
          </a:xfrm>
        </p:grpSpPr>
        <p:pic>
          <p:nvPicPr>
            <p:cNvPr id="2097152" name="Round Diagonal Corner Rectangle 6"/>
            <p:cNvPicPr>
              <a:picLocks/>
            </p:cNvPicPr>
            <p:nvPr/>
          </p:nvPicPr>
          <p:blipFill>
            <a:blip xmlns:r="http://schemas.openxmlformats.org/officeDocument/2006/relationships" r:embed="rId13"/>
            <a:srcRect l="0" t="0" r="0" b="0"/>
            <a:stretch>
              <a:fillRect/>
            </a:stretch>
          </p:blipFill>
          <p:spPr>
            <a:xfrm rot="0">
              <a:off x="96" y="84"/>
              <a:ext cx="5564" cy="4152"/>
            </a:xfrm>
            <a:prstGeom prst="rect"/>
            <a:noFill/>
            <a:ln>
              <a:noFill/>
            </a:ln>
          </p:spPr>
        </p:pic>
        <p:sp>
          <p:nvSpPr>
            <p:cNvPr id="1048576" name=""/>
            <p:cNvSpPr txBox="1"/>
            <p:nvPr/>
          </p:nvSpPr>
          <p:spPr>
            <a:xfrm rot="0">
              <a:off x="247" y="236"/>
              <a:ext cx="5264" cy="3849"/>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ctr" eaLnBrk="1" hangingPunct="1" lvl="0"/>
              <a:endParaRPr altLang="en-US" lang="en-US">
                <a:solidFill>
                  <a:srgbClr val="FFFFFF"/>
                </a:solidFill>
                <a:latin typeface="Tw Cen MT" pitchFamily="34" charset="0"/>
              </a:endParaRPr>
            </a:p>
          </p:txBody>
        </p:sp>
      </p:grpSp>
      <p:sp>
        <p:nvSpPr>
          <p:cNvPr id="1048577" name="Footer Placeholder 2"/>
          <p:cNvSpPr/>
          <p:nvPr>
            <p:ph type="ftr" sz="quarter" idx="3"/>
          </p:nvPr>
        </p:nvSpPr>
        <p:spPr>
          <a:xfrm rot="0">
            <a:off x="1295400" y="6400800"/>
            <a:ext cx="4211637"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endParaRPr altLang="en-US" sz="1300" lang="en-US">
              <a:solidFill>
                <a:srgbClr val="B9BBB2"/>
              </a:solidFill>
            </a:endParaRPr>
          </a:p>
        </p:txBody>
      </p:sp>
      <p:sp>
        <p:nvSpPr>
          <p:cNvPr id="1048578" name="Date Placeholder 13"/>
          <p:cNvSpPr/>
          <p:nvPr>
            <p:ph type="dt" sz="half" idx="2"/>
          </p:nvPr>
        </p:nvSpPr>
        <p:spPr>
          <a:xfrm rot="0">
            <a:off x="5562600" y="6400800"/>
            <a:ext cx="3001962" cy="274637"/>
          </a:xfrm>
          <a:prstGeom prst="rect"/>
          <a:noFill/>
          <a:ln>
            <a:noFill/>
          </a:ln>
        </p:spPr>
        <p:txBody>
          <a:bodyPr anchor="t"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algn="l" eaLnBrk="1" hangingPunct="1" lvl="0"/>
            <a:endParaRPr altLang="en-US" sz="1300" lang="en-US">
              <a:solidFill>
                <a:srgbClr val="B9BBB2"/>
              </a:solidFill>
            </a:endParaRPr>
          </a:p>
        </p:txBody>
      </p:sp>
      <p:sp>
        <p:nvSpPr>
          <p:cNvPr id="1048579" name="Slide Number Placeholder 22"/>
          <p:cNvSpPr/>
          <p:nvPr>
            <p:ph type="sldNum" sz="quarter" idx="4"/>
          </p:nvPr>
        </p:nvSpPr>
        <p:spPr>
          <a:xfrm rot="0">
            <a:off x="8639175" y="6515100"/>
            <a:ext cx="463550" cy="273050"/>
          </a:xfrm>
          <a:prstGeom prst="rect"/>
          <a:noFill/>
          <a:ln>
            <a:noFill/>
          </a:ln>
        </p:spPr>
        <p:txBody>
          <a:bodyPr anchor="ctr" bIns="45720" lIns="91440" rIns="91440" tIns="45720" vert="horz"/>
          <a:lstStyle>
            <a:lvl1pPr algn="r" eaLnBrk="1" fontAlgn="base" hangingPunct="1" indent="0" latinLnBrk="0" marL="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1pPr>
            <a:lvl2pPr algn="r" eaLnBrk="1" fontAlgn="base" hangingPunct="1" indent="0" latinLnBrk="0" marL="4572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2pPr>
            <a:lvl3pPr algn="r" eaLnBrk="1" fontAlgn="base" hangingPunct="1" indent="0" latinLnBrk="0" marL="9144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3pPr>
            <a:lvl4pPr algn="r" eaLnBrk="1" fontAlgn="base" hangingPunct="1" indent="0" latinLnBrk="0" marL="13716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4pPr>
            <a:lvl5pPr algn="r" eaLnBrk="1" fontAlgn="base" hangingPunct="1" indent="0" latinLnBrk="0" marL="1828800" rtl="1">
              <a:lnSpc>
                <a:spcPct val="100000"/>
              </a:lnSpc>
              <a:spcBef>
                <a:spcPct val="0"/>
              </a:spcBef>
              <a:spcAft>
                <a:spcPct val="0"/>
              </a:spcAft>
              <a:buFontTx/>
              <a:buNone/>
              <a:defRPr baseline="0" b="0" sz="1800" i="0" u="none">
                <a:solidFill>
                  <a:schemeClr val="dk1"/>
                </a:solidFill>
                <a:latin typeface="Tw Cen MT" pitchFamily="34" charset="0"/>
                <a:ea typeface="Arial" pitchFamily="34" charset="0"/>
                <a:sym typeface="Arial" pitchFamily="34" charset="0"/>
              </a:defRPr>
            </a:lvl5pPr>
          </a:lstStyle>
          <a:p>
            <a:pPr eaLnBrk="1" hangingPunct="1" lvl="0"/>
            <a:fld id="{566ABCEB-ACFC-4714-9973-3DA970169C29}" type="slidenum">
              <a:rPr altLang="en-US" sz="1600" lang="ar-SA">
                <a:solidFill>
                  <a:srgbClr val="DFE0D4"/>
                </a:solidFill>
              </a:rPr>
              <a:pPr eaLnBrk="1" hangingPunct="1" lvl="0"/>
            </a:fld>
            <a:endParaRPr altLang="en-US" sz="1600" lang="ar-SA">
              <a:solidFill>
                <a:srgbClr val="DFE0D4"/>
              </a:solidFill>
            </a:endParaRPr>
          </a:p>
        </p:txBody>
      </p:sp>
      <p:sp>
        <p:nvSpPr>
          <p:cNvPr id="1048580" name="Title Placeholder 21"/>
          <p:cNvSpPr/>
          <p:nvPr>
            <p:ph type="title" sz="full" idx="0"/>
          </p:nvPr>
        </p:nvSpPr>
        <p:spPr>
          <a:xfrm rot="0">
            <a:off x="457200" y="254000"/>
            <a:ext cx="8229600" cy="1143000"/>
          </a:xfrm>
          <a:prstGeom prst="rect"/>
          <a:noFill/>
          <a:ln>
            <a:noFill/>
          </a:ln>
        </p:spPr>
        <p:txBody>
          <a:bodyPr anchor="b" bIns="45720" lIns="91440" rIns="91440" tIns="45720" vert="horz"/>
          <a:p>
            <a:pPr lvl="0"/>
            <a:r>
              <a:rPr altLang="en-US" lang="en-US"/>
              <a:t>Click to edit Master title style</a:t>
            </a:r>
          </a:p>
        </p:txBody>
      </p:sp>
      <p:sp>
        <p:nvSpPr>
          <p:cNvPr id="1048581" name="Text Placeholder 12"/>
          <p:cNvSpPr/>
          <p:nvPr>
            <p:ph type="body" sz="full" idx="1"/>
          </p:nvPr>
        </p:nvSpPr>
        <p:spPr>
          <a:xfrm rot="0">
            <a:off x="457200" y="1646237"/>
            <a:ext cx="8229600" cy="4525962"/>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r" eaLnBrk="0" fontAlgn="base" hangingPunct="0" marL="53975" rtl="1">
        <a:spcBef>
          <a:spcPct val="0"/>
        </a:spcBef>
        <a:spcAft>
          <a:spcPct val="0"/>
        </a:spcAft>
        <a:defRPr sz="4600" kern="1200">
          <a:solidFill>
            <a:srgbClr val="E7EACB"/>
          </a:solidFill>
          <a:effectLst>
            <a:outerShdw algn="tl" blurRad="38100" dir="5400000" dist="25500" rotWithShape="0">
              <a:srgbClr val="000000">
                <a:satMod val="180000"/>
                <a:alpha val="75000"/>
              </a:srgbClr>
            </a:outerShdw>
          </a:effectLst>
          <a:latin typeface="+mj-lt"/>
          <a:ea typeface="+mj-ea"/>
          <a:cs typeface="+mj-cs"/>
        </a:defRPr>
      </a:lvl1pPr>
      <a:lvl2pPr algn="r" eaLnBrk="0" fontAlgn="base" hangingPunct="0" marL="53975" rtl="1">
        <a:spcBef>
          <a:spcPct val="0"/>
        </a:spcBef>
        <a:spcAft>
          <a:spcPct val="0"/>
        </a:spcAft>
        <a:defRPr sz="4600">
          <a:solidFill>
            <a:srgbClr val="E7EACB"/>
          </a:solidFill>
          <a:latin typeface="Tw Cen MT" pitchFamily="34" charset="0"/>
          <a:cs typeface="Arial" pitchFamily="34" charset="0"/>
        </a:defRPr>
      </a:lvl2pPr>
      <a:lvl3pPr algn="r" eaLnBrk="0" fontAlgn="base" hangingPunct="0" marL="53975" rtl="1">
        <a:spcBef>
          <a:spcPct val="0"/>
        </a:spcBef>
        <a:spcAft>
          <a:spcPct val="0"/>
        </a:spcAft>
        <a:defRPr sz="4600">
          <a:solidFill>
            <a:srgbClr val="E7EACB"/>
          </a:solidFill>
          <a:latin typeface="Tw Cen MT" pitchFamily="34" charset="0"/>
          <a:cs typeface="Arial" pitchFamily="34" charset="0"/>
        </a:defRPr>
      </a:lvl3pPr>
      <a:lvl4pPr algn="r" eaLnBrk="0" fontAlgn="base" hangingPunct="0" marL="53975" rtl="1">
        <a:spcBef>
          <a:spcPct val="0"/>
        </a:spcBef>
        <a:spcAft>
          <a:spcPct val="0"/>
        </a:spcAft>
        <a:defRPr sz="4600">
          <a:solidFill>
            <a:srgbClr val="E7EACB"/>
          </a:solidFill>
          <a:latin typeface="Tw Cen MT" pitchFamily="34" charset="0"/>
          <a:cs typeface="Arial" pitchFamily="34" charset="0"/>
        </a:defRPr>
      </a:lvl4pPr>
      <a:lvl5pPr algn="r" eaLnBrk="0" fontAlgn="base" hangingPunct="0" marL="53975" rtl="1">
        <a:spcBef>
          <a:spcPct val="0"/>
        </a:spcBef>
        <a:spcAft>
          <a:spcPct val="0"/>
        </a:spcAft>
        <a:defRPr sz="4600">
          <a:solidFill>
            <a:srgbClr val="E7EACB"/>
          </a:solidFill>
          <a:latin typeface="Tw Cen MT" pitchFamily="34" charset="0"/>
          <a:cs typeface="Arial" pitchFamily="34" charset="0"/>
        </a:defRPr>
      </a:lvl5pPr>
      <a:lvl6pPr algn="r" fontAlgn="base" marL="511175" rtl="1">
        <a:spcBef>
          <a:spcPct val="0"/>
        </a:spcBef>
        <a:spcAft>
          <a:spcPct val="0"/>
        </a:spcAft>
        <a:defRPr sz="4600">
          <a:solidFill>
            <a:srgbClr val="E7EACB"/>
          </a:solidFill>
          <a:latin typeface="Tw Cen MT" pitchFamily="34" charset="0"/>
          <a:cs typeface="Arial" pitchFamily="34" charset="0"/>
        </a:defRPr>
      </a:lvl6pPr>
      <a:lvl7pPr algn="r" fontAlgn="base" marL="968375" rtl="1">
        <a:spcBef>
          <a:spcPct val="0"/>
        </a:spcBef>
        <a:spcAft>
          <a:spcPct val="0"/>
        </a:spcAft>
        <a:defRPr sz="4600">
          <a:solidFill>
            <a:srgbClr val="E7EACB"/>
          </a:solidFill>
          <a:latin typeface="Tw Cen MT" pitchFamily="34" charset="0"/>
          <a:cs typeface="Arial" pitchFamily="34" charset="0"/>
        </a:defRPr>
      </a:lvl7pPr>
      <a:lvl8pPr algn="r" fontAlgn="base" marL="1425575" rtl="1">
        <a:spcBef>
          <a:spcPct val="0"/>
        </a:spcBef>
        <a:spcAft>
          <a:spcPct val="0"/>
        </a:spcAft>
        <a:defRPr sz="4600">
          <a:solidFill>
            <a:srgbClr val="E7EACB"/>
          </a:solidFill>
          <a:latin typeface="Tw Cen MT" pitchFamily="34" charset="0"/>
          <a:cs typeface="Arial" pitchFamily="34" charset="0"/>
        </a:defRPr>
      </a:lvl8pPr>
      <a:lvl9pPr algn="r" fontAlgn="base" marL="1882775" rtl="1">
        <a:spcBef>
          <a:spcPct val="0"/>
        </a:spcBef>
        <a:spcAft>
          <a:spcPct val="0"/>
        </a:spcAft>
        <a:defRPr sz="4600">
          <a:solidFill>
            <a:srgbClr val="E7EACB"/>
          </a:solidFill>
          <a:latin typeface="Tw Cen MT" pitchFamily="34" charset="0"/>
          <a:cs typeface="Arial" pitchFamily="34" charset="0"/>
        </a:defRPr>
      </a:lvl9pPr>
    </p:titleStyle>
    <p:bodyStyle>
      <a:lvl1pPr algn="r" eaLnBrk="0" fontAlgn="base" hangingPunct="0" indent="-292100" marL="292100" rtl="1">
        <a:spcBef>
          <a:spcPct val="0"/>
        </a:spcBef>
        <a:spcAft>
          <a:spcPct val="0"/>
        </a:spcAft>
        <a:buClr>
          <a:schemeClr val="accent1"/>
        </a:buClr>
        <a:buSzPct val="70000"/>
        <a:buFont typeface="Wingdings 2" pitchFamily="18" charset="2"/>
        <a:buChar char=""/>
        <a:defRPr sz="3200" kern="1200">
          <a:solidFill>
            <a:schemeClr val="tx1"/>
          </a:solidFill>
          <a:latin typeface="+mn-lt"/>
          <a:ea typeface="+mn-ea"/>
          <a:cs typeface="+mn-cs"/>
        </a:defRPr>
      </a:lvl1pPr>
      <a:lvl2pPr algn="r" eaLnBrk="0" fontAlgn="base" hangingPunct="0" indent="-228600" marL="639763" rtl="1">
        <a:spcBef>
          <a:spcPts val="400"/>
        </a:spcBef>
        <a:spcAft>
          <a:spcPct val="0"/>
        </a:spcAft>
        <a:buClr>
          <a:schemeClr val="accent2"/>
        </a:buClr>
        <a:buSzPct val="90000"/>
        <a:buChar char="•"/>
        <a:defRPr sz="2600" kern="1200">
          <a:solidFill>
            <a:schemeClr val="tx1"/>
          </a:solidFill>
          <a:latin typeface="+mn-lt"/>
          <a:ea typeface="+mn-ea"/>
          <a:cs typeface="+mn-cs"/>
        </a:defRPr>
      </a:lvl2pPr>
      <a:lvl3pPr algn="r" eaLnBrk="0" fontAlgn="base" hangingPunct="0" indent="-190500" marL="822325" rtl="1">
        <a:spcBef>
          <a:spcPts val="400"/>
        </a:spcBef>
        <a:spcAft>
          <a:spcPct val="0"/>
        </a:spcAft>
        <a:buClr>
          <a:srgbClr val="A8CDD7"/>
        </a:buClr>
        <a:buSzPct val="100000"/>
        <a:buFont typeface="Wingdings 2" pitchFamily="18" charset="2"/>
        <a:buChar char=""/>
        <a:defRPr sz="2300" kern="1200">
          <a:solidFill>
            <a:schemeClr val="tx1"/>
          </a:solidFill>
          <a:latin typeface="+mn-lt"/>
          <a:ea typeface="+mn-ea"/>
          <a:cs typeface="+mn-cs"/>
        </a:defRPr>
      </a:lvl3pPr>
      <a:lvl4pPr algn="r" eaLnBrk="0" fontAlgn="base" hangingPunct="0" indent="-182563" marL="1004888" rtl="1">
        <a:spcBef>
          <a:spcPts val="400"/>
        </a:spcBef>
        <a:spcAft>
          <a:spcPct val="0"/>
        </a:spcAft>
        <a:buClr>
          <a:srgbClr val="A8CDD7"/>
        </a:buClr>
        <a:buSzPct val="100000"/>
        <a:buFont typeface="Wingdings 2" pitchFamily="18" charset="2"/>
        <a:buChar char=""/>
        <a:defRPr sz="2000" kern="1200">
          <a:solidFill>
            <a:schemeClr val="tx1"/>
          </a:solidFill>
          <a:latin typeface="+mn-lt"/>
          <a:ea typeface="+mn-ea"/>
          <a:cs typeface="+mn-cs"/>
        </a:defRPr>
      </a:lvl4pPr>
      <a:lvl5pPr algn="r" eaLnBrk="0" fontAlgn="base" hangingPunct="0" indent="-182563" marL="1187450" rtl="1">
        <a:spcBef>
          <a:spcPts val="400"/>
        </a:spcBef>
        <a:spcAft>
          <a:spcPct val="0"/>
        </a:spcAft>
        <a:buClr>
          <a:srgbClr val="A8CDD7"/>
        </a:buClr>
        <a:buSzPct val="100000"/>
        <a:buFont typeface="Wingdings 2" pitchFamily="18" charset="2"/>
        <a:buChar char=""/>
        <a:defRPr sz="1900" kern="1200">
          <a:solidFill>
            <a:schemeClr val="tx1"/>
          </a:solidFill>
          <a:latin typeface="+mn-lt"/>
          <a:ea typeface="+mn-ea"/>
          <a:cs typeface="+mn-cs"/>
        </a:defRPr>
      </a:lvl5pPr>
      <a:lvl6pPr algn="r" eaLnBrk="1" hangingPunct="1" indent="-173736" latinLnBrk="0" marL="1371600" rtl="1">
        <a:spcBef>
          <a:spcPts val="400"/>
        </a:spcBef>
        <a:buClr>
          <a:schemeClr val="accent4"/>
        </a:buClr>
        <a:buFont typeface="Wingdings 2"/>
        <a:buChar char=""/>
        <a:defRPr baseline="0" sz="1800" kern="1200" kumimoji="0">
          <a:solidFill>
            <a:schemeClr val="tx1"/>
          </a:solidFill>
          <a:latin typeface="+mn-lt"/>
          <a:ea typeface="+mn-ea"/>
          <a:cs typeface="+mn-cs"/>
        </a:defRPr>
      </a:lvl6pPr>
      <a:lvl7pPr algn="r" eaLnBrk="1" hangingPunct="1" indent="-173736" latinLnBrk="0" marL="1554480" rtl="1">
        <a:spcBef>
          <a:spcPts val="400"/>
        </a:spcBef>
        <a:buClr>
          <a:schemeClr val="accent4"/>
        </a:buClr>
        <a:buFont typeface="Wingdings 2"/>
        <a:buChar char=""/>
        <a:defRPr baseline="0" sz="1600" kern="1200" kumimoji="0">
          <a:solidFill>
            <a:schemeClr val="tx1"/>
          </a:solidFill>
          <a:latin typeface="+mn-lt"/>
          <a:ea typeface="+mn-ea"/>
          <a:cs typeface="+mn-cs"/>
        </a:defRPr>
      </a:lvl7pPr>
      <a:lvl8pPr algn="r" eaLnBrk="1" hangingPunct="1" indent="-173736" latinLnBrk="0" marL="1737360" rtl="1">
        <a:spcBef>
          <a:spcPts val="400"/>
        </a:spcBef>
        <a:buClr>
          <a:schemeClr val="accent4"/>
        </a:buClr>
        <a:buFont typeface="Wingdings 2"/>
        <a:buChar char=""/>
        <a:defRPr baseline="0" sz="1600" kern="1200" kumimoji="0">
          <a:solidFill>
            <a:schemeClr val="tx1"/>
          </a:solidFill>
          <a:latin typeface="+mn-lt"/>
          <a:ea typeface="+mn-ea"/>
          <a:cs typeface="+mn-cs"/>
        </a:defRPr>
      </a:lvl8pPr>
      <a:lvl9pPr algn="r" eaLnBrk="1" hangingPunct="1" indent="-173736" latinLnBrk="0" marL="1920240" rtl="1">
        <a:spcBef>
          <a:spcPts val="400"/>
        </a:spcBef>
        <a:buClr>
          <a:schemeClr val="accent4"/>
        </a:buClr>
        <a:buFont typeface="Wingdings 2"/>
        <a:buChar char=""/>
        <a:defRPr baseline="0" sz="1600" kern="1200" kumimoji="0">
          <a:solidFill>
            <a:schemeClr val="tx1"/>
          </a:solidFill>
          <a:latin typeface="+mn-lt"/>
          <a:ea typeface="+mn-ea"/>
          <a:cs typeface="+mn-cs"/>
        </a:defRPr>
      </a:lvl9pPr>
    </p:bodyStyle>
    <p:otherStyle>
      <a:lvl1pPr algn="r" eaLnBrk="1" hangingPunct="1" latinLnBrk="0" marL="0" rtl="1">
        <a:defRPr kern="1200" kumimoji="0">
          <a:solidFill>
            <a:schemeClr val="tx1"/>
          </a:solidFill>
          <a:latin typeface="+mn-lt"/>
          <a:ea typeface="+mn-ea"/>
          <a:cs typeface="+mn-cs"/>
        </a:defRPr>
      </a:lvl1pPr>
      <a:lvl2pPr algn="r" eaLnBrk="1" hangingPunct="1" latinLnBrk="0" marL="457200" rtl="1">
        <a:defRPr kern="1200" kumimoji="0">
          <a:solidFill>
            <a:schemeClr val="tx1"/>
          </a:solidFill>
          <a:latin typeface="+mn-lt"/>
          <a:ea typeface="+mn-ea"/>
          <a:cs typeface="+mn-cs"/>
        </a:defRPr>
      </a:lvl2pPr>
      <a:lvl3pPr algn="r" eaLnBrk="1" hangingPunct="1" latinLnBrk="0" marL="914400" rtl="1">
        <a:defRPr kern="1200" kumimoji="0">
          <a:solidFill>
            <a:schemeClr val="tx1"/>
          </a:solidFill>
          <a:latin typeface="+mn-lt"/>
          <a:ea typeface="+mn-ea"/>
          <a:cs typeface="+mn-cs"/>
        </a:defRPr>
      </a:lvl3pPr>
      <a:lvl4pPr algn="r" eaLnBrk="1" hangingPunct="1" latinLnBrk="0" marL="1371600" rtl="1">
        <a:defRPr kern="1200" kumimoji="0">
          <a:solidFill>
            <a:schemeClr val="tx1"/>
          </a:solidFill>
          <a:latin typeface="+mn-lt"/>
          <a:ea typeface="+mn-ea"/>
          <a:cs typeface="+mn-cs"/>
        </a:defRPr>
      </a:lvl4pPr>
      <a:lvl5pPr algn="r" eaLnBrk="1" hangingPunct="1" latinLnBrk="0" marL="1828800" rtl="1">
        <a:defRPr kern="1200" kumimoji="0">
          <a:solidFill>
            <a:schemeClr val="tx1"/>
          </a:solidFill>
          <a:latin typeface="+mn-lt"/>
          <a:ea typeface="+mn-ea"/>
          <a:cs typeface="+mn-cs"/>
        </a:defRPr>
      </a:lvl5pPr>
      <a:lvl6pPr algn="r" eaLnBrk="1" hangingPunct="1" latinLnBrk="0" marL="2286000" rtl="1">
        <a:defRPr kern="1200" kumimoji="0">
          <a:solidFill>
            <a:schemeClr val="tx1"/>
          </a:solidFill>
          <a:latin typeface="+mn-lt"/>
          <a:ea typeface="+mn-ea"/>
          <a:cs typeface="+mn-cs"/>
        </a:defRPr>
      </a:lvl6pPr>
      <a:lvl7pPr algn="r" eaLnBrk="1" hangingPunct="1" latinLnBrk="0" marL="2743200" rtl="1">
        <a:defRPr kern="1200" kumimoji="0">
          <a:solidFill>
            <a:schemeClr val="tx1"/>
          </a:solidFill>
          <a:latin typeface="+mn-lt"/>
          <a:ea typeface="+mn-ea"/>
          <a:cs typeface="+mn-cs"/>
        </a:defRPr>
      </a:lvl7pPr>
      <a:lvl8pPr algn="r" eaLnBrk="1" hangingPunct="1" latinLnBrk="0" marL="3200400" rtl="1">
        <a:defRPr kern="1200" kumimoji="0">
          <a:solidFill>
            <a:schemeClr val="tx1"/>
          </a:solidFill>
          <a:latin typeface="+mn-lt"/>
          <a:ea typeface="+mn-ea"/>
          <a:cs typeface="+mn-cs"/>
        </a:defRPr>
      </a:lvl8pPr>
      <a:lvl9pPr algn="r" eaLnBrk="1" hangingPunct="1" latinLnBrk="0" marL="3657600" rtl="1">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3.xml"/><Relationship Id="rId3"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1" showMasterSp="0">
  <p:cSld>
    <p:spTree>
      <p:nvGrpSpPr>
        <p:cNvPr id="28" name=""/>
        <p:cNvGrpSpPr/>
        <p:nvPr/>
      </p:nvGrpSpPr>
      <p:grpSpPr>
        <a:xfrm rot="0">
          <a:off x="0" y="0"/>
          <a:ext cx="0" cy="0"/>
          <a:chOff x="0" y="0"/>
          <a:chExt cx="0" cy="0"/>
        </a:xfrm>
      </p:grpSpPr>
      <p:sp>
        <p:nvSpPr>
          <p:cNvPr id="1048590" name="Content Placeholder 2"/>
          <p:cNvSpPr txBox="1"/>
          <p:nvPr/>
        </p:nvSpPr>
        <p:spPr>
          <a:xfrm rot="0">
            <a:off x="423862" y="2667000"/>
            <a:ext cx="8229600" cy="3048000"/>
          </a:xfrm>
          <a:prstGeom prst="rect"/>
          <a:noFill/>
          <a:ln>
            <a:noFill/>
          </a:ln>
        </p:spPr>
        <p:txBody>
          <a:bodyPr anchor="t"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lvl="0">
              <a:spcBef>
                <a:spcPct val="20000"/>
              </a:spcBef>
            </a:pPr>
            <a:r>
              <a:rPr altLang="en-US" b="1" sz="5400" lang="en-US" u="sng">
                <a:solidFill>
                  <a:schemeClr val="lt1"/>
                </a:solidFill>
                <a:latin typeface="Arabic Typesetting" pitchFamily="66" charset="-78"/>
                <a:ea typeface="Arabic Typesetting" pitchFamily="66" charset="-78"/>
              </a:rPr>
              <a:t>الوسائط المتعددة</a:t>
            </a:r>
          </a:p>
          <a:p>
            <a:pPr algn="ctr" lvl="0">
              <a:spcBef>
                <a:spcPct val="20000"/>
              </a:spcBef>
            </a:pPr>
            <a:r>
              <a:rPr altLang="en-US" b="1" sz="5400" lang="ar-SA" u="sng">
                <a:solidFill>
                  <a:schemeClr val="lt1"/>
                </a:solidFill>
              </a:rPr>
              <a:t>النص </a:t>
            </a:r>
            <a:r>
              <a:rPr altLang="en-US" b="1" sz="5400" lang="en-US" u="sng">
                <a:solidFill>
                  <a:schemeClr val="lt1"/>
                </a:solidFill>
              </a:rPr>
              <a:t>(Text)</a:t>
            </a:r>
          </a:p>
          <a:p>
            <a:pPr lvl="0">
              <a:spcBef>
                <a:spcPct val="20000"/>
              </a:spcBef>
            </a:pPr>
            <a:endParaRPr altLang="en-US" sz="4000" lang="en-US">
              <a:solidFill>
                <a:schemeClr val="lt1"/>
              </a:solidFill>
              <a:latin typeface="Arabic Typesetting" pitchFamily="66" charset="-78"/>
              <a:ea typeface="Arabic Typesetting" pitchFamily="66" charset="-78"/>
            </a:endParaRPr>
          </a:p>
          <a:p>
            <a:pPr lvl="0">
              <a:spcBef>
                <a:spcPct val="20000"/>
              </a:spcBef>
            </a:pPr>
            <a:r>
              <a:rPr altLang="en-US" sz="4000" lang="en-US">
                <a:solidFill>
                  <a:schemeClr val="lt1"/>
                </a:solidFill>
                <a:latin typeface="Arabic Typesetting" pitchFamily="66" charset="-78"/>
                <a:ea typeface="Arabic Typesetting" pitchFamily="66" charset="-78"/>
              </a:rPr>
              <a:t> </a:t>
            </a:r>
            <a:r>
              <a:rPr altLang="en-US" sz="2400" lang="en-US">
                <a:solidFill>
                  <a:schemeClr val="lt1"/>
                </a:solidFill>
                <a:latin typeface="Arabic Typesetting" pitchFamily="66" charset="-78"/>
                <a:ea typeface="Arabic Typesetting" pitchFamily="66" charset="-78"/>
              </a:rPr>
              <a:t>أ. أبوبكر عبدالرحيم الجاك</a:t>
            </a:r>
          </a:p>
          <a:p>
            <a:pPr lvl="0" rtl="0">
              <a:spcBef>
                <a:spcPct val="20000"/>
              </a:spcBef>
            </a:pPr>
            <a:endParaRPr altLang="en-US" sz="4000" lang="en-US">
              <a:latin typeface="Arabic Typesetting" pitchFamily="66" charset="-78"/>
              <a:ea typeface="Arabic Typesetting" pitchFamily="66" charset="-78"/>
            </a:endParaRPr>
          </a:p>
        </p:txBody>
      </p:sp>
      <p:sp>
        <p:nvSpPr>
          <p:cNvPr id="1048591" name="Title 1"/>
          <p:cNvSpPr txBox="1"/>
          <p:nvPr/>
        </p:nvSpPr>
        <p:spPr>
          <a:xfrm rot="0">
            <a:off x="457200" y="274637"/>
            <a:ext cx="8229600" cy="1143000"/>
          </a:xfrm>
          <a:prstGeom prst="rect"/>
          <a:noFill/>
          <a:ln>
            <a:noFill/>
          </a:ln>
        </p:spPr>
        <p:txBody>
          <a:bodyPr anchor="ctr" bIns="45720" lIns="91440" rIns="91440" tIns="45720" vert="horz"/>
          <a:lstStyle>
            <a:lvl1pPr algn="r" eaLnBrk="0" fontAlgn="base" hangingPunct="0" indent="0" latinLnBrk="0" marL="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r" eaLnBrk="0" fontAlgn="base" hangingPunct="0" indent="0" latinLnBrk="0" marL="4572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r" eaLnBrk="0" fontAlgn="base" hangingPunct="0" indent="0" latinLnBrk="0" marL="9144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r" eaLnBrk="0" fontAlgn="base" hangingPunct="0" indent="0" latinLnBrk="0" marL="13716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r" eaLnBrk="0" fontAlgn="base" hangingPunct="0" indent="0" latinLnBrk="0" marL="1828800" rtl="1">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lvl="0"/>
            <a:r>
              <a:rPr altLang="en-US" b="1" sz="3200" lang="en-US">
                <a:solidFill>
                  <a:schemeClr val="lt1"/>
                </a:solidFill>
                <a:latin typeface="Arabic Typesetting" pitchFamily="66" charset="-78"/>
                <a:ea typeface="Arabic Typesetting" pitchFamily="66" charset="-78"/>
              </a:rPr>
              <a:t>بسم الله الرحمن الرحيم</a:t>
            </a:r>
          </a:p>
          <a:p>
            <a:pPr algn="ctr" lvl="0"/>
            <a:r>
              <a:rPr altLang="en-US" b="1" sz="3200" lang="en-US">
                <a:solidFill>
                  <a:schemeClr val="lt1"/>
                </a:solidFill>
                <a:latin typeface="Arabic Typesetting" pitchFamily="66" charset="-78"/>
                <a:ea typeface="Arabic Typesetting" pitchFamily="66" charset="-78"/>
              </a:rPr>
              <a:t>جـــــــــامعة كــــــــــــــرري </a:t>
            </a:r>
          </a:p>
          <a:p>
            <a:pPr algn="ctr" lvl="0"/>
            <a:r>
              <a:rPr altLang="en-US" b="1" sz="3200" lang="en-US">
                <a:solidFill>
                  <a:schemeClr val="lt1"/>
                </a:solidFill>
                <a:latin typeface="Arabic Typesetting" pitchFamily="66" charset="-78"/>
                <a:ea typeface="Arabic Typesetting" pitchFamily="66" charset="-78"/>
              </a:rPr>
              <a:t>كلية علوم الحاسوب وتقانة المعلومات</a:t>
            </a:r>
          </a:p>
        </p:txBody>
      </p:sp>
    </p:spTree>
  </p:cSld>
  <p:clrMapOvr>
    <a:masterClrMapping/>
  </p:clrMapOvr>
  <p:transition spd="fast" advClick="1">
    <p:dissolve/>
  </p:transition>
  <p:timing/>
</p:sld>
</file>

<file path=ppt/slides/slide2.xml><?xml version="1.0" encoding="utf-8"?>
<p:sld xmlns:a="http://schemas.openxmlformats.org/drawingml/2006/main" xmlns:r="http://schemas.openxmlformats.org/officeDocument/2006/relationships" xmlns:p="http://schemas.openxmlformats.org/presentationml/2006/main" show="1" showMasterSp="0">
  <p:cSld>
    <p:spTree>
      <p:nvGrpSpPr>
        <p:cNvPr id="42" name=""/>
        <p:cNvGrpSpPr/>
        <p:nvPr/>
      </p:nvGrpSpPr>
      <p:grpSpPr>
        <a:xfrm rot="0">
          <a:off x="0" y="0"/>
          <a:ext cx="0" cy="0"/>
          <a:chOff x="0" y="0"/>
          <a:chExt cx="0" cy="0"/>
        </a:xfrm>
      </p:grpSpPr>
      <p:pic>
        <p:nvPicPr>
          <p:cNvPr id="2097154" name="Rectangle 2"/>
          <p:cNvPicPr>
            <a:picLocks/>
          </p:cNvPicPr>
          <p:nvPr>
            <p:ph type="ctrTitle" sz="full" idx="6"/>
          </p:nvPr>
        </p:nvPicPr>
        <p:blipFill>
          <a:blip xmlns:r="http://schemas.openxmlformats.org/officeDocument/2006/relationships" r:embed="rId1"/>
          <a:srcRect l="0" t="0" r="0" b="0"/>
          <a:stretch>
            <a:fillRect/>
          </a:stretch>
        </p:blipFill>
        <p:spPr>
          <a:xfrm rot="0">
            <a:off x="2584450" y="146050"/>
            <a:ext cx="4224337" cy="1493837"/>
          </a:xfrm>
          <a:prstGeom prst="rect"/>
          <a:noFill/>
          <a:ln>
            <a:noFill/>
          </a:ln>
        </p:spPr>
      </p:pic>
      <p:sp>
        <p:nvSpPr>
          <p:cNvPr id="1048592" name="Rectangle 3"/>
          <p:cNvSpPr/>
          <p:nvPr>
            <p:ph type="subTitle" sz="full" idx="7"/>
          </p:nvPr>
        </p:nvSpPr>
        <p:spPr>
          <a:xfrm rot="0">
            <a:off x="228600" y="1905000"/>
            <a:ext cx="8763000" cy="4800600"/>
          </a:xfrm>
          <a:prstGeom prst="rect"/>
          <a:noFill/>
          <a:ln>
            <a:noFill/>
          </a:ln>
        </p:spPr>
        <p:txBody>
          <a:bodyPr anchor="t" bIns="45720" lIns="45720" rIns="246888" tIns="45720" vert="horz"/>
          <a:lstStyle>
            <a:lvl1pPr algn="ctr" marL="0">
              <a:buNone/>
              <a:defRPr sz="3200">
                <a:solidFill>
                  <a:schemeClr val="dk1"/>
                </a:solidFill>
              </a:defRPr>
            </a:lvl1pPr>
            <a:lvl2pPr algn="ctr" marL="411162">
              <a:buFontTx/>
              <a:buNone/>
            </a:lvl2pPr>
            <a:lvl3pPr algn="ctr" marL="631825">
              <a:buFontTx/>
              <a:buNone/>
            </a:lvl3pPr>
            <a:lvl4pPr algn="ctr" marL="822325">
              <a:buFontTx/>
              <a:buNone/>
            </a:lvl4pPr>
            <a:lvl5pPr algn="ctr" marL="1004887">
              <a:buFontTx/>
              <a:buNone/>
            </a:lvl5pPr>
          </a:lstStyle>
          <a:p>
            <a:pPr algn="just" eaLnBrk="1" hangingPunct="1" lvl="0"/>
            <a:r>
              <a:rPr altLang="en-US" lang="en-US">
                <a:solidFill>
                  <a:schemeClr val="lt1"/>
                </a:solidFill>
                <a:latin typeface="Andalus" pitchFamily="18" charset="-78"/>
              </a:rPr>
              <a:t>تتسم الكتابة </a:t>
            </a:r>
            <a:r>
              <a:rPr altLang="en-US" lang="en-US">
                <a:solidFill>
                  <a:srgbClr val="FF0000"/>
                </a:solidFill>
                <a:latin typeface="Andalus" pitchFamily="18" charset="-78"/>
              </a:rPr>
              <a:t>بطبيعة ثنائية</a:t>
            </a:r>
            <a:r>
              <a:rPr altLang="en-US" lang="en-US">
                <a:solidFill>
                  <a:schemeClr val="lt1"/>
                </a:solidFill>
                <a:latin typeface="Andalus" pitchFamily="18" charset="-78"/>
              </a:rPr>
              <a:t>، فما هي سوى عملية </a:t>
            </a:r>
            <a:r>
              <a:rPr altLang="en-US" lang="en-US">
                <a:solidFill>
                  <a:srgbClr val="FF0000"/>
                </a:solidFill>
                <a:latin typeface="Andalus" pitchFamily="18" charset="-78"/>
              </a:rPr>
              <a:t>نعبر بها عن اللغة </a:t>
            </a:r>
            <a:r>
              <a:rPr altLang="en-US" lang="en-US">
                <a:solidFill>
                  <a:schemeClr val="lt1"/>
                </a:solidFill>
                <a:latin typeface="Andalus" pitchFamily="18" charset="-78"/>
              </a:rPr>
              <a:t>وتعتبر في ذات الوقت </a:t>
            </a:r>
            <a:r>
              <a:rPr altLang="en-US" lang="en-US">
                <a:solidFill>
                  <a:srgbClr val="FF0000"/>
                </a:solidFill>
                <a:latin typeface="Andalus" pitchFamily="18" charset="-78"/>
              </a:rPr>
              <a:t>عنصر رسومي</a:t>
            </a:r>
            <a:r>
              <a:rPr altLang="en-US" lang="en-US">
                <a:solidFill>
                  <a:schemeClr val="lt1"/>
                </a:solidFill>
                <a:latin typeface="Andalus" pitchFamily="18" charset="-78"/>
              </a:rPr>
              <a:t>. يتحتم أن يكون النص الموجود في شكل رقمي أيضاً تعبيراً عن اللغة بمعنى أنه يتحتم ربط أنماط من البت محفوظة في ذاكرة الكمبيوتر أو منقولة عبر شبكة برموز خاصة بلغة معينة.</a:t>
            </a:r>
            <a:r>
              <a:rPr altLang="en-US" lang="en-US">
                <a:solidFill>
                  <a:schemeClr val="lt1"/>
                </a:solidFill>
                <a:latin typeface="Andalus" pitchFamily="18" charset="-78"/>
              </a:rPr>
              <a:t> </a:t>
            </a:r>
          </a:p>
          <a:p>
            <a:pPr algn="just" eaLnBrk="1" hangingPunct="1" lvl="0"/>
            <a:r>
              <a:rPr altLang="en-US" lang="ar-SA">
                <a:solidFill>
                  <a:schemeClr val="lt1"/>
                </a:solidFill>
              </a:rPr>
              <a:t>وعندما نفكر في </a:t>
            </a:r>
            <a:r>
              <a:rPr altLang="en-US" lang="ar-SA">
                <a:solidFill>
                  <a:srgbClr val="FF0000"/>
                </a:solidFill>
              </a:rPr>
              <a:t>عرض النص فسوف يحتل المظهر المرئي المرتبة الأولى من حيث الأهمية </a:t>
            </a:r>
            <a:r>
              <a:rPr altLang="en-US" lang="ar-SA">
                <a:solidFill>
                  <a:schemeClr val="lt1"/>
                </a:solidFill>
              </a:rPr>
              <a:t>وبعد ذلك نصبح مهتمين بمسائل مثل الشكل الدقيق للحروف ومسافات التباعد بينها وتخطيط السطور والفقرات وتقسيمات النص على الشاشة أو الصفحة.</a:t>
            </a:r>
            <a:r>
              <a:rPr altLang="en-US" lang="en-US"/>
              <a:t> </a:t>
            </a:r>
          </a:p>
        </p:txBody>
      </p:sp>
    </p:spTree>
  </p:cSld>
  <p:clrMapOvr>
    <a:masterClrMapping/>
  </p:clrMapOvr>
  <p:transition spd="fast" advClick="1">
    <p:dissolve/>
  </p:transition>
  <p:timing/>
</p:sld>
</file>

<file path=ppt/slides/slide3.xml><?xml version="1.0" encoding="utf-8"?>
<p:sld xmlns:a="http://schemas.openxmlformats.org/drawingml/2006/main" xmlns:r="http://schemas.openxmlformats.org/officeDocument/2006/relationships" xmlns:p="http://schemas.openxmlformats.org/presentationml/2006/main" show="1" showMasterSp="0">
  <p:cSld>
    <p:spTree>
      <p:nvGrpSpPr>
        <p:cNvPr id="46" name=""/>
        <p:cNvGrpSpPr/>
        <p:nvPr/>
      </p:nvGrpSpPr>
      <p:grpSpPr>
        <a:xfrm rot="0">
          <a:off x="0" y="0"/>
          <a:ext cx="0" cy="0"/>
          <a:chOff x="0" y="0"/>
          <a:chExt cx="0" cy="0"/>
        </a:xfrm>
      </p:grpSpPr>
      <p:sp>
        <p:nvSpPr>
          <p:cNvPr id="1048601"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r>
              <a:rPr altLang="en-US" lang="ar-SA">
                <a:solidFill>
                  <a:schemeClr val="lt1"/>
                </a:solidFill>
              </a:rPr>
              <a:t>   يتعين التفريق بين المحتوى اللغوي لفقرة نصية والشكل الخاص بها، فالمقصود </a:t>
            </a:r>
            <a:r>
              <a:rPr altLang="en-US" lang="ar-SA">
                <a:solidFill>
                  <a:srgbClr val="FF0000"/>
                </a:solidFill>
              </a:rPr>
              <a:t>بالمحتوى</a:t>
            </a:r>
            <a:r>
              <a:rPr altLang="en-US" lang="ar-SA">
                <a:solidFill>
                  <a:schemeClr val="lt1"/>
                </a:solidFill>
              </a:rPr>
              <a:t> هو الحروف التي تتكون منها الكلمات والوحدات الأخرى من اللغة مثل علامة الترقيم أو الرموز الرياضية أما </a:t>
            </a:r>
            <a:r>
              <a:rPr altLang="en-US" lang="ar-SA">
                <a:solidFill>
                  <a:srgbClr val="FF0000"/>
                </a:solidFill>
              </a:rPr>
              <a:t>الشكل</a:t>
            </a:r>
            <a:r>
              <a:rPr altLang="en-US" lang="ar-SA">
                <a:solidFill>
                  <a:schemeClr val="lt1"/>
                </a:solidFill>
              </a:rPr>
              <a:t> </a:t>
            </a:r>
            <a:r>
              <a:rPr altLang="en-US" lang="ar-SA">
                <a:solidFill>
                  <a:srgbClr val="FF0000"/>
                </a:solidFill>
              </a:rPr>
              <a:t>الخاص</a:t>
            </a:r>
            <a:r>
              <a:rPr altLang="en-US" lang="ar-SA">
                <a:solidFill>
                  <a:schemeClr val="lt1"/>
                </a:solidFill>
              </a:rPr>
              <a:t> </a:t>
            </a:r>
            <a:r>
              <a:rPr altLang="en-US" lang="ar-SA">
                <a:solidFill>
                  <a:srgbClr val="FF0000"/>
                </a:solidFill>
              </a:rPr>
              <a:t>بالنص</a:t>
            </a:r>
            <a:r>
              <a:rPr altLang="en-US" lang="ar-SA">
                <a:solidFill>
                  <a:schemeClr val="lt1"/>
                </a:solidFill>
              </a:rPr>
              <a:t> فهو يتألف من السمات المرئية الخاصة به مثل الشكل الدقيق للحروف والرموز وحجمها والكيفية التي يتم بها تنسيق المحتوى على الشاشة.</a:t>
            </a:r>
            <a:r>
              <a:rPr altLang="en-US" lang="en-US"/>
              <a:t> </a:t>
            </a:r>
          </a:p>
          <a:p>
            <a:pPr eaLnBrk="1" hangingPunct="1" lvl="0">
              <a:buFontTx/>
              <a:buNone/>
            </a:pPr>
            <a:r>
              <a:rPr altLang="en-US" lang="ar-SA">
                <a:solidFill>
                  <a:schemeClr val="lt1"/>
                </a:solidFill>
              </a:rPr>
              <a:t>   مثلاً الجملتين أدناه:</a:t>
            </a:r>
          </a:p>
          <a:p>
            <a:pPr algn="l" eaLnBrk="1" hangingPunct="1" lvl="0">
              <a:buFontTx/>
              <a:buNone/>
            </a:pPr>
            <a:r>
              <a:rPr altLang="en-US" lang="en-US">
                <a:solidFill>
                  <a:schemeClr val="lt1"/>
                </a:solidFill>
              </a:rPr>
              <a:t>University   Of   Karary</a:t>
            </a:r>
          </a:p>
          <a:p>
            <a:pPr algn="l" eaLnBrk="1" hangingPunct="1" lvl="0">
              <a:buFontTx/>
              <a:buNone/>
            </a:pPr>
            <a:r>
              <a:rPr altLang="en-US" b="1" sz="3600" lang="en-US">
                <a:solidFill>
                  <a:schemeClr val="lt1"/>
                </a:solidFill>
                <a:latin typeface="Agency FB" pitchFamily="34" charset="0"/>
              </a:rPr>
              <a:t>University Of karary</a:t>
            </a:r>
          </a:p>
          <a:p>
            <a:pPr algn="l" eaLnBrk="1" hangingPunct="1" lvl="0">
              <a:buFontTx/>
              <a:buNone/>
            </a:pPr>
            <a:r>
              <a:rPr altLang="en-US" lang="ar-SA">
                <a:solidFill>
                  <a:schemeClr val="lt1"/>
                </a:solidFill>
              </a:rPr>
              <a:t>ف الشكل الخاص بهما مثل شكل الحروف وحجمها.</a:t>
            </a:r>
            <a:r>
              <a:rPr altLang="en-US" lang="en-US">
                <a:solidFill>
                  <a:schemeClr val="lt1"/>
                </a:solidFill>
              </a:rPr>
              <a:t> </a:t>
            </a:r>
          </a:p>
          <a:p>
            <a:pPr eaLnBrk="1" hangingPunct="1" lvl="0">
              <a:buFontTx/>
              <a:buNone/>
            </a:pPr>
            <a:endParaRPr altLang="en-US" lang="en-US">
              <a:solidFill>
                <a:schemeClr val="lt1"/>
              </a:solidFill>
            </a:endParaRPr>
          </a:p>
        </p:txBody>
      </p:sp>
    </p:spTree>
  </p:cSld>
  <p:clrMapOvr>
    <a:masterClrMapping/>
  </p:clrMapOvr>
  <p:transition spd="fast" advClick="1">
    <p:dissolve/>
  </p:transition>
  <p:timing/>
</p:sld>
</file>

<file path=ppt/slides/slide4.xml><?xml version="1.0" encoding="utf-8"?>
<p:sld xmlns:a="http://schemas.openxmlformats.org/drawingml/2006/main" xmlns:r="http://schemas.openxmlformats.org/officeDocument/2006/relationships" xmlns:p="http://schemas.openxmlformats.org/presentationml/2006/main" show="1" showMasterSp="0">
  <p:cSld>
    <p:spTree>
      <p:nvGrpSpPr>
        <p:cNvPr id="47" name=""/>
        <p:cNvGrpSpPr/>
        <p:nvPr/>
      </p:nvGrpSpPr>
      <p:grpSpPr>
        <a:xfrm rot="0">
          <a:off x="0" y="0"/>
          <a:ext cx="0" cy="0"/>
          <a:chOff x="0" y="0"/>
          <a:chExt cx="0" cy="0"/>
        </a:xfrm>
      </p:grpSpPr>
      <p:sp>
        <p:nvSpPr>
          <p:cNvPr id="1048602"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indent="-609600" lvl="0" marL="609600">
              <a:buFontTx/>
              <a:buNone/>
            </a:pPr>
            <a:r>
              <a:rPr altLang="en-US" lang="ar-SA"/>
              <a:t>     </a:t>
            </a:r>
            <a:r>
              <a:rPr altLang="en-US" lang="ar-SA">
                <a:solidFill>
                  <a:schemeClr val="lt1"/>
                </a:solidFill>
              </a:rPr>
              <a:t>وبطريقة مبسطة يمكن القول بأن </a:t>
            </a:r>
            <a:r>
              <a:rPr altLang="en-US" lang="ar-SA">
                <a:solidFill>
                  <a:srgbClr val="FF0000"/>
                </a:solidFill>
              </a:rPr>
              <a:t>المحتوى</a:t>
            </a:r>
            <a:r>
              <a:rPr altLang="en-US" lang="ar-SA">
                <a:solidFill>
                  <a:schemeClr val="lt1"/>
                </a:solidFill>
              </a:rPr>
              <a:t> هو عبارة عن جزء من النص الذي يحمل معناه أو مدلوله، بينما </a:t>
            </a:r>
            <a:r>
              <a:rPr altLang="en-US" lang="ar-SA">
                <a:solidFill>
                  <a:srgbClr val="FF0000"/>
                </a:solidFill>
              </a:rPr>
              <a:t>الشكل</a:t>
            </a:r>
            <a:r>
              <a:rPr altLang="en-US" lang="ar-SA">
                <a:solidFill>
                  <a:schemeClr val="lt1"/>
                </a:solidFill>
              </a:rPr>
              <a:t> هو عبارة عن السمة الظاهرة التي قد تؤثر على مدى سهولة قراءة النص أو مدى روعة الشكل الذي يظهر به ولكن لا يتغير في مدلوله بالتأكيد.</a:t>
            </a:r>
            <a:r>
              <a:rPr altLang="en-US" lang="en-US">
                <a:solidFill>
                  <a:schemeClr val="lt1"/>
                </a:solidFill>
              </a:rPr>
              <a:t> </a:t>
            </a:r>
          </a:p>
          <a:p>
            <a:pPr eaLnBrk="1" hangingPunct="1" indent="-609600" lvl="0" marL="609600">
              <a:buFontTx/>
              <a:buNone/>
            </a:pPr>
            <a:r>
              <a:rPr altLang="en-US" b="1" lang="ar-SA">
                <a:solidFill>
                  <a:schemeClr val="lt1"/>
                </a:solidFill>
              </a:rPr>
              <a:t>  </a:t>
            </a:r>
            <a:r>
              <a:rPr altLang="en-US" b="1" lang="ar-SA" u="sng">
                <a:solidFill>
                  <a:schemeClr val="lt1"/>
                </a:solidFill>
              </a:rPr>
              <a:t>تصنيف وإختيار الخطوط:</a:t>
            </a:r>
          </a:p>
          <a:p>
            <a:pPr eaLnBrk="1" hangingPunct="1" indent="-609600" lvl="0" marL="609600">
              <a:buFontTx/>
              <a:buNone/>
            </a:pPr>
            <a:r>
              <a:rPr altLang="en-US" lang="ar-SA">
                <a:solidFill>
                  <a:schemeClr val="lt1"/>
                </a:solidFill>
              </a:rPr>
              <a:t>     توجد الآلاف من الخطوط المتاحة وكل منها له ماهيته الخاصة به. ويتم إستخدام بعض الخصائص الشاملة من أجل المساعدة في تصنيفها، ويوجد نوعين من أنواع الخطوط هما:</a:t>
            </a:r>
            <a:r>
              <a:rPr altLang="en-US" lang="en-US">
                <a:solidFill>
                  <a:schemeClr val="lt1"/>
                </a:solidFill>
              </a:rPr>
              <a:t> </a:t>
            </a:r>
          </a:p>
          <a:p>
            <a:pPr eaLnBrk="1" hangingPunct="1" indent="-609600" lvl="0" marL="609600">
              <a:buFontTx/>
              <a:buNone/>
            </a:pPr>
            <a:r>
              <a:rPr altLang="en-US" lang="ar-SA">
                <a:solidFill>
                  <a:schemeClr val="lt1"/>
                </a:solidFill>
              </a:rPr>
              <a:t>  1- </a:t>
            </a:r>
            <a:r>
              <a:rPr altLang="en-US" b="1" lang="ar-SA" u="sng">
                <a:solidFill>
                  <a:schemeClr val="lt1"/>
                </a:solidFill>
              </a:rPr>
              <a:t>الخطوط أحادية المسافة (ذات عرض ثابت): </a:t>
            </a:r>
            <a:r>
              <a:rPr altLang="en-US" b="1" lang="en-US" u="sng">
                <a:solidFill>
                  <a:schemeClr val="lt1"/>
                </a:solidFill>
                <a:latin typeface="Lucida Console" pitchFamily="49" charset="0"/>
              </a:rPr>
              <a:t>Kerning</a:t>
            </a:r>
          </a:p>
          <a:p>
            <a:pPr eaLnBrk="1" hangingPunct="1" indent="-609600" lvl="0" marL="609600">
              <a:buFontTx/>
              <a:buNone/>
            </a:pPr>
            <a:r>
              <a:rPr altLang="en-US" lang="ar-SA">
                <a:solidFill>
                  <a:schemeClr val="lt1"/>
                </a:solidFill>
              </a:rPr>
              <a:t>      في الخطوط أحادية المسافة </a:t>
            </a:r>
            <a:r>
              <a:rPr altLang="en-US" lang="ar-SA">
                <a:solidFill>
                  <a:srgbClr val="FF0000"/>
                </a:solidFill>
              </a:rPr>
              <a:t>يشغل كل رمز نفس مقدار المسافة أفقياً بغض النظر عن شكله </a:t>
            </a:r>
            <a:r>
              <a:rPr altLang="en-US" lang="ar-SA">
                <a:solidFill>
                  <a:schemeClr val="lt1"/>
                </a:solidFill>
              </a:rPr>
              <a:t>ويعنى هذا أن بعض الحروف بها مسافة بيضاء تحيط بها أكثر من أي حروف أخرى (مثلاً حرفي </a:t>
            </a:r>
            <a:r>
              <a:rPr altLang="en-US" lang="en-US">
                <a:solidFill>
                  <a:schemeClr val="lt1"/>
                </a:solidFill>
              </a:rPr>
              <a:t>I</a:t>
            </a:r>
            <a:r>
              <a:rPr altLang="en-US" lang="ar-SA">
                <a:solidFill>
                  <a:schemeClr val="lt1"/>
                </a:solidFill>
              </a:rPr>
              <a:t> و </a:t>
            </a:r>
            <a:r>
              <a:rPr altLang="en-US" lang="en-US">
                <a:solidFill>
                  <a:schemeClr val="lt1"/>
                </a:solidFill>
              </a:rPr>
              <a:t>m</a:t>
            </a:r>
            <a:r>
              <a:rPr altLang="en-US" lang="ar-SA">
                <a:solidFill>
                  <a:schemeClr val="lt1"/>
                </a:solidFill>
              </a:rPr>
              <a:t>)،</a:t>
            </a:r>
            <a:r>
              <a:rPr altLang="en-US" lang="en-US">
                <a:solidFill>
                  <a:schemeClr val="lt1"/>
                </a:solidFill>
              </a:rPr>
              <a:t> </a:t>
            </a:r>
            <a:r>
              <a:rPr altLang="en-US" lang="ar-SA">
                <a:solidFill>
                  <a:schemeClr val="lt1"/>
                </a:solidFill>
              </a:rPr>
              <a:t>وينتج عن ذلك </a:t>
            </a:r>
            <a:r>
              <a:rPr altLang="en-US" lang="ar-SA">
                <a:solidFill>
                  <a:srgbClr val="FF0000"/>
                </a:solidFill>
              </a:rPr>
              <a:t>شكل أكثر تناغماً </a:t>
            </a:r>
            <a:r>
              <a:rPr altLang="en-US" lang="ar-SA">
                <a:solidFill>
                  <a:schemeClr val="lt1"/>
                </a:solidFill>
              </a:rPr>
              <a:t>وهو الأمر الذي يؤدى  </a:t>
            </a:r>
          </a:p>
        </p:txBody>
      </p:sp>
    </p:spTree>
  </p:cSld>
  <p:clrMapOvr>
    <a:masterClrMapping/>
  </p:clrMapOvr>
  <p:transition spd="fast" advClick="1">
    <p:dissolve/>
  </p:transition>
  <p:timing/>
</p:sld>
</file>

<file path=ppt/slides/slide5.xml><?xml version="1.0" encoding="utf-8"?>
<p:sld xmlns:a="http://schemas.openxmlformats.org/drawingml/2006/main" xmlns:r="http://schemas.openxmlformats.org/officeDocument/2006/relationships" xmlns:p="http://schemas.openxmlformats.org/presentationml/2006/main" show="1" showMasterSp="0">
  <p:cSld>
    <p:spTree>
      <p:nvGrpSpPr>
        <p:cNvPr id="48" name=""/>
        <p:cNvGrpSpPr/>
        <p:nvPr/>
      </p:nvGrpSpPr>
      <p:grpSpPr>
        <a:xfrm rot="0">
          <a:off x="0" y="0"/>
          <a:ext cx="0" cy="0"/>
          <a:chOff x="0" y="0"/>
          <a:chExt cx="0" cy="0"/>
        </a:xfrm>
      </p:grpSpPr>
      <p:sp>
        <p:nvSpPr>
          <p:cNvPr id="1048603" name="Rectangle 3"/>
          <p:cNvSpPr/>
          <p:nvPr>
            <p:ph sz="full" idx="1"/>
          </p:nvPr>
        </p:nvSpPr>
        <p:spPr>
          <a:xfrm rot="0">
            <a:off x="0" y="152400"/>
            <a:ext cx="9144000" cy="65532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r>
              <a:rPr altLang="en-US" lang="ar-SA"/>
              <a:t>   </a:t>
            </a:r>
            <a:r>
              <a:rPr altLang="en-US" lang="ar-SA">
                <a:solidFill>
                  <a:schemeClr val="lt1"/>
                </a:solidFill>
              </a:rPr>
              <a:t>بدوره إلى </a:t>
            </a:r>
            <a:r>
              <a:rPr altLang="en-US" lang="ar-SA">
                <a:solidFill>
                  <a:srgbClr val="FF0000"/>
                </a:solidFill>
              </a:rPr>
              <a:t>سهولة قراءته</a:t>
            </a:r>
            <a:r>
              <a:rPr altLang="en-US" lang="ar-SA">
                <a:solidFill>
                  <a:schemeClr val="lt1"/>
                </a:solidFill>
              </a:rPr>
              <a:t>. وعلاوة على ذلك يتيح العمل على تلاؤم مزيد من الكلمات وفقاً لأحد السطور ويبدو وكأنه تم إنشاؤه بإستخدام </a:t>
            </a:r>
            <a:r>
              <a:rPr altLang="en-US" lang="ar-SA">
                <a:solidFill>
                  <a:srgbClr val="FF0000"/>
                </a:solidFill>
              </a:rPr>
              <a:t>آلة كاتبة </a:t>
            </a:r>
            <a:r>
              <a:rPr altLang="en-US" lang="ar-SA">
                <a:solidFill>
                  <a:schemeClr val="lt1"/>
                </a:solidFill>
              </a:rPr>
              <a:t>ويمكن إستخدامه في بعض الأحيان في العناوين بصورة فعالة وأيضاً من المفيد إستخدامه في </a:t>
            </a:r>
            <a:r>
              <a:rPr altLang="en-US" lang="ar-SA">
                <a:solidFill>
                  <a:srgbClr val="FF0000"/>
                </a:solidFill>
              </a:rPr>
              <a:t>المراسلات الرسمية </a:t>
            </a:r>
            <a:r>
              <a:rPr altLang="en-US" lang="ar-SA">
                <a:solidFill>
                  <a:schemeClr val="lt1"/>
                </a:solidFill>
              </a:rPr>
              <a:t>وأكثر هذه الخطوط شيوعاً هو </a:t>
            </a:r>
            <a:r>
              <a:rPr altLang="en-US" lang="en-US">
                <a:solidFill>
                  <a:schemeClr val="lt1"/>
                </a:solidFill>
              </a:rPr>
              <a:t>courier</a:t>
            </a:r>
            <a:r>
              <a:rPr altLang="en-US" lang="ar-SA">
                <a:solidFill>
                  <a:schemeClr val="lt1"/>
                </a:solidFill>
              </a:rPr>
              <a:t> و </a:t>
            </a:r>
            <a:r>
              <a:rPr altLang="en-US" lang="en-US">
                <a:solidFill>
                  <a:schemeClr val="lt1"/>
                </a:solidFill>
              </a:rPr>
              <a:t>Lucida</a:t>
            </a:r>
            <a:r>
              <a:rPr altLang="en-US" lang="ar-SA">
                <a:solidFill>
                  <a:schemeClr val="lt1"/>
                </a:solidFill>
              </a:rPr>
              <a:t> والنص أدناه يبين ذلك:</a:t>
            </a:r>
            <a:r>
              <a:rPr altLang="en-US" lang="en-US">
                <a:solidFill>
                  <a:schemeClr val="lt1"/>
                </a:solidFill>
              </a:rPr>
              <a:t> </a:t>
            </a:r>
          </a:p>
          <a:p>
            <a:pPr algn="l" eaLnBrk="1" hangingPunct="1" lvl="0" rtl="0"/>
            <a:r>
              <a:rPr altLang="en-US" b="1" lang="en-US">
                <a:solidFill>
                  <a:schemeClr val="lt1"/>
                </a:solidFill>
                <a:latin typeface="Lucida Console" pitchFamily="49" charset="0"/>
              </a:rPr>
              <a:t>Multimedia is everything you can hear or see:</a:t>
            </a:r>
          </a:p>
          <a:p>
            <a:pPr algn="l" eaLnBrk="1" hangingPunct="1" lvl="0" rtl="0"/>
            <a:r>
              <a:rPr altLang="en-US" b="1" lang="en-US">
                <a:solidFill>
                  <a:schemeClr val="lt1"/>
                </a:solidFill>
                <a:latin typeface="Lucida Console" pitchFamily="49" charset="0"/>
              </a:rPr>
              <a:t>texts, books, pictures, music, sounds, </a:t>
            </a:r>
          </a:p>
          <a:p>
            <a:pPr algn="l" eaLnBrk="1" hangingPunct="1" lvl="0" rtl="0"/>
            <a:r>
              <a:rPr altLang="en-US" b="1" lang="en-US">
                <a:solidFill>
                  <a:schemeClr val="lt1"/>
                </a:solidFill>
                <a:latin typeface="Lucida Console" pitchFamily="49" charset="0"/>
              </a:rPr>
              <a:t>videos, Records, Films, and more.</a:t>
            </a:r>
          </a:p>
        </p:txBody>
      </p:sp>
    </p:spTree>
  </p:cSld>
  <p:clrMapOvr>
    <a:masterClrMapping/>
  </p:clrMapOvr>
  <p:transition spd="fast" advClick="1">
    <p:dissolve/>
  </p:transition>
  <p:timing/>
</p:sld>
</file>

<file path=ppt/slides/slide6.xml><?xml version="1.0" encoding="utf-8"?>
<p:sld xmlns:a="http://schemas.openxmlformats.org/drawingml/2006/main" xmlns:r="http://schemas.openxmlformats.org/officeDocument/2006/relationships" xmlns:p="http://schemas.openxmlformats.org/presentationml/2006/main" show="1" showMasterSp="0">
  <p:cSld>
    <p:spTree>
      <p:nvGrpSpPr>
        <p:cNvPr id="49" name=""/>
        <p:cNvGrpSpPr/>
        <p:nvPr/>
      </p:nvGrpSpPr>
      <p:grpSpPr>
        <a:xfrm rot="0">
          <a:off x="0" y="0"/>
          <a:ext cx="0" cy="0"/>
          <a:chOff x="0" y="0"/>
          <a:chExt cx="0" cy="0"/>
        </a:xfrm>
      </p:grpSpPr>
      <p:sp>
        <p:nvSpPr>
          <p:cNvPr id="1048604" name="Rectangle 3"/>
          <p:cNvSpPr/>
          <p:nvPr>
            <p:ph sz="full" idx="1"/>
          </p:nvPr>
        </p:nvSpPr>
        <p:spPr>
          <a:xfrm rot="0">
            <a:off x="228600" y="152400"/>
            <a:ext cx="8610600" cy="67056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indent="-609600" lvl="0" marL="609600">
              <a:buFontTx/>
              <a:buNone/>
            </a:pPr>
            <a:r>
              <a:rPr altLang="en-US" b="1" sz="4400" lang="en-US">
                <a:solidFill>
                  <a:schemeClr val="lt1"/>
                </a:solidFill>
              </a:rPr>
              <a:t>2</a:t>
            </a:r>
            <a:r>
              <a:rPr altLang="en-US" b="1" sz="4400" lang="ar-SA">
                <a:solidFill>
                  <a:schemeClr val="lt1"/>
                </a:solidFill>
              </a:rPr>
              <a:t>-</a:t>
            </a:r>
            <a:r>
              <a:rPr altLang="en-US" b="1" sz="2800" lang="ar-SA">
                <a:solidFill>
                  <a:schemeClr val="lt1"/>
                </a:solidFill>
              </a:rPr>
              <a:t> </a:t>
            </a:r>
            <a:r>
              <a:rPr altLang="en-US" b="1" sz="4800" lang="ar-SA">
                <a:solidFill>
                  <a:schemeClr val="lt1"/>
                </a:solidFill>
              </a:rPr>
              <a:t>الخطوط التناسبية:</a:t>
            </a:r>
            <a:r>
              <a:rPr altLang="en-US" b="1" sz="4800" lang="en-US">
                <a:solidFill>
                  <a:schemeClr val="lt1"/>
                </a:solidFill>
              </a:rPr>
              <a:t>Auto-Kerning</a:t>
            </a:r>
          </a:p>
          <a:p>
            <a:pPr eaLnBrk="1" hangingPunct="1" indent="-609600" lvl="0" marL="609600"/>
            <a:r>
              <a:rPr altLang="en-US" sz="2800" lang="ar-SA">
                <a:solidFill>
                  <a:schemeClr val="lt1"/>
                </a:solidFill>
              </a:rPr>
              <a:t>في الخطوط التناسبية نجد أن الحيز الذي يشغله الحرف يعتمد على عرض شكل الحرف. ويتخذ النص المكتوب في الخط التناسبي شكل الكتب التقليدية </a:t>
            </a:r>
            <a:r>
              <a:rPr altLang="en-US" sz="2800" lang="ar-SA">
                <a:solidFill>
                  <a:srgbClr val="FF0000"/>
                </a:solidFill>
              </a:rPr>
              <a:t>ويفضل إستخدامه عادة في إعداد النصوص التي تتسم بالطول.</a:t>
            </a:r>
            <a:r>
              <a:rPr altLang="en-US" sz="2800" lang="ar-SA">
                <a:solidFill>
                  <a:schemeClr val="lt1"/>
                </a:solidFill>
              </a:rPr>
              <a:t> وهو يعتبر بوجه عام من الخطوط الأكثر سهولة من حيث القراءة حيث تظهر الحروف</a:t>
            </a:r>
            <a:r>
              <a:rPr altLang="en-US" sz="2800" lang="en-US">
                <a:solidFill>
                  <a:schemeClr val="lt1"/>
                </a:solidFill>
              </a:rPr>
              <a:t> </a:t>
            </a:r>
            <a:r>
              <a:rPr altLang="en-US" sz="2800" lang="ar-SA">
                <a:solidFill>
                  <a:schemeClr val="lt1"/>
                </a:solidFill>
              </a:rPr>
              <a:t>مرتبطة مع بعضها البعض مكونة الكلمات ومن أشهر هذه الخطوط  </a:t>
            </a:r>
            <a:r>
              <a:rPr altLang="en-US" sz="2800" lang="en-US">
                <a:solidFill>
                  <a:schemeClr val="lt1"/>
                </a:solidFill>
              </a:rPr>
              <a:t>Lucida Bright</a:t>
            </a:r>
            <a:r>
              <a:rPr altLang="en-US" sz="2800" lang="ar-SA">
                <a:solidFill>
                  <a:schemeClr val="lt1"/>
                </a:solidFill>
              </a:rPr>
              <a:t> والنص أدناه يوضح ذلك:</a:t>
            </a:r>
            <a:r>
              <a:rPr altLang="en-US" sz="2800" lang="en-US">
                <a:solidFill>
                  <a:schemeClr val="lt1"/>
                </a:solidFill>
              </a:rPr>
              <a:t> </a:t>
            </a:r>
          </a:p>
          <a:p>
            <a:pPr algn="l" eaLnBrk="1" hangingPunct="1" indent="-609600" lvl="0" marL="609600" rtl="0"/>
            <a:r>
              <a:rPr altLang="en-US" b="1" sz="2800" lang="en-US">
                <a:solidFill>
                  <a:schemeClr val="lt1"/>
                </a:solidFill>
                <a:latin typeface="Lucida Bright" pitchFamily="18" charset="0"/>
              </a:rPr>
              <a:t>Multimedia is everything you can hear or see: texts, books, pictures, music, sounds, </a:t>
            </a:r>
          </a:p>
          <a:p>
            <a:pPr algn="l" eaLnBrk="1" hangingPunct="1" indent="-609600" lvl="0" marL="609600" rtl="0">
              <a:buNone/>
            </a:pPr>
            <a:r>
              <a:rPr altLang="en-US" b="1" sz="2800" lang="en-US">
                <a:solidFill>
                  <a:schemeClr val="lt1"/>
                </a:solidFill>
                <a:latin typeface="Lucida Bright" pitchFamily="18" charset="0"/>
              </a:rPr>
              <a:t>     videos, Records, Films, and more.</a:t>
            </a:r>
            <a:r>
              <a:rPr altLang="en-US" b="1" sz="2800" lang="en-US">
                <a:solidFill>
                  <a:schemeClr val="lt1"/>
                </a:solidFill>
              </a:rPr>
              <a:t> </a:t>
            </a:r>
          </a:p>
        </p:txBody>
      </p:sp>
    </p:spTree>
  </p:cSld>
  <p:clrMapOvr>
    <a:masterClrMapping/>
  </p:clrMapOvr>
  <p:transition spd="fast" advClick="1">
    <p:dissolve/>
  </p:transition>
  <p:timing/>
</p:sld>
</file>

<file path=ppt/slides/slide7.xml><?xml version="1.0" encoding="utf-8"?>
<p:sld xmlns:a="http://schemas.openxmlformats.org/drawingml/2006/main" xmlns:r="http://schemas.openxmlformats.org/officeDocument/2006/relationships" xmlns:p="http://schemas.openxmlformats.org/presentationml/2006/main" show="1" showMasterSp="0">
  <p:cSld>
    <p:spTree>
      <p:nvGrpSpPr>
        <p:cNvPr id="50" name=""/>
        <p:cNvGrpSpPr/>
        <p:nvPr/>
      </p:nvGrpSpPr>
      <p:grpSpPr>
        <a:xfrm rot="0">
          <a:off x="0" y="0"/>
          <a:ext cx="0" cy="0"/>
          <a:chOff x="0" y="0"/>
          <a:chExt cx="0" cy="0"/>
        </a:xfrm>
      </p:grpSpPr>
      <p:sp>
        <p:nvSpPr>
          <p:cNvPr id="1048605" name="Rectangle 3"/>
          <p:cNvSpPr/>
          <p:nvPr>
            <p:ph sz="full" idx="1"/>
          </p:nvPr>
        </p:nvSpPr>
        <p:spPr>
          <a:xfrm rot="0">
            <a:off x="0" y="0"/>
            <a:ext cx="9372600" cy="67056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indent="-609600" lvl="0" marL="609600">
              <a:buFontTx/>
              <a:buNone/>
            </a:pPr>
            <a:r>
              <a:rPr altLang="en-US" sz="3600" lang="ar-SA"/>
              <a:t>     </a:t>
            </a:r>
            <a:r>
              <a:rPr altLang="en-US" sz="3600" lang="ar-SA">
                <a:solidFill>
                  <a:schemeClr val="lt1"/>
                </a:solidFill>
              </a:rPr>
              <a:t>وتعتبر أغلب الخطوط الكلاسيكية التي يتم إستخدامها في كتابة الكتب مثل </a:t>
            </a:r>
            <a:r>
              <a:rPr altLang="en-US" sz="3600" lang="en-US">
                <a:solidFill>
                  <a:schemeClr val="lt1"/>
                </a:solidFill>
              </a:rPr>
              <a:t>Times, Baskerville, Bembo, Helvetica </a:t>
            </a:r>
          </a:p>
          <a:p>
            <a:pPr eaLnBrk="1" hangingPunct="1" indent="-609600" lvl="0" marL="609600">
              <a:buFontTx/>
              <a:buNone/>
            </a:pPr>
            <a:r>
              <a:rPr altLang="en-US" b="1" sz="3600" lang="ar-SA">
                <a:solidFill>
                  <a:schemeClr val="lt1"/>
                </a:solidFill>
              </a:rPr>
              <a:t>   </a:t>
            </a:r>
            <a:r>
              <a:rPr altLang="en-US" b="1" sz="3600" lang="ar-SA" u="sng">
                <a:solidFill>
                  <a:schemeClr val="lt1"/>
                </a:solidFill>
              </a:rPr>
              <a:t>أشكال الخطوط:</a:t>
            </a:r>
          </a:p>
          <a:p>
            <a:pPr eaLnBrk="1" hangingPunct="1" indent="-609600" lvl="0" marL="609600">
              <a:buFontTx/>
              <a:buNone/>
            </a:pPr>
            <a:r>
              <a:rPr altLang="en-US" b="1" sz="3600" lang="ar-SA">
                <a:solidFill>
                  <a:schemeClr val="lt1"/>
                </a:solidFill>
              </a:rPr>
              <a:t>  1- </a:t>
            </a:r>
            <a:r>
              <a:rPr altLang="en-US" b="1" sz="3600" lang="ar-SA" u="sng">
                <a:solidFill>
                  <a:schemeClr val="lt1"/>
                </a:solidFill>
              </a:rPr>
              <a:t>الخطوط ذي الأسنان (</a:t>
            </a:r>
            <a:r>
              <a:rPr altLang="en-US" b="1" sz="3600" lang="en-US" u="sng">
                <a:solidFill>
                  <a:schemeClr val="lt1"/>
                </a:solidFill>
              </a:rPr>
              <a:t>( Serif</a:t>
            </a:r>
            <a:r>
              <a:rPr altLang="en-US" b="1" sz="3600" lang="ar-SA" u="sng">
                <a:solidFill>
                  <a:schemeClr val="lt1"/>
                </a:solidFill>
              </a:rPr>
              <a:t>:</a:t>
            </a:r>
          </a:p>
          <a:p>
            <a:pPr algn="just" eaLnBrk="1" hangingPunct="1" indent="-609600" lvl="0" marL="609600">
              <a:buFontTx/>
              <a:buNone/>
            </a:pPr>
            <a:r>
              <a:rPr altLang="en-US" sz="3600" lang="ar-SA">
                <a:solidFill>
                  <a:schemeClr val="lt1"/>
                </a:solidFill>
              </a:rPr>
              <a:t>     الأسنان هي عبارة عن خطوط رقيقة يتم إضافتها إلى نهاية أشكال الحروف ويرجع أصلها إلى العلامات التي تم نقشها على الرسومات </a:t>
            </a:r>
            <a:r>
              <a:rPr altLang="en-US" sz="3600" lang="ar-SA">
                <a:solidFill>
                  <a:srgbClr val="FF0000"/>
                </a:solidFill>
              </a:rPr>
              <a:t>الرومانية</a:t>
            </a:r>
            <a:r>
              <a:rPr altLang="en-US" sz="3600" lang="ar-SA">
                <a:solidFill>
                  <a:schemeClr val="lt1"/>
                </a:solidFill>
              </a:rPr>
              <a:t> الموجودة على الأحجار لذا يطلق عليها إسم الخطوط الرومانية ومنها </a:t>
            </a:r>
            <a:r>
              <a:rPr altLang="en-US" sz="2800" lang="en-US">
                <a:solidFill>
                  <a:schemeClr val="lt1"/>
                </a:solidFill>
                <a:latin typeface="Lucida Bright" pitchFamily="18" charset="0"/>
              </a:rPr>
              <a:t>Lucida Sans</a:t>
            </a:r>
            <a:r>
              <a:rPr altLang="en-US" sz="2800" lang="en-US">
                <a:solidFill>
                  <a:schemeClr val="lt1"/>
                </a:solidFill>
                <a:latin typeface="Lucida Bright" pitchFamily="18" charset="0"/>
              </a:rPr>
              <a:t> </a:t>
            </a:r>
            <a:r>
              <a:rPr altLang="en-US" sz="3600" lang="ar-SA">
                <a:solidFill>
                  <a:schemeClr val="lt1"/>
                </a:solidFill>
              </a:rPr>
              <a:t>وهو صورة من تلك النوعية الخاصة بالخط </a:t>
            </a:r>
            <a:r>
              <a:rPr altLang="en-US" sz="2800" lang="en-US">
                <a:solidFill>
                  <a:schemeClr val="lt1"/>
                </a:solidFill>
                <a:latin typeface="Lucida Bright" pitchFamily="18" charset="0"/>
              </a:rPr>
              <a:t>Lucida Bright</a:t>
            </a:r>
            <a:r>
              <a:rPr altLang="en-US" sz="3600" lang="ar-SA">
                <a:solidFill>
                  <a:schemeClr val="lt1"/>
                </a:solidFill>
              </a:rPr>
              <a:t> كما واضح في الحرف التالي:      (</a:t>
            </a:r>
            <a:r>
              <a:rPr altLang="en-US" sz="3600" lang="en-US">
                <a:solidFill>
                  <a:schemeClr val="lt1"/>
                </a:solidFill>
                <a:latin typeface="Lucida Bright" pitchFamily="18" charset="0"/>
              </a:rPr>
              <a:t>C</a:t>
            </a:r>
            <a:r>
              <a:rPr altLang="en-US" sz="3600" lang="ar-SA">
                <a:solidFill>
                  <a:schemeClr val="lt1"/>
                </a:solidFill>
              </a:rPr>
              <a:t>).</a:t>
            </a:r>
          </a:p>
        </p:txBody>
      </p:sp>
    </p:spTree>
  </p:cSld>
  <p:clrMapOvr>
    <a:masterClrMapping/>
  </p:clrMapOvr>
  <p:transition spd="fast" advClick="1">
    <p:dissolve/>
  </p:transition>
  <p:timing/>
</p:sld>
</file>

<file path=ppt/slides/slide8.xml><?xml version="1.0" encoding="utf-8"?>
<p:sld xmlns:a="http://schemas.openxmlformats.org/drawingml/2006/main" xmlns:r="http://schemas.openxmlformats.org/officeDocument/2006/relationships" xmlns:p="http://schemas.openxmlformats.org/presentationml/2006/main" show="1" showMasterSp="0">
  <p:cSld>
    <p:spTree>
      <p:nvGrpSpPr>
        <p:cNvPr id="51" name=""/>
        <p:cNvGrpSpPr/>
        <p:nvPr/>
      </p:nvGrpSpPr>
      <p:grpSpPr>
        <a:xfrm rot="0">
          <a:off x="0" y="0"/>
          <a:ext cx="0" cy="0"/>
          <a:chOff x="0" y="0"/>
          <a:chExt cx="0" cy="0"/>
        </a:xfrm>
      </p:grpSpPr>
      <p:sp>
        <p:nvSpPr>
          <p:cNvPr id="1048606" name="Rectangle 3"/>
          <p:cNvSpPr/>
          <p:nvPr>
            <p:ph sz="full" idx="1"/>
          </p:nvPr>
        </p:nvSpPr>
        <p:spPr>
          <a:xfrm rot="0">
            <a:off x="0" y="22860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indent="-609600" lvl="0" marL="609600">
              <a:lnSpc>
                <a:spcPct val="90000"/>
              </a:lnSpc>
              <a:buFontTx/>
              <a:buNone/>
            </a:pPr>
            <a:r>
              <a:rPr altLang="en-US" lang="ar-SA">
                <a:solidFill>
                  <a:schemeClr val="lt1"/>
                </a:solidFill>
              </a:rPr>
              <a:t>2- </a:t>
            </a:r>
            <a:r>
              <a:rPr altLang="en-US" b="1" lang="ar-SA">
                <a:solidFill>
                  <a:schemeClr val="lt1"/>
                </a:solidFill>
              </a:rPr>
              <a:t>الخطوط عديمة الأسنان </a:t>
            </a:r>
            <a:r>
              <a:rPr altLang="en-US" b="1" lang="en-US">
                <a:solidFill>
                  <a:schemeClr val="lt1"/>
                </a:solidFill>
              </a:rPr>
              <a:t> ( Sans Serif )</a:t>
            </a:r>
            <a:r>
              <a:rPr altLang="en-US" b="1" lang="ar-SA">
                <a:solidFill>
                  <a:schemeClr val="lt1"/>
                </a:solidFill>
              </a:rPr>
              <a:t>:</a:t>
            </a:r>
          </a:p>
          <a:p>
            <a:pPr algn="just" eaLnBrk="1" hangingPunct="1" indent="-609600" lvl="0" marL="609600">
              <a:lnSpc>
                <a:spcPct val="90000"/>
              </a:lnSpc>
              <a:buFontTx/>
              <a:buNone/>
            </a:pPr>
            <a:r>
              <a:rPr altLang="en-US" lang="ar-SA">
                <a:solidFill>
                  <a:schemeClr val="lt1"/>
                </a:solidFill>
              </a:rPr>
              <a:t>     وهى تتحلى بشكل أكثر بساطة. كانت تعتبر تصميمات غريبة وتستخدم بصورة غالبة مع </a:t>
            </a:r>
            <a:r>
              <a:rPr altLang="en-US" lang="ar-SA">
                <a:solidFill>
                  <a:srgbClr val="FF0000"/>
                </a:solidFill>
              </a:rPr>
              <a:t>الإعلانات والبوسترات </a:t>
            </a:r>
            <a:r>
              <a:rPr altLang="en-US" lang="ar-SA">
                <a:solidFill>
                  <a:schemeClr val="lt1"/>
                </a:solidFill>
              </a:rPr>
              <a:t>حيث تم الإقبال عليها بصورة كبيرة لإستخدامها في </a:t>
            </a:r>
            <a:r>
              <a:rPr altLang="en-US" lang="ar-SA">
                <a:solidFill>
                  <a:srgbClr val="FF0000"/>
                </a:solidFill>
              </a:rPr>
              <a:t>الكتب</a:t>
            </a:r>
            <a:r>
              <a:rPr altLang="en-US" lang="ar-SA">
                <a:solidFill>
                  <a:schemeClr val="lt1"/>
                </a:solidFill>
              </a:rPr>
              <a:t> إلى جانب إظهار تصميمات أكثر تطوراً ومن أشهرها </a:t>
            </a:r>
            <a:r>
              <a:rPr altLang="en-US" lang="en-US">
                <a:solidFill>
                  <a:schemeClr val="lt1"/>
                </a:solidFill>
                <a:latin typeface="Arial" pitchFamily="34" charset="0"/>
              </a:rPr>
              <a:t>Arial</a:t>
            </a:r>
            <a:r>
              <a:rPr altLang="en-US" lang="en-US">
                <a:solidFill>
                  <a:schemeClr val="lt1"/>
                </a:solidFill>
              </a:rPr>
              <a:t>, </a:t>
            </a:r>
            <a:r>
              <a:rPr altLang="en-US" b="1" lang="en-US">
                <a:solidFill>
                  <a:schemeClr val="lt1"/>
                </a:solidFill>
                <a:latin typeface="Chiller" pitchFamily="82" charset="0"/>
              </a:rPr>
              <a:t>Gill</a:t>
            </a:r>
            <a:r>
              <a:rPr altLang="en-US" lang="en-US">
                <a:solidFill>
                  <a:schemeClr val="lt1"/>
                </a:solidFill>
              </a:rPr>
              <a:t> </a:t>
            </a:r>
            <a:r>
              <a:rPr altLang="en-US" lang="en-US">
                <a:solidFill>
                  <a:schemeClr val="lt1"/>
                </a:solidFill>
                <a:latin typeface="Aharoni" pitchFamily="2" charset="-79"/>
                <a:ea typeface="Aharoni" pitchFamily="2" charset="-79"/>
              </a:rPr>
              <a:t>Sans</a:t>
            </a:r>
            <a:r>
              <a:rPr altLang="en-US" lang="en-US">
                <a:solidFill>
                  <a:schemeClr val="lt1"/>
                </a:solidFill>
              </a:rPr>
              <a:t>, </a:t>
            </a:r>
            <a:r>
              <a:rPr altLang="en-US" lang="en-US">
                <a:solidFill>
                  <a:schemeClr val="lt1"/>
                </a:solidFill>
                <a:latin typeface="Agency FB" pitchFamily="34" charset="0"/>
              </a:rPr>
              <a:t>Helvetica</a:t>
            </a:r>
            <a:r>
              <a:rPr altLang="en-US" lang="ar-SA">
                <a:solidFill>
                  <a:schemeClr val="lt1"/>
                </a:solidFill>
              </a:rPr>
              <a:t>. والنوع </a:t>
            </a:r>
            <a:r>
              <a:rPr altLang="en-US" lang="en-US">
                <a:solidFill>
                  <a:schemeClr val="lt1"/>
                </a:solidFill>
                <a:latin typeface="Arial" pitchFamily="34" charset="0"/>
              </a:rPr>
              <a:t>Arial</a:t>
            </a:r>
            <a:r>
              <a:rPr altLang="en-US" lang="ar-SA">
                <a:solidFill>
                  <a:schemeClr val="lt1"/>
                </a:solidFill>
              </a:rPr>
              <a:t> من إنتاج مايكروسوفت.</a:t>
            </a:r>
          </a:p>
          <a:p>
            <a:pPr algn="just" eaLnBrk="1" hangingPunct="1" indent="-609600" lvl="0" marL="609600">
              <a:lnSpc>
                <a:spcPct val="90000"/>
              </a:lnSpc>
              <a:buFontTx/>
              <a:buNone/>
            </a:pPr>
            <a:r>
              <a:rPr altLang="en-US" lang="ar-SA">
                <a:solidFill>
                  <a:schemeClr val="lt1"/>
                </a:solidFill>
              </a:rPr>
              <a:t>     </a:t>
            </a:r>
            <a:r>
              <a:rPr altLang="en-US" lang="ar-SA">
                <a:solidFill>
                  <a:srgbClr val="FF0000"/>
                </a:solidFill>
              </a:rPr>
              <a:t>ويوجد جدال حول عما إذا كانت الخطوط عديمة الأسنان أم ذات الأسنان أكثر قابلية للقراءة </a:t>
            </a:r>
            <a:r>
              <a:rPr altLang="en-US" lang="ar-SA">
                <a:solidFill>
                  <a:schemeClr val="lt1"/>
                </a:solidFill>
              </a:rPr>
              <a:t>– (قد ينشأ عن مسافات التباعد بين الحروف إختلاف أكبر ومع ذلك تعتبر الأسنان سمات صغيرة وبالتالي </a:t>
            </a:r>
            <a:r>
              <a:rPr altLang="en-US" lang="ar-SA">
                <a:solidFill>
                  <a:srgbClr val="FF0000"/>
                </a:solidFill>
              </a:rPr>
              <a:t>يتعذر</a:t>
            </a:r>
            <a:r>
              <a:rPr altLang="en-US" lang="ar-SA">
                <a:solidFill>
                  <a:schemeClr val="lt1"/>
                </a:solidFill>
              </a:rPr>
              <a:t> معالجتها بدقة عند إستخدام </a:t>
            </a:r>
            <a:r>
              <a:rPr altLang="en-US" lang="ar-SA">
                <a:solidFill>
                  <a:srgbClr val="FF0000"/>
                </a:solidFill>
              </a:rPr>
              <a:t>درجات وضوح أقل </a:t>
            </a:r>
            <a:r>
              <a:rPr altLang="en-US" lang="ar-SA">
                <a:solidFill>
                  <a:schemeClr val="lt1"/>
                </a:solidFill>
              </a:rPr>
              <a:t>وهو الأمر الذي </a:t>
            </a:r>
            <a:r>
              <a:rPr altLang="en-US" lang="ar-SA">
                <a:solidFill>
                  <a:srgbClr val="FF0000"/>
                </a:solidFill>
              </a:rPr>
              <a:t>يعنى تعذر قراءة النص المكتوب بخط </a:t>
            </a:r>
            <a:r>
              <a:rPr altLang="en-US" lang="en-US">
                <a:solidFill>
                  <a:srgbClr val="FF0000"/>
                </a:solidFill>
              </a:rPr>
              <a:t> </a:t>
            </a:r>
            <a:r>
              <a:rPr altLang="en-US" lang="ar-SA">
                <a:solidFill>
                  <a:srgbClr val="FF0000"/>
                </a:solidFill>
              </a:rPr>
              <a:t>ذي أسنان على شاشة كمبيوتر </a:t>
            </a:r>
            <a:r>
              <a:rPr altLang="en-US" lang="ar-SA">
                <a:solidFill>
                  <a:schemeClr val="lt1"/>
                </a:solidFill>
              </a:rPr>
              <a:t>نظراً لعدم إنشاء الحروف بصورة دقيقة ويتم إستخدام الخطوط عديمة الأسنان بصورة شائعة مع عناوين الإطارات ومدخلات القوائم).</a:t>
            </a:r>
            <a:r>
              <a:rPr altLang="en-US" lang="ar-SA"/>
              <a:t> </a:t>
            </a:r>
          </a:p>
        </p:txBody>
      </p:sp>
    </p:spTree>
  </p:cSld>
  <p:clrMapOvr>
    <a:masterClrMapping/>
  </p:clrMapOvr>
  <p:transition spd="fast" advClick="1">
    <p:dissolve/>
  </p:transition>
  <p:timing/>
</p:sld>
</file>

<file path=ppt/slides/slide9.xml><?xml version="1.0" encoding="utf-8"?>
<p:sld xmlns:a="http://schemas.openxmlformats.org/drawingml/2006/main" xmlns:r="http://schemas.openxmlformats.org/officeDocument/2006/relationships" xmlns:p="http://schemas.openxmlformats.org/presentationml/2006/main" show="1" showMasterSp="0">
  <p:cSld>
    <p:spTree>
      <p:nvGrpSpPr>
        <p:cNvPr id="52" name=""/>
        <p:cNvGrpSpPr/>
        <p:nvPr/>
      </p:nvGrpSpPr>
      <p:grpSpPr>
        <a:xfrm rot="0">
          <a:off x="0" y="0"/>
          <a:ext cx="0" cy="0"/>
          <a:chOff x="0" y="0"/>
          <a:chExt cx="0" cy="0"/>
        </a:xfrm>
      </p:grpSpPr>
      <p:sp>
        <p:nvSpPr>
          <p:cNvPr id="1048607"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algn="just" eaLnBrk="1" hangingPunct="1" lvl="0">
              <a:buFontTx/>
              <a:buNone/>
            </a:pPr>
            <a:r>
              <a:rPr altLang="en-US" lang="ar-SA"/>
              <a:t>   </a:t>
            </a:r>
            <a:r>
              <a:rPr altLang="en-US" lang="ar-SA">
                <a:solidFill>
                  <a:schemeClr val="lt1"/>
                </a:solidFill>
              </a:rPr>
              <a:t>تعد الأسنان ومسافات التباعد بين الحروف خصائص </a:t>
            </a:r>
            <a:r>
              <a:rPr altLang="en-US" lang="ar-SA">
                <a:solidFill>
                  <a:srgbClr val="FF0000"/>
                </a:solidFill>
              </a:rPr>
              <a:t>مستقلة</a:t>
            </a:r>
            <a:r>
              <a:rPr altLang="en-US" lang="ar-SA">
                <a:solidFill>
                  <a:schemeClr val="lt1"/>
                </a:solidFill>
              </a:rPr>
              <a:t>: حيث تكون الخطوط عديمة الأسنان و ذات الأسنان أحادية المسافة أو تناسبية.</a:t>
            </a:r>
          </a:p>
          <a:p>
            <a:pPr algn="just" eaLnBrk="1" hangingPunct="1" lvl="0"/>
            <a:r>
              <a:rPr altLang="en-US" lang="ar-SA">
                <a:solidFill>
                  <a:schemeClr val="lt1"/>
                </a:solidFill>
              </a:rPr>
              <a:t>ثمة </a:t>
            </a:r>
            <a:r>
              <a:rPr altLang="en-US" lang="ar-SA">
                <a:solidFill>
                  <a:srgbClr val="FF0000"/>
                </a:solidFill>
              </a:rPr>
              <a:t>نوع ثالث </a:t>
            </a:r>
            <a:r>
              <a:rPr altLang="en-US" lang="ar-SA">
                <a:solidFill>
                  <a:schemeClr val="lt1"/>
                </a:solidFill>
              </a:rPr>
              <a:t>من تصنيف الخطوط قائم على فئات عريضة من الشكل. وعلى وجه الخصوص يتم التمييز بين الخطوط ذات الشكل المعتدل رأسياً </a:t>
            </a:r>
            <a:r>
              <a:rPr altLang="en-US" b="1" i="1" lang="ar-SA">
                <a:solidFill>
                  <a:schemeClr val="lt1"/>
                </a:solidFill>
              </a:rPr>
              <a:t>والخطوط ذات الشكل المائل</a:t>
            </a:r>
            <a:r>
              <a:rPr altLang="en-US" lang="ar-SA">
                <a:solidFill>
                  <a:schemeClr val="lt1"/>
                </a:solidFill>
              </a:rPr>
              <a:t>، فالخطوط المعتدلة من إسمها تكون الخطوط الرأسية الخاصة بالحروف الرأسية فعلاً. أما </a:t>
            </a:r>
            <a:r>
              <a:rPr altLang="en-US" b="1" i="1" lang="ar-SA">
                <a:solidFill>
                  <a:schemeClr val="lt1"/>
                </a:solidFill>
              </a:rPr>
              <a:t>الخطوط المائلة </a:t>
            </a:r>
            <a:r>
              <a:rPr altLang="en-US" lang="ar-SA">
                <a:solidFill>
                  <a:schemeClr val="lt1"/>
                </a:solidFill>
              </a:rPr>
              <a:t>فهي تحاكى إسلوب معين من الكتابة اليدوية وحروفها وتكون مائلة تجاه اليمين، ففي بداية ظهور الخطوط كان يتم إنتاج الخطوط المائلة في بعض الأحيان عن طريق تطبيق عدد كبير من عمليات تغيير الشكل والتحويل للخط المعتدل.</a:t>
            </a:r>
          </a:p>
        </p:txBody>
      </p:sp>
    </p:spTree>
  </p:cSld>
  <p:clrMapOvr>
    <a:masterClrMapping/>
  </p:clrMapOvr>
  <p:transition spd="fast" advClick="1">
    <p:dissolve/>
  </p:transition>
  <p:timing/>
</p:sld>
</file>

<file path=ppt/slides/slide10.xml><?xml version="1.0" encoding="utf-8"?>
<p:sld xmlns:a="http://schemas.openxmlformats.org/drawingml/2006/main" xmlns:r="http://schemas.openxmlformats.org/officeDocument/2006/relationships" xmlns:p="http://schemas.openxmlformats.org/presentationml/2006/main" show="1" showMasterSp="0">
  <p:cSld>
    <p:spTree>
      <p:nvGrpSpPr>
        <p:cNvPr id="53" name=""/>
        <p:cNvGrpSpPr/>
        <p:nvPr/>
      </p:nvGrpSpPr>
      <p:grpSpPr>
        <a:xfrm rot="0">
          <a:off x="0" y="0"/>
          <a:ext cx="0" cy="0"/>
          <a:chOff x="0" y="0"/>
          <a:chExt cx="0" cy="0"/>
        </a:xfrm>
      </p:grpSpPr>
      <p:sp>
        <p:nvSpPr>
          <p:cNvPr id="1048608"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algn="just" eaLnBrk="1" hangingPunct="1" lvl="0">
              <a:buFontTx/>
              <a:buNone/>
            </a:pPr>
            <a:r>
              <a:rPr altLang="en-US" lang="ar-SA">
                <a:solidFill>
                  <a:schemeClr val="lt1"/>
                </a:solidFill>
              </a:rPr>
              <a:t>   وفى النهاية يمكن تصنيف الخطوط وفقاً للسمك أي سمك الخطوط التي تكون منها الحروف فكلما كانت الخطوط أكثر سمكاً يظهر النص أكثر إعتاما وتشبعاً ويطلق على الخطوط ذات السمك الكبير إسم (</a:t>
            </a:r>
            <a:r>
              <a:rPr altLang="en-US" b="1" lang="ar-SA">
                <a:solidFill>
                  <a:schemeClr val="lt1"/>
                </a:solidFill>
              </a:rPr>
              <a:t>خط</a:t>
            </a:r>
            <a:r>
              <a:rPr altLang="en-US" lang="ar-SA">
                <a:solidFill>
                  <a:schemeClr val="lt1"/>
                </a:solidFill>
              </a:rPr>
              <a:t> </a:t>
            </a:r>
            <a:r>
              <a:rPr altLang="en-US" b="1" lang="ar-SA">
                <a:solidFill>
                  <a:schemeClr val="lt1"/>
                </a:solidFill>
              </a:rPr>
              <a:t>عريض</a:t>
            </a:r>
            <a:r>
              <a:rPr altLang="en-US" b="1" lang="en-US">
                <a:solidFill>
                  <a:schemeClr val="lt1"/>
                </a:solidFill>
              </a:rPr>
              <a:t>Bold</a:t>
            </a:r>
            <a:r>
              <a:rPr altLang="en-US" lang="ar-SA">
                <a:solidFill>
                  <a:schemeClr val="lt1"/>
                </a:solidFill>
              </a:rPr>
              <a:t>) وكذا الحال أيضاً بالنسبة للخطوط </a:t>
            </a:r>
            <a:r>
              <a:rPr altLang="en-US" i="1" lang="ar-SA">
                <a:solidFill>
                  <a:schemeClr val="lt1"/>
                </a:solidFill>
              </a:rPr>
              <a:t>المائلة</a:t>
            </a:r>
            <a:r>
              <a:rPr altLang="en-US" lang="ar-SA">
                <a:solidFill>
                  <a:schemeClr val="lt1"/>
                </a:solidFill>
              </a:rPr>
              <a:t>.</a:t>
            </a:r>
            <a:r>
              <a:rPr altLang="en-US" lang="en-US">
                <a:solidFill>
                  <a:schemeClr val="lt1"/>
                </a:solidFill>
              </a:rPr>
              <a:t> </a:t>
            </a:r>
          </a:p>
          <a:p>
            <a:pPr algn="just" eaLnBrk="1" hangingPunct="1" lvl="0">
              <a:buFontTx/>
              <a:buNone/>
            </a:pPr>
            <a:r>
              <a:rPr altLang="en-US" lang="ar-SA">
                <a:solidFill>
                  <a:schemeClr val="lt1"/>
                </a:solidFill>
              </a:rPr>
              <a:t>   وأيضاً هنالك خطوط </a:t>
            </a:r>
            <a:r>
              <a:rPr altLang="en-US" lang="ar-SA">
                <a:solidFill>
                  <a:srgbClr val="FF0000"/>
                </a:solidFill>
              </a:rPr>
              <a:t>جذب الإنتباه </a:t>
            </a:r>
            <a:r>
              <a:rPr altLang="en-US" lang="ar-SA">
                <a:solidFill>
                  <a:schemeClr val="lt1"/>
                </a:solidFill>
              </a:rPr>
              <a:t>وهى الخطوط التجميلية والتي يمثل الإهتمام الأكبر بها في التصميم فهي تستخدم الزخارف والسمات التي تجعلها غير مناسبة للإستخدام العادي. و</a:t>
            </a:r>
            <a:r>
              <a:rPr altLang="en-US" lang="ar-SA">
                <a:solidFill>
                  <a:srgbClr val="FF0000"/>
                </a:solidFill>
              </a:rPr>
              <a:t>تستخدم</a:t>
            </a:r>
            <a:r>
              <a:rPr altLang="en-US" lang="ar-SA">
                <a:solidFill>
                  <a:schemeClr val="lt1"/>
                </a:solidFill>
              </a:rPr>
              <a:t> أيضاً في </a:t>
            </a:r>
            <a:r>
              <a:rPr altLang="en-US" lang="ar-SA">
                <a:solidFill>
                  <a:srgbClr val="FF0000"/>
                </a:solidFill>
              </a:rPr>
              <a:t>خطوط العناوين والمواقف الأخرى التي يتطلب فيها جذب إنتباه القارئ </a:t>
            </a:r>
            <a:r>
              <a:rPr altLang="en-US" lang="ar-SA">
                <a:solidFill>
                  <a:schemeClr val="lt1"/>
                </a:solidFill>
              </a:rPr>
              <a:t>وفيها يتم إستخدام الخطوط بأحجام كبيرة إلى جانب سمات أخرى مصممة للإستفادة من الإمكانيات التي توفرها الحروف الكبيرة </a:t>
            </a:r>
            <a:r>
              <a:rPr altLang="en-US" lang="ar-SA">
                <a:solidFill>
                  <a:srgbClr val="C00000"/>
                </a:solidFill>
              </a:rPr>
              <a:t>ولكن يجب أن لا تعيق القارئ على التركيز في المضمون الأساسي </a:t>
            </a:r>
            <a:r>
              <a:rPr altLang="en-US" lang="ar-SA">
                <a:solidFill>
                  <a:schemeClr val="lt1"/>
                </a:solidFill>
              </a:rPr>
              <a:t>للنص ويجب أيضاً أن تتسم بالسهولة من حيث القراءة لكي لا تتسبب في الشعور بالتعب عند قراءتها.</a:t>
            </a:r>
            <a:r>
              <a:rPr altLang="en-US" lang="en-US">
                <a:solidFill>
                  <a:schemeClr val="lt1"/>
                </a:solidFill>
              </a:rPr>
              <a:t> </a:t>
            </a:r>
          </a:p>
        </p:txBody>
      </p:sp>
    </p:spTree>
  </p:cSld>
  <p:clrMapOvr>
    <a:masterClrMapping/>
  </p:clrMapOvr>
  <p:transition spd="fast" advClick="1">
    <p:dissolve/>
  </p:transition>
  <p:timing/>
</p:sld>
</file>

<file path=ppt/slides/slide11.xml><?xml version="1.0" encoding="utf-8"?>
<p:sld xmlns:a="http://schemas.openxmlformats.org/drawingml/2006/main" xmlns:r="http://schemas.openxmlformats.org/officeDocument/2006/relationships" xmlns:p="http://schemas.openxmlformats.org/presentationml/2006/main" show="1" showMasterSp="0">
  <p:cSld>
    <p:spTree>
      <p:nvGrpSpPr>
        <p:cNvPr id="54" name=""/>
        <p:cNvGrpSpPr/>
        <p:nvPr/>
      </p:nvGrpSpPr>
      <p:grpSpPr>
        <a:xfrm rot="0">
          <a:off x="0" y="0"/>
          <a:ext cx="0" cy="0"/>
          <a:chOff x="0" y="0"/>
          <a:chExt cx="0" cy="0"/>
        </a:xfrm>
      </p:grpSpPr>
      <p:sp>
        <p:nvSpPr>
          <p:cNvPr id="1048609"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r>
              <a:rPr altLang="en-US" b="1" lang="ar-SA"/>
              <a:t>  </a:t>
            </a:r>
            <a:r>
              <a:rPr altLang="en-US" b="1" lang="ar-SA" u="sng">
                <a:solidFill>
                  <a:schemeClr val="lt1"/>
                </a:solidFill>
              </a:rPr>
              <a:t>إستخدام النصوص في برامج الوسائط المتعددة:</a:t>
            </a:r>
          </a:p>
          <a:p>
            <a:pPr algn="just" eaLnBrk="1" hangingPunct="1" lvl="0">
              <a:buFontTx/>
              <a:buNone/>
            </a:pPr>
            <a:r>
              <a:rPr altLang="en-US" lang="ar-SA">
                <a:solidFill>
                  <a:schemeClr val="lt1"/>
                </a:solidFill>
              </a:rPr>
              <a:t>        </a:t>
            </a:r>
            <a:r>
              <a:rPr altLang="en-US" lang="ar-SA">
                <a:solidFill>
                  <a:srgbClr val="FF0000"/>
                </a:solidFill>
              </a:rPr>
              <a:t>يشكل النص المكتوب في برمجيات الوسائط المتعددة حجر الأساس </a:t>
            </a:r>
            <a:r>
              <a:rPr altLang="en-US" lang="ar-SA">
                <a:solidFill>
                  <a:schemeClr val="lt1"/>
                </a:solidFill>
              </a:rPr>
              <a:t>فهو يستخدم داخل البرمجية في المجالات التالية:</a:t>
            </a:r>
          </a:p>
          <a:p>
            <a:pPr eaLnBrk="1" hangingPunct="1" lvl="0"/>
            <a:r>
              <a:rPr altLang="en-US" b="1" lang="ar-SA">
                <a:solidFill>
                  <a:schemeClr val="lt1"/>
                </a:solidFill>
              </a:rPr>
              <a:t>العناوين الرئيسية </a:t>
            </a:r>
            <a:r>
              <a:rPr altLang="en-US" lang="ar-SA">
                <a:solidFill>
                  <a:schemeClr val="lt1"/>
                </a:solidFill>
              </a:rPr>
              <a:t>التي تشرح محتويات البرمجية.</a:t>
            </a:r>
          </a:p>
          <a:p>
            <a:pPr eaLnBrk="1" hangingPunct="1" lvl="0"/>
            <a:r>
              <a:rPr altLang="en-US" b="1" lang="ar-SA">
                <a:solidFill>
                  <a:schemeClr val="lt1"/>
                </a:solidFill>
              </a:rPr>
              <a:t>التعليمات والإرشادات</a:t>
            </a:r>
            <a:r>
              <a:rPr altLang="en-US" lang="ar-SA">
                <a:solidFill>
                  <a:schemeClr val="lt1"/>
                </a:solidFill>
              </a:rPr>
              <a:t>: تشرح طريقة إستخدام البرمجية.</a:t>
            </a:r>
          </a:p>
          <a:p>
            <a:pPr eaLnBrk="1" hangingPunct="1" lvl="0"/>
            <a:r>
              <a:rPr altLang="en-US" b="1" lang="ar-SA">
                <a:solidFill>
                  <a:schemeClr val="lt1"/>
                </a:solidFill>
              </a:rPr>
              <a:t>القوائم الرئيسية</a:t>
            </a:r>
            <a:r>
              <a:rPr altLang="en-US" lang="ar-SA">
                <a:solidFill>
                  <a:schemeClr val="lt1"/>
                </a:solidFill>
              </a:rPr>
              <a:t>: تحدد البدائل التي يختار منها المستخدم ما يناسبه.</a:t>
            </a:r>
          </a:p>
          <a:p>
            <a:pPr eaLnBrk="1" hangingPunct="1" lvl="0"/>
            <a:r>
              <a:rPr altLang="en-US" b="1" lang="ar-SA">
                <a:solidFill>
                  <a:schemeClr val="lt1"/>
                </a:solidFill>
              </a:rPr>
              <a:t>المحتوى الرئيسي</a:t>
            </a:r>
            <a:r>
              <a:rPr altLang="en-US" lang="ar-SA">
                <a:solidFill>
                  <a:schemeClr val="lt1"/>
                </a:solidFill>
              </a:rPr>
              <a:t>: الشرح التفصيلي لمحتويات البرمجية.</a:t>
            </a:r>
          </a:p>
          <a:p>
            <a:pPr eaLnBrk="1" hangingPunct="1" lvl="0">
              <a:buFontTx/>
              <a:buNone/>
            </a:pPr>
            <a:r>
              <a:rPr altLang="en-US" lang="ar-SA">
                <a:solidFill>
                  <a:schemeClr val="lt1"/>
                </a:solidFill>
              </a:rPr>
              <a:t> </a:t>
            </a:r>
            <a:r>
              <a:rPr altLang="en-US" b="1" lang="ar-SA" u="sng">
                <a:solidFill>
                  <a:schemeClr val="lt1"/>
                </a:solidFill>
              </a:rPr>
              <a:t>الإعتبارات العامة لتصميم الخطوط:</a:t>
            </a:r>
          </a:p>
          <a:p>
            <a:pPr algn="just" eaLnBrk="1" hangingPunct="1" lvl="0">
              <a:buFontTx/>
              <a:buNone/>
            </a:pPr>
            <a:r>
              <a:rPr altLang="en-US" lang="ar-SA">
                <a:solidFill>
                  <a:schemeClr val="lt1"/>
                </a:solidFill>
              </a:rPr>
              <a:t>   هنالك عدة أمور يجب على مصمم الوسائط المتعددة مراعاتها عند إستخدام الخطوط في برمجية الوسائط منها:</a:t>
            </a:r>
            <a:r>
              <a:rPr altLang="en-US" lang="en-US"/>
              <a:t> </a:t>
            </a:r>
          </a:p>
        </p:txBody>
      </p:sp>
    </p:spTree>
  </p:cSld>
  <p:clrMapOvr>
    <a:masterClrMapping/>
  </p:clrMapOvr>
  <p:transition spd="fast" advClick="1">
    <p:dissolve/>
  </p:transition>
  <p:timing/>
</p:sld>
</file>

<file path=ppt/slides/slide12.xml><?xml version="1.0" encoding="utf-8"?>
<p:sld xmlns:a="http://schemas.openxmlformats.org/drawingml/2006/main" xmlns:r="http://schemas.openxmlformats.org/officeDocument/2006/relationships" xmlns:p="http://schemas.openxmlformats.org/presentationml/2006/main" show="1" showMasterSp="0">
  <p:cSld>
    <p:spTree>
      <p:nvGrpSpPr>
        <p:cNvPr id="55" name=""/>
        <p:cNvGrpSpPr/>
        <p:nvPr/>
      </p:nvGrpSpPr>
      <p:grpSpPr>
        <a:xfrm rot="0">
          <a:off x="0" y="0"/>
          <a:ext cx="0" cy="0"/>
          <a:chOff x="0" y="0"/>
          <a:chExt cx="0" cy="0"/>
        </a:xfrm>
      </p:grpSpPr>
      <p:sp>
        <p:nvSpPr>
          <p:cNvPr id="1048610"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algn="just" eaLnBrk="1" hangingPunct="1" indent="-609600" lvl="0" marL="609600">
              <a:buFontTx/>
              <a:buNone/>
            </a:pPr>
            <a:r>
              <a:rPr altLang="en-US" lang="ar-SA"/>
              <a:t>  </a:t>
            </a:r>
            <a:r>
              <a:rPr altLang="en-US" lang="ar-SA">
                <a:solidFill>
                  <a:schemeClr val="lt1"/>
                </a:solidFill>
              </a:rPr>
              <a:t>1- </a:t>
            </a:r>
            <a:r>
              <a:rPr altLang="en-US" b="1" lang="ar-SA">
                <a:solidFill>
                  <a:schemeClr val="lt1"/>
                </a:solidFill>
              </a:rPr>
              <a:t>إختيار حجم الخط ونمطه ونوعه بما يتناسب مع مضمون البرنامج</a:t>
            </a:r>
            <a:r>
              <a:rPr altLang="en-US" lang="ar-SA">
                <a:solidFill>
                  <a:schemeClr val="lt1"/>
                </a:solidFill>
              </a:rPr>
              <a:t>، فالعنوان(الرئيسي) غير(الهامشي) غير(محتوى النص). وتعرف </a:t>
            </a:r>
            <a:r>
              <a:rPr altLang="en-US" lang="ar-SA">
                <a:solidFill>
                  <a:srgbClr val="FF0000"/>
                </a:solidFill>
              </a:rPr>
              <a:t>الخطوط التي تستخدم في العناوين بشكل عام </a:t>
            </a:r>
            <a:r>
              <a:rPr altLang="en-US" lang="ar-SA">
                <a:solidFill>
                  <a:schemeClr val="lt1"/>
                </a:solidFill>
              </a:rPr>
              <a:t>بإسم (</a:t>
            </a:r>
            <a:r>
              <a:rPr altLang="en-US" b="1" lang="ar-SA">
                <a:solidFill>
                  <a:schemeClr val="lt1"/>
                </a:solidFill>
              </a:rPr>
              <a:t>حروف العرض</a:t>
            </a:r>
            <a:r>
              <a:rPr altLang="en-US" lang="en-US">
                <a:solidFill>
                  <a:schemeClr val="lt1"/>
                </a:solidFill>
              </a:rPr>
              <a:t>Display Type </a:t>
            </a:r>
            <a:r>
              <a:rPr altLang="en-US" lang="ar-SA">
                <a:solidFill>
                  <a:schemeClr val="lt1"/>
                </a:solidFill>
              </a:rPr>
              <a:t>) وتعرف </a:t>
            </a:r>
            <a:r>
              <a:rPr altLang="en-US" lang="ar-SA">
                <a:solidFill>
                  <a:srgbClr val="FF0000"/>
                </a:solidFill>
              </a:rPr>
              <a:t>التي تستخدم في محتوى النص</a:t>
            </a:r>
            <a:r>
              <a:rPr altLang="en-US" lang="ar-SA">
                <a:solidFill>
                  <a:schemeClr val="lt1"/>
                </a:solidFill>
              </a:rPr>
              <a:t>(حروف </a:t>
            </a:r>
            <a:r>
              <a:rPr altLang="en-US" b="1" lang="ar-SA">
                <a:solidFill>
                  <a:schemeClr val="lt1"/>
                </a:solidFill>
              </a:rPr>
              <a:t>المحتوى الأساسي </a:t>
            </a:r>
            <a:r>
              <a:rPr altLang="en-US" lang="ar-SA">
                <a:solidFill>
                  <a:schemeClr val="lt1"/>
                </a:solidFill>
              </a:rPr>
              <a:t>للنص </a:t>
            </a:r>
            <a:r>
              <a:rPr altLang="en-US" lang="en-US">
                <a:solidFill>
                  <a:schemeClr val="lt1"/>
                </a:solidFill>
              </a:rPr>
              <a:t>Hard Copy</a:t>
            </a:r>
            <a:r>
              <a:rPr altLang="en-US" lang="ar-SA">
                <a:solidFill>
                  <a:schemeClr val="lt1"/>
                </a:solidFill>
              </a:rPr>
              <a:t>).</a:t>
            </a:r>
          </a:p>
          <a:p>
            <a:pPr eaLnBrk="1" hangingPunct="1" indent="-609600" lvl="0" marL="609600"/>
            <a:r>
              <a:rPr altLang="en-US" lang="ar-SA">
                <a:solidFill>
                  <a:schemeClr val="lt1"/>
                </a:solidFill>
              </a:rPr>
              <a:t>   أ. </a:t>
            </a:r>
            <a:r>
              <a:rPr altLang="en-US" b="1" lang="ar-SA">
                <a:solidFill>
                  <a:schemeClr val="lt1"/>
                </a:solidFill>
              </a:rPr>
              <a:t>حروف العرض </a:t>
            </a:r>
            <a:r>
              <a:rPr altLang="en-US" b="1" lang="en-US">
                <a:solidFill>
                  <a:schemeClr val="lt1"/>
                </a:solidFill>
              </a:rPr>
              <a:t>Display Type</a:t>
            </a:r>
            <a:r>
              <a:rPr altLang="en-US" b="1" lang="ar-SA">
                <a:solidFill>
                  <a:schemeClr val="lt1"/>
                </a:solidFill>
              </a:rPr>
              <a:t>:</a:t>
            </a:r>
          </a:p>
          <a:p>
            <a:pPr algn="just" eaLnBrk="1" hangingPunct="1" indent="-609600" lvl="0" marL="609600">
              <a:buFontTx/>
              <a:buNone/>
            </a:pPr>
            <a:r>
              <a:rPr altLang="en-US" lang="ar-SA">
                <a:solidFill>
                  <a:schemeClr val="lt1"/>
                </a:solidFill>
              </a:rPr>
              <a:t>          تستخدم حروف العرض في كتابة كافة النصوص عدا تلك       المستخدمة في كتابة حروف المحتوى الأساسي أي أنها تستخدم في كتابة </a:t>
            </a:r>
            <a:r>
              <a:rPr altLang="en-US" lang="ar-SA">
                <a:solidFill>
                  <a:srgbClr val="FF0000"/>
                </a:solidFill>
              </a:rPr>
              <a:t>العناوين والروابط والأزرار </a:t>
            </a:r>
            <a:r>
              <a:rPr altLang="en-US" lang="ar-SA">
                <a:solidFill>
                  <a:schemeClr val="lt1"/>
                </a:solidFill>
              </a:rPr>
              <a:t>ويفضل في هذا النوع إستخدام حجم بخط يبدأ من (18) نقطة فهو مناسب جداً للتطبيقات التي تستخدم للعرض عبر جهاز فيديو أو عبر جهاز </a:t>
            </a:r>
            <a:r>
              <a:rPr altLang="en-US" lang="en-US">
                <a:solidFill>
                  <a:schemeClr val="lt1"/>
                </a:solidFill>
              </a:rPr>
              <a:t>Data Show</a:t>
            </a:r>
            <a:r>
              <a:rPr altLang="en-US" lang="en-US"/>
              <a:t> </a:t>
            </a:r>
            <a:r>
              <a:rPr altLang="en-US" lang="ar-SA">
                <a:solidFill>
                  <a:schemeClr val="lt1"/>
                </a:solidFill>
              </a:rPr>
              <a:t>.</a:t>
            </a:r>
          </a:p>
        </p:txBody>
      </p:sp>
    </p:spTree>
  </p:cSld>
  <p:clrMapOvr>
    <a:masterClrMapping/>
  </p:clrMapOvr>
  <p:transition spd="fast" advClick="1">
    <p:dissolve/>
  </p:transition>
  <p:timing/>
</p:sld>
</file>

<file path=ppt/slides/slide13.xml><?xml version="1.0" encoding="utf-8"?>
<p:sld xmlns:a="http://schemas.openxmlformats.org/drawingml/2006/main" xmlns:r="http://schemas.openxmlformats.org/officeDocument/2006/relationships" xmlns:p="http://schemas.openxmlformats.org/presentationml/2006/main" show="1" showMasterSp="0">
  <p:cSld>
    <p:spTree>
      <p:nvGrpSpPr>
        <p:cNvPr id="56" name=""/>
        <p:cNvGrpSpPr/>
        <p:nvPr/>
      </p:nvGrpSpPr>
      <p:grpSpPr>
        <a:xfrm rot="0">
          <a:off x="0" y="0"/>
          <a:ext cx="0" cy="0"/>
          <a:chOff x="0" y="0"/>
          <a:chExt cx="0" cy="0"/>
        </a:xfrm>
      </p:grpSpPr>
      <p:sp>
        <p:nvSpPr>
          <p:cNvPr id="1048611"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r>
              <a:rPr altLang="en-US" b="1" lang="ar-SA">
                <a:solidFill>
                  <a:schemeClr val="lt1"/>
                </a:solidFill>
              </a:rPr>
              <a:t>  ب. حروف المحتوى الأساسي للنص </a:t>
            </a:r>
            <a:r>
              <a:rPr altLang="en-US" b="1" lang="en-US">
                <a:solidFill>
                  <a:schemeClr val="lt1"/>
                </a:solidFill>
              </a:rPr>
              <a:t>Hard Copy</a:t>
            </a:r>
            <a:r>
              <a:rPr altLang="en-US" b="1" lang="ar-SA">
                <a:solidFill>
                  <a:schemeClr val="lt1"/>
                </a:solidFill>
              </a:rPr>
              <a:t>:</a:t>
            </a:r>
          </a:p>
          <a:p>
            <a:pPr algn="just" eaLnBrk="1" hangingPunct="1" lvl="0">
              <a:buFontTx/>
              <a:buNone/>
            </a:pPr>
            <a:r>
              <a:rPr altLang="en-US" lang="ar-SA">
                <a:solidFill>
                  <a:schemeClr val="lt1"/>
                </a:solidFill>
              </a:rPr>
              <a:t>   هي الحروف التي يكتب بها </a:t>
            </a:r>
            <a:r>
              <a:rPr altLang="en-US" lang="ar-SA">
                <a:solidFill>
                  <a:srgbClr val="FF0000"/>
                </a:solidFill>
              </a:rPr>
              <a:t>النص الأساسي </a:t>
            </a:r>
            <a:r>
              <a:rPr altLang="en-US" lang="ar-SA">
                <a:solidFill>
                  <a:schemeClr val="lt1"/>
                </a:solidFill>
              </a:rPr>
              <a:t>(الموضوع، الدرس، الشرح) مهما كان عدد الصفحات أو الشاشات المكونة لهذا النص، وعادة ما يستخدم مع   هذا النص حروف بحجم (10-12) نقطة. ويمكن إستخدام هذا النوع من الخطوط عند القراءة من شاشة الحاسب.</a:t>
            </a:r>
          </a:p>
          <a:p>
            <a:pPr algn="just" eaLnBrk="1" hangingPunct="1" lvl="0">
              <a:buFontTx/>
              <a:buNone/>
            </a:pPr>
            <a:r>
              <a:rPr altLang="en-US" lang="ar-SA">
                <a:solidFill>
                  <a:schemeClr val="lt1"/>
                </a:solidFill>
              </a:rPr>
              <a:t>  2-</a:t>
            </a:r>
            <a:r>
              <a:rPr altLang="en-US" b="1" lang="ar-SA">
                <a:solidFill>
                  <a:schemeClr val="lt1"/>
                </a:solidFill>
              </a:rPr>
              <a:t> إختيار الخطوط الأكثر وضوحاً عند إستخدام الحجم الصغير للخط </a:t>
            </a:r>
            <a:r>
              <a:rPr altLang="en-US" lang="ar-SA">
                <a:solidFill>
                  <a:srgbClr val="FF0000"/>
                </a:solidFill>
              </a:rPr>
              <a:t>فالخطوط غير المزخرفة أكثر وضوحاً وإنقرائية وجاذبية </a:t>
            </a:r>
            <a:r>
              <a:rPr altLang="en-US" lang="ar-SA">
                <a:solidFill>
                  <a:schemeClr val="lt1"/>
                </a:solidFill>
              </a:rPr>
              <a:t>عندما تكون ضمن قطع صغيرة الحجم على الشاشة،</a:t>
            </a:r>
            <a:r>
              <a:rPr altLang="en-US" lang="ar-SA">
                <a:solidFill>
                  <a:srgbClr val="FF0000"/>
                </a:solidFill>
              </a:rPr>
              <a:t> أما الخطوط</a:t>
            </a:r>
            <a:r>
              <a:rPr altLang="en-US" b="1" lang="ar-SA">
                <a:solidFill>
                  <a:srgbClr val="0070C0"/>
                </a:solidFill>
              </a:rPr>
              <a:t> </a:t>
            </a:r>
            <a:r>
              <a:rPr altLang="en-US" b="1" sz="2000" lang="en-US">
                <a:solidFill>
                  <a:srgbClr val="0070C0"/>
                </a:solidFill>
                <a:latin typeface="Kunstler Script" pitchFamily="66" charset="0"/>
                <a:ea typeface="Arial Unicode MS" pitchFamily="34" charset="-128"/>
              </a:rPr>
              <a:t>المزخرفة</a:t>
            </a:r>
            <a:r>
              <a:rPr altLang="en-US" b="1" lang="ar-SA">
                <a:solidFill>
                  <a:srgbClr val="0070C0"/>
                </a:solidFill>
              </a:rPr>
              <a:t> </a:t>
            </a:r>
            <a:r>
              <a:rPr altLang="en-US" lang="ar-SA">
                <a:solidFill>
                  <a:srgbClr val="FF0000"/>
                </a:solidFill>
              </a:rPr>
              <a:t>فتستخدم مصاحبة للخطوط الكبيرة </a:t>
            </a:r>
            <a:r>
              <a:rPr altLang="en-US" lang="ar-SA">
                <a:solidFill>
                  <a:schemeClr val="lt1"/>
                </a:solidFill>
              </a:rPr>
              <a:t>في الحجم كما في حالة العناوين، بالإضافة إلى أن </a:t>
            </a:r>
            <a:r>
              <a:rPr altLang="en-US" lang="ar-SA">
                <a:solidFill>
                  <a:srgbClr val="FF0000"/>
                </a:solidFill>
              </a:rPr>
              <a:t>إعطاء الخطوط المزخرفة نمط الخط السميك يؤدى إلى نتائج أفضل.</a:t>
            </a:r>
            <a:r>
              <a:rPr altLang="en-US" lang="en-US">
                <a:solidFill>
                  <a:srgbClr val="FF0000"/>
                </a:solidFill>
              </a:rPr>
              <a:t> </a:t>
            </a:r>
          </a:p>
        </p:txBody>
      </p:sp>
    </p:spTree>
  </p:cSld>
  <p:clrMapOvr>
    <a:masterClrMapping/>
  </p:clrMapOvr>
  <p:transition spd="fast" advClick="1">
    <p:dissolve/>
  </p:transition>
  <p:timing/>
</p:sld>
</file>

<file path=ppt/slides/slide14.xml><?xml version="1.0" encoding="utf-8"?>
<p:sld xmlns:a="http://schemas.openxmlformats.org/drawingml/2006/main" xmlns:r="http://schemas.openxmlformats.org/officeDocument/2006/relationships" xmlns:p="http://schemas.openxmlformats.org/presentationml/2006/main" show="1" showMasterSp="0">
  <p:cSld>
    <p:spTree>
      <p:nvGrpSpPr>
        <p:cNvPr id="57" name=""/>
        <p:cNvGrpSpPr/>
        <p:nvPr/>
      </p:nvGrpSpPr>
      <p:grpSpPr>
        <a:xfrm rot="0">
          <a:off x="0" y="0"/>
          <a:ext cx="0" cy="0"/>
          <a:chOff x="0" y="0"/>
          <a:chExt cx="0" cy="0"/>
        </a:xfrm>
      </p:grpSpPr>
      <p:sp>
        <p:nvSpPr>
          <p:cNvPr id="1048612"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indent="-609600" lvl="0" marL="609600">
              <a:lnSpc>
                <a:spcPct val="90000"/>
              </a:lnSpc>
              <a:buFontTx/>
              <a:buNone/>
            </a:pPr>
            <a:r>
              <a:rPr altLang="en-US" b="1" sz="3600" lang="ar-SA">
                <a:solidFill>
                  <a:schemeClr val="lt1"/>
                </a:solidFill>
              </a:rPr>
              <a:t>إنقرائية النص:</a:t>
            </a:r>
          </a:p>
          <a:p>
            <a:pPr eaLnBrk="1" hangingPunct="1" indent="-609600" lvl="0" marL="609600">
              <a:lnSpc>
                <a:spcPct val="90000"/>
              </a:lnSpc>
            </a:pPr>
            <a:r>
              <a:rPr altLang="en-US" lang="ar-SA">
                <a:solidFill>
                  <a:srgbClr val="FF0000"/>
                </a:solidFill>
              </a:rPr>
              <a:t>مدى سهولة تفسير العلاقات الحادثة بين النص ومكوناته وسهولة فهمها</a:t>
            </a:r>
            <a:r>
              <a:rPr altLang="en-US" sz="3600" lang="ar-SA">
                <a:solidFill>
                  <a:schemeClr val="lt1"/>
                </a:solidFill>
              </a:rPr>
              <a:t>.</a:t>
            </a:r>
          </a:p>
          <a:p>
            <a:pPr algn="just" eaLnBrk="1" hangingPunct="1" indent="-609600" lvl="0" marL="609600">
              <a:lnSpc>
                <a:spcPct val="90000"/>
              </a:lnSpc>
              <a:buFontTx/>
              <a:buNone/>
            </a:pPr>
            <a:r>
              <a:rPr altLang="en-US" sz="3600" lang="ar-SA">
                <a:solidFill>
                  <a:schemeClr val="lt1"/>
                </a:solidFill>
              </a:rPr>
              <a:t>  3- </a:t>
            </a:r>
            <a:r>
              <a:rPr altLang="en-US" b="1" lang="ar-SA">
                <a:solidFill>
                  <a:schemeClr val="lt1"/>
                </a:solidFill>
              </a:rPr>
              <a:t>تجنب إستخدام نوعين مختلفين تماماً من الخطوط على شاشة واحدة</a:t>
            </a:r>
          </a:p>
          <a:p>
            <a:pPr algn="just" eaLnBrk="1" hangingPunct="1" indent="-609600" lvl="0" marL="609600">
              <a:lnSpc>
                <a:spcPct val="90000"/>
              </a:lnSpc>
              <a:buFontTx/>
              <a:buNone/>
            </a:pPr>
            <a:r>
              <a:rPr altLang="en-US" b="1" lang="ar-SA">
                <a:solidFill>
                  <a:schemeClr val="lt1"/>
                </a:solidFill>
              </a:rPr>
              <a:t>      </a:t>
            </a:r>
            <a:r>
              <a:rPr altLang="en-US" sz="2800" lang="en-US">
                <a:solidFill>
                  <a:schemeClr val="lt1"/>
                </a:solidFill>
                <a:latin typeface="Arial Unicode MS" pitchFamily="34" charset="-128"/>
                <a:ea typeface="Arial Unicode MS" pitchFamily="34" charset="-128"/>
              </a:rPr>
              <a:t>لأن ذلك يسبب إضطراباً للعين وفى حالة وجود مستويين للنصوص يفضل إستخدام خطين من نفس نوع الخط مع تغيير حجم أو سمك الخط وذلك لإحداث التنوع المطلوب</a:t>
            </a:r>
            <a:r>
              <a:rPr altLang="en-US" sz="2800" lang="ar-SA">
                <a:solidFill>
                  <a:schemeClr val="lt1"/>
                </a:solidFill>
              </a:rPr>
              <a:t>.</a:t>
            </a:r>
          </a:p>
          <a:p>
            <a:pPr algn="just" eaLnBrk="1" hangingPunct="1" indent="-609600" lvl="0" marL="609600">
              <a:lnSpc>
                <a:spcPct val="90000"/>
              </a:lnSpc>
              <a:buFontTx/>
              <a:buNone/>
            </a:pPr>
            <a:r>
              <a:rPr altLang="en-US" sz="3600" lang="ar-SA">
                <a:solidFill>
                  <a:schemeClr val="lt1"/>
                </a:solidFill>
              </a:rPr>
              <a:t>  4- </a:t>
            </a:r>
            <a:r>
              <a:rPr altLang="en-US" b="1" lang="ar-SA">
                <a:solidFill>
                  <a:schemeClr val="lt1"/>
                </a:solidFill>
              </a:rPr>
              <a:t>تعد الإستمرارية والتواصل عاملاً هاماً لنجاح العرض:</a:t>
            </a:r>
          </a:p>
          <a:p>
            <a:pPr algn="just" eaLnBrk="1" hangingPunct="1" indent="-609600" lvl="0" marL="609600">
              <a:lnSpc>
                <a:spcPct val="90000"/>
              </a:lnSpc>
              <a:buFontTx/>
              <a:buNone/>
            </a:pPr>
            <a:r>
              <a:rPr altLang="en-US" b="1" sz="3600" lang="ar-SA">
                <a:solidFill>
                  <a:schemeClr val="lt1"/>
                </a:solidFill>
              </a:rPr>
              <a:t>     </a:t>
            </a:r>
            <a:r>
              <a:rPr altLang="en-US" sz="3600" lang="ar-SA">
                <a:solidFill>
                  <a:schemeClr val="lt1"/>
                </a:solidFill>
              </a:rPr>
              <a:t> لذلك يفضل إستمرارية إستخدام العناوين الرئيسية بشكل منتظم مع العروض حتى لا ينقطع المشاهد عن متابعة العرض ويتمكن من الربط بين أجزائه.</a:t>
            </a:r>
            <a:r>
              <a:rPr altLang="en-US" lang="en-US"/>
              <a:t> </a:t>
            </a:r>
          </a:p>
        </p:txBody>
      </p:sp>
    </p:spTree>
  </p:cSld>
  <p:clrMapOvr>
    <a:masterClrMapping/>
  </p:clrMapOvr>
  <p:transition spd="fast" advClick="1">
    <p:dissolve/>
  </p:transition>
  <p:timing/>
</p:sld>
</file>

<file path=ppt/slides/slide15.xml><?xml version="1.0" encoding="utf-8"?>
<p:sld xmlns:a="http://schemas.openxmlformats.org/drawingml/2006/main" xmlns:r="http://schemas.openxmlformats.org/officeDocument/2006/relationships" xmlns:p="http://schemas.openxmlformats.org/presentationml/2006/main" show="1" showMasterSp="0">
  <p:cSld>
    <p:spTree>
      <p:nvGrpSpPr>
        <p:cNvPr id="58" name=""/>
        <p:cNvGrpSpPr/>
        <p:nvPr/>
      </p:nvGrpSpPr>
      <p:grpSpPr>
        <a:xfrm rot="0">
          <a:off x="0" y="0"/>
          <a:ext cx="0" cy="0"/>
          <a:chOff x="0" y="0"/>
          <a:chExt cx="0" cy="0"/>
        </a:xfrm>
      </p:grpSpPr>
      <p:sp>
        <p:nvSpPr>
          <p:cNvPr id="1048613"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indent="-609600" lvl="0" marL="609600">
              <a:buFontTx/>
              <a:buNone/>
            </a:pPr>
            <a:r>
              <a:rPr altLang="en-US" lang="ar-SA"/>
              <a:t>  </a:t>
            </a:r>
            <a:r>
              <a:rPr altLang="en-US" sz="3600" lang="ar-SA">
                <a:solidFill>
                  <a:schemeClr val="lt1"/>
                </a:solidFill>
              </a:rPr>
              <a:t>5- عدم إنهاء فقرة من النص بكلمة واحدة في اول السطر.</a:t>
            </a:r>
          </a:p>
          <a:p>
            <a:pPr eaLnBrk="1" hangingPunct="1" indent="-609600" lvl="0" marL="609600">
              <a:buFontTx/>
              <a:buNone/>
            </a:pPr>
            <a:r>
              <a:rPr altLang="en-US" sz="3600" lang="ar-SA">
                <a:solidFill>
                  <a:schemeClr val="lt1"/>
                </a:solidFill>
              </a:rPr>
              <a:t>  6- تزيد كفاءة القراءة بنسبة </a:t>
            </a:r>
            <a:r>
              <a:rPr altLang="en-US" sz="3600" lang="en-US">
                <a:solidFill>
                  <a:schemeClr val="lt1"/>
                </a:solidFill>
              </a:rPr>
              <a:t>40%</a:t>
            </a:r>
            <a:r>
              <a:rPr altLang="en-US" sz="3600" lang="ar-SA">
                <a:solidFill>
                  <a:schemeClr val="lt1"/>
                </a:solidFill>
              </a:rPr>
              <a:t> في حالة الكتابة باللون الأسود على خلفية بيضاء مقارنة بالكتابة باللون الأبيض على خلفية سوداء.</a:t>
            </a:r>
          </a:p>
          <a:p>
            <a:pPr algn="ctr" eaLnBrk="1" hangingPunct="1" indent="-609600" lvl="0" marL="609600">
              <a:buFontTx/>
              <a:buNone/>
            </a:pPr>
            <a:r>
              <a:rPr altLang="en-US" sz="3600" lang="ar-SA">
                <a:solidFill>
                  <a:schemeClr val="lt1"/>
                </a:solidFill>
              </a:rPr>
              <a:t>  7- إستخدام قاعدة الهرم المقلوب عند كتابة العناوين في أكثر     من سطر واحد، حيث نقوم بتقليل عدد الكلمات المستخدمة      في كل سطر عن السطر الذي يسبقه.</a:t>
            </a:r>
          </a:p>
          <a:p>
            <a:pPr eaLnBrk="1" hangingPunct="1" indent="-609600" lvl="0" marL="609600">
              <a:buFontTx/>
              <a:buNone/>
            </a:pPr>
            <a:endParaRPr altLang="en-US" sz="3600" lang="en-US">
              <a:solidFill>
                <a:schemeClr val="lt1"/>
              </a:solidFill>
            </a:endParaRPr>
          </a:p>
        </p:txBody>
      </p:sp>
    </p:spTree>
  </p:cSld>
  <p:clrMapOvr>
    <a:masterClrMapping/>
  </p:clrMapOvr>
  <p:transition spd="fast" advClick="1">
    <p:dissolve/>
  </p:transition>
  <p:timing/>
</p:sld>
</file>

<file path=ppt/slides/slide16.xml><?xml version="1.0" encoding="utf-8"?>
<p:sld xmlns:a="http://schemas.openxmlformats.org/drawingml/2006/main" xmlns:r="http://schemas.openxmlformats.org/officeDocument/2006/relationships" xmlns:p="http://schemas.openxmlformats.org/presentationml/2006/main" show="1" showMasterSp="0">
  <p:cSld>
    <p:spTree>
      <p:nvGrpSpPr>
        <p:cNvPr id="59" name=""/>
        <p:cNvGrpSpPr/>
        <p:nvPr/>
      </p:nvGrpSpPr>
      <p:grpSpPr>
        <a:xfrm rot="0">
          <a:off x="0" y="0"/>
          <a:ext cx="0" cy="0"/>
          <a:chOff x="0" y="0"/>
          <a:chExt cx="0" cy="0"/>
        </a:xfrm>
      </p:grpSpPr>
      <p:sp>
        <p:nvSpPr>
          <p:cNvPr id="1048614"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indent="-609600" lvl="0" marL="609600">
              <a:buFontTx/>
              <a:buNone/>
            </a:pPr>
            <a:r>
              <a:rPr altLang="en-US" b="1" sz="3600" lang="ar-SA"/>
              <a:t> </a:t>
            </a:r>
            <a:r>
              <a:rPr altLang="en-US" b="1" sz="3600" i="1" lang="ar-SA" u="sng">
                <a:solidFill>
                  <a:schemeClr val="lt1"/>
                </a:solidFill>
              </a:rPr>
              <a:t>طرق جذب إنتباه المستخدم أو المشاهد للنص</a:t>
            </a:r>
            <a:r>
              <a:rPr altLang="en-US" b="1" sz="3600" lang="ar-SA" u="sng">
                <a:solidFill>
                  <a:schemeClr val="lt1"/>
                </a:solidFill>
              </a:rPr>
              <a:t>:</a:t>
            </a:r>
          </a:p>
          <a:p>
            <a:pPr algn="just" eaLnBrk="1" hangingPunct="1" indent="-609600" lvl="0" marL="609600"/>
            <a:r>
              <a:rPr altLang="en-US" sz="3600" lang="ar-SA">
                <a:solidFill>
                  <a:schemeClr val="lt1"/>
                </a:solidFill>
              </a:rPr>
              <a:t>تحريك النص أثناء العرض:على المصمم إستخدام سرعات مناسبة لإدخال الكلمات بحيث تتناسب مع قدرة المتعلم على المتابعة وكذلك ضبط إتجاه حركة إدخال هذه الكلمات.</a:t>
            </a:r>
          </a:p>
          <a:p>
            <a:pPr eaLnBrk="1" hangingPunct="1" indent="-609600" lvl="0" marL="609600"/>
            <a:r>
              <a:rPr altLang="en-US" sz="3600" lang="ar-SA">
                <a:solidFill>
                  <a:schemeClr val="lt1"/>
                </a:solidFill>
              </a:rPr>
              <a:t>إظهار وإخفاء النصوص في أوقات معينة.</a:t>
            </a:r>
          </a:p>
          <a:p>
            <a:pPr eaLnBrk="1" hangingPunct="1" indent="-609600" lvl="0" marL="609600"/>
            <a:r>
              <a:rPr altLang="en-US" sz="3600" lang="ar-SA">
                <a:solidFill>
                  <a:schemeClr val="lt1"/>
                </a:solidFill>
              </a:rPr>
              <a:t>إضاءة النص أثناء حديث المستخدم.</a:t>
            </a:r>
          </a:p>
          <a:p>
            <a:pPr eaLnBrk="1" hangingPunct="1" indent="-609600" lvl="0" marL="609600"/>
            <a:r>
              <a:rPr altLang="en-US" sz="3600" lang="ar-SA">
                <a:solidFill>
                  <a:schemeClr val="lt1"/>
                </a:solidFill>
              </a:rPr>
              <a:t>إستخدام بعض الحروف في الكلمة للتعبير عنها.</a:t>
            </a:r>
          </a:p>
          <a:p>
            <a:pPr algn="just" eaLnBrk="1" hangingPunct="1" indent="-609600" lvl="0" marL="609600"/>
            <a:r>
              <a:rPr altLang="en-US" sz="3600" lang="ar-SA">
                <a:solidFill>
                  <a:schemeClr val="lt1"/>
                </a:solidFill>
              </a:rPr>
              <a:t>كتابة خطوط العناوين بشكل مائل </a:t>
            </a:r>
            <a:r>
              <a:rPr altLang="en-US" b="1" sz="3600" i="1" lang="en-US">
                <a:solidFill>
                  <a:schemeClr val="lt1"/>
                </a:solidFill>
              </a:rPr>
              <a:t>Italic</a:t>
            </a:r>
            <a:r>
              <a:rPr altLang="en-US" sz="3600" lang="ar-SA">
                <a:solidFill>
                  <a:schemeClr val="lt1"/>
                </a:solidFill>
              </a:rPr>
              <a:t> لإبرازها وإضافة جمالية عليها، ووضعها داخل صندوق مع إمكانية إضافة الظلال والتجسيم الثلاثي.</a:t>
            </a:r>
            <a:r>
              <a:rPr altLang="en-US" lang="en-US"/>
              <a:t> </a:t>
            </a:r>
          </a:p>
        </p:txBody>
      </p:sp>
    </p:spTree>
  </p:cSld>
  <p:clrMapOvr>
    <a:masterClrMapping/>
  </p:clrMapOvr>
  <p:transition spd="fast" advClick="1">
    <p:dissolve/>
  </p:transition>
  <p:timing/>
</p:sld>
</file>

<file path=ppt/slides/slide17.xml><?xml version="1.0" encoding="utf-8"?>
<p:sld xmlns:a="http://schemas.openxmlformats.org/drawingml/2006/main" xmlns:r="http://schemas.openxmlformats.org/officeDocument/2006/relationships" xmlns:p="http://schemas.openxmlformats.org/presentationml/2006/main" show="1" showMasterSp="0">
  <p:cSld>
    <p:spTree>
      <p:nvGrpSpPr>
        <p:cNvPr id="60" name=""/>
        <p:cNvGrpSpPr/>
        <p:nvPr/>
      </p:nvGrpSpPr>
      <p:grpSpPr>
        <a:xfrm rot="0">
          <a:off x="0" y="0"/>
          <a:ext cx="0" cy="0"/>
          <a:chOff x="0" y="0"/>
          <a:chExt cx="0" cy="0"/>
        </a:xfrm>
      </p:grpSpPr>
      <p:sp>
        <p:nvSpPr>
          <p:cNvPr id="1048615"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r>
              <a:rPr altLang="en-US" b="1" sz="3600" lang="ar-SA"/>
              <a:t>  </a:t>
            </a:r>
            <a:r>
              <a:rPr altLang="en-US" b="1" sz="3600" lang="ar-SA" u="sng">
                <a:solidFill>
                  <a:schemeClr val="lt1"/>
                </a:solidFill>
              </a:rPr>
              <a:t>نظام </a:t>
            </a:r>
            <a:r>
              <a:rPr altLang="en-US" b="1" sz="3600" lang="en-US" u="sng">
                <a:solidFill>
                  <a:schemeClr val="lt1"/>
                </a:solidFill>
              </a:rPr>
              <a:t>Hypertext</a:t>
            </a:r>
            <a:r>
              <a:rPr altLang="en-US" sz="3600" lang="ar-SA" u="sng">
                <a:solidFill>
                  <a:schemeClr val="lt1"/>
                </a:solidFill>
              </a:rPr>
              <a:t>:</a:t>
            </a:r>
          </a:p>
          <a:p>
            <a:pPr algn="just" eaLnBrk="1" hangingPunct="1" lvl="0"/>
            <a:r>
              <a:rPr altLang="en-US" sz="3600" lang="ar-SA">
                <a:solidFill>
                  <a:schemeClr val="lt1"/>
                </a:solidFill>
              </a:rPr>
              <a:t>يعرف نظام </a:t>
            </a:r>
            <a:r>
              <a:rPr altLang="en-US" sz="3600" lang="en-US">
                <a:solidFill>
                  <a:schemeClr val="lt1"/>
                </a:solidFill>
              </a:rPr>
              <a:t>Hypertext</a:t>
            </a:r>
            <a:r>
              <a:rPr altLang="en-US" sz="3600" lang="ar-SA">
                <a:solidFill>
                  <a:schemeClr val="lt1"/>
                </a:solidFill>
              </a:rPr>
              <a:t> بأنه نظام ربط غير خطى </a:t>
            </a:r>
            <a:r>
              <a:rPr altLang="en-US" sz="3600" lang="en-US">
                <a:solidFill>
                  <a:schemeClr val="lt1"/>
                </a:solidFill>
              </a:rPr>
              <a:t>Nonlinear</a:t>
            </a:r>
            <a:r>
              <a:rPr altLang="en-US" sz="3600" lang="ar-SA">
                <a:solidFill>
                  <a:schemeClr val="lt1"/>
                </a:solidFill>
              </a:rPr>
              <a:t> عن طريق وصلات </a:t>
            </a:r>
            <a:r>
              <a:rPr altLang="en-US" sz="3600" lang="en-US">
                <a:solidFill>
                  <a:schemeClr val="lt1"/>
                </a:solidFill>
              </a:rPr>
              <a:t>Links</a:t>
            </a:r>
            <a:r>
              <a:rPr altLang="en-US" sz="3600" lang="ar-SA">
                <a:solidFill>
                  <a:schemeClr val="lt1"/>
                </a:solidFill>
              </a:rPr>
              <a:t> لأهداف </a:t>
            </a:r>
            <a:r>
              <a:rPr altLang="en-US" sz="3600" lang="en-US">
                <a:solidFill>
                  <a:schemeClr val="lt1"/>
                </a:solidFill>
              </a:rPr>
              <a:t>Objects</a:t>
            </a:r>
            <a:r>
              <a:rPr altLang="en-US" sz="3600" lang="ar-SA">
                <a:solidFill>
                  <a:schemeClr val="lt1"/>
                </a:solidFill>
              </a:rPr>
              <a:t> تحتوى على معلومات وإظهارها على شاشة المستخدم بشكل تتابعي.</a:t>
            </a:r>
          </a:p>
          <a:p>
            <a:pPr algn="just" eaLnBrk="1" hangingPunct="1" lvl="0"/>
            <a:r>
              <a:rPr altLang="en-US" sz="3600" lang="ar-SA">
                <a:solidFill>
                  <a:schemeClr val="lt1"/>
                </a:solidFill>
              </a:rPr>
              <a:t>إذا كان النص به كلمات كثيرة فيمكن فهرسة هذه الكلمات ووضع اتصالات بين </a:t>
            </a:r>
            <a:r>
              <a:rPr altLang="en-US" sz="3600" lang="ar-SA">
                <a:solidFill>
                  <a:schemeClr val="lt1"/>
                </a:solidFill>
                <a:hlinkClick r:id="rId1" action="ppaction://hlinksldjump"/>
              </a:rPr>
              <a:t>بعض</a:t>
            </a:r>
            <a:r>
              <a:rPr altLang="en-US" sz="3600" lang="ar-SA">
                <a:solidFill>
                  <a:schemeClr val="lt1"/>
                </a:solidFill>
              </a:rPr>
              <a:t> ‏الكلمات للوصول إليها مباشرة وربط هذه الكلمات المفهرسة مع بعضها يجعل هذا النص ‏هو النص الفائق).</a:t>
            </a:r>
            <a:r>
              <a:rPr altLang="en-US" sz="4400" lang="ar-SA">
                <a:solidFill>
                  <a:schemeClr val="lt1"/>
                </a:solidFill>
                <a:hlinkClick r:id="rId2" action="ppaction://hlinksldjump"/>
              </a:rPr>
              <a:t>‏ النهاية</a:t>
            </a:r>
          </a:p>
          <a:p>
            <a:pPr eaLnBrk="1" hangingPunct="1" lvl="0">
              <a:buFontTx/>
              <a:buNone/>
            </a:pPr>
            <a:br>
              <a:rPr altLang="en-US" lang="en-US"/>
            </a:br>
            <a:endParaRPr altLang="en-US" lang="en-US"/>
          </a:p>
        </p:txBody>
      </p:sp>
    </p:spTree>
  </p:cSld>
  <p:clrMapOvr>
    <a:masterClrMapping/>
  </p:clrMapOvr>
  <p:transition spd="fast" advClick="1">
    <p:dissolve/>
  </p:transition>
  <p:timing/>
</p:sld>
</file>

<file path=ppt/slides/slide18.xml><?xml version="1.0" encoding="utf-8"?>
<p:sld xmlns:a="http://schemas.openxmlformats.org/drawingml/2006/main" xmlns:r="http://schemas.openxmlformats.org/officeDocument/2006/relationships" xmlns:p="http://schemas.openxmlformats.org/presentationml/2006/main" show="1" showMasterSp="0">
  <p:cSld>
    <p:spTree>
      <p:nvGrpSpPr>
        <p:cNvPr id="61" name=""/>
        <p:cNvGrpSpPr/>
        <p:nvPr/>
      </p:nvGrpSpPr>
      <p:grpSpPr>
        <a:xfrm rot="0">
          <a:off x="0" y="0"/>
          <a:ext cx="0" cy="0"/>
          <a:chOff x="0" y="0"/>
          <a:chExt cx="0" cy="0"/>
        </a:xfrm>
      </p:grpSpPr>
      <p:sp>
        <p:nvSpPr>
          <p:cNvPr id="1048616"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algn="just" eaLnBrk="1" hangingPunct="1" lvl="0">
              <a:buFontTx/>
              <a:buNone/>
            </a:pPr>
            <a:r>
              <a:rPr altLang="en-US" sz="3600" lang="ar-SA"/>
              <a:t>  </a:t>
            </a:r>
            <a:r>
              <a:rPr altLang="en-US" sz="3600" lang="ar-SA">
                <a:solidFill>
                  <a:schemeClr val="lt1"/>
                </a:solidFill>
              </a:rPr>
              <a:t>3- </a:t>
            </a:r>
            <a:r>
              <a:rPr altLang="en-US" b="1" sz="3600" lang="ar-SA">
                <a:solidFill>
                  <a:schemeClr val="lt1"/>
                </a:solidFill>
              </a:rPr>
              <a:t>النص الغير تتابعي</a:t>
            </a:r>
            <a:r>
              <a:rPr altLang="en-US" sz="3600" lang="ar-SA">
                <a:solidFill>
                  <a:schemeClr val="lt1"/>
                </a:solidFill>
              </a:rPr>
              <a:t>، النص المتعدد الأبعاد </a:t>
            </a:r>
            <a:r>
              <a:rPr altLang="en-US" sz="3600" lang="en-US">
                <a:solidFill>
                  <a:srgbClr val="FF0000"/>
                </a:solidFill>
              </a:rPr>
              <a:t>Hypertext</a:t>
            </a:r>
            <a:r>
              <a:rPr altLang="en-US" sz="3600" lang="ar-SA">
                <a:solidFill>
                  <a:schemeClr val="lt1"/>
                </a:solidFill>
              </a:rPr>
              <a:t> هو مجموعة من(العقد) مكونة من النصوص والصور والصوت مرتبطة بوصلات الكترونية (</a:t>
            </a:r>
            <a:r>
              <a:rPr altLang="en-US" sz="3600" lang="ar-SA">
                <a:solidFill>
                  <a:srgbClr val="FF0000"/>
                </a:solidFill>
              </a:rPr>
              <a:t>روابط</a:t>
            </a:r>
            <a:r>
              <a:rPr altLang="en-US" sz="3600" lang="ar-SA">
                <a:solidFill>
                  <a:schemeClr val="lt1"/>
                </a:solidFill>
              </a:rPr>
              <a:t>) تشير إلى وجود علاقة بين الطرفين، لتشكل نظاما مبنيا على الحاسب (تقديم معلومات بشكل متشابك وغير تتابعي). فالمستفيد هو المتحكم في طريقة عرض المعلومات.</a:t>
            </a:r>
          </a:p>
          <a:p>
            <a:pPr algn="just" eaLnBrk="1" hangingPunct="1" lvl="0">
              <a:buFontTx/>
              <a:buNone/>
            </a:pPr>
            <a:r>
              <a:rPr altLang="en-US" sz="3600" lang="ar-SA">
                <a:solidFill>
                  <a:schemeClr val="lt1"/>
                </a:solidFill>
              </a:rPr>
              <a:t>       هذا </a:t>
            </a:r>
            <a:r>
              <a:rPr altLang="en-US" sz="3600" lang="ar-SA">
                <a:solidFill>
                  <a:srgbClr val="FF0000"/>
                </a:solidFill>
              </a:rPr>
              <a:t>النص الفائق هو أساس التجول في شبكة الانترنت</a:t>
            </a:r>
            <a:r>
              <a:rPr altLang="en-US" sz="3600" lang="ar-SA">
                <a:solidFill>
                  <a:schemeClr val="lt1"/>
                </a:solidFill>
              </a:rPr>
              <a:t> ولان الكمبيوتر له قدرة كبيرة ‏فانه يمكن المستخدم من التجول بين الكلمات المتصلة أو متصلة مع صور أو موسيقى ‏أو فيديو مع بعضها عن الطريق البحث البسيط والبحث المتقدم.‏</a:t>
            </a:r>
          </a:p>
        </p:txBody>
      </p:sp>
    </p:spTree>
  </p:cSld>
  <p:clrMapOvr>
    <a:masterClrMapping/>
  </p:clrMapOvr>
  <p:transition spd="fast" advClick="1">
    <p:dissolve/>
  </p:transition>
  <p:timing/>
</p:sld>
</file>

<file path=ppt/slides/slide19.xml><?xml version="1.0" encoding="utf-8"?>
<p:sld xmlns:a="http://schemas.openxmlformats.org/drawingml/2006/main" xmlns:r="http://schemas.openxmlformats.org/officeDocument/2006/relationships" xmlns:p="http://schemas.openxmlformats.org/presentationml/2006/main" show="1" showMasterSp="0">
  <p:cSld>
    <p:spTree>
      <p:nvGrpSpPr>
        <p:cNvPr id="62" name=""/>
        <p:cNvGrpSpPr/>
        <p:nvPr/>
      </p:nvGrpSpPr>
      <p:grpSpPr>
        <a:xfrm rot="0">
          <a:off x="0" y="0"/>
          <a:ext cx="0" cy="0"/>
          <a:chOff x="0" y="0"/>
          <a:chExt cx="0" cy="0"/>
        </a:xfrm>
      </p:grpSpPr>
      <p:sp>
        <p:nvSpPr>
          <p:cNvPr id="1048617"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r>
              <a:rPr altLang="en-US" sz="3600" lang="ar-SA"/>
              <a:t> </a:t>
            </a:r>
            <a:r>
              <a:rPr altLang="en-US" b="1" sz="3600" lang="ar-SA" u="sng">
                <a:solidFill>
                  <a:schemeClr val="lt1"/>
                </a:solidFill>
              </a:rPr>
              <a:t>خصائص النص الفائق:-</a:t>
            </a:r>
          </a:p>
          <a:p>
            <a:pPr eaLnBrk="1" hangingPunct="1" lvl="0">
              <a:buFontTx/>
              <a:buNone/>
            </a:pPr>
            <a:r>
              <a:rPr altLang="en-US" b="1" lang="ar-SA">
                <a:solidFill>
                  <a:schemeClr val="lt1"/>
                </a:solidFill>
              </a:rPr>
              <a:t>   </a:t>
            </a:r>
            <a:r>
              <a:rPr altLang="en-US" sz="3600" lang="ar-SA">
                <a:solidFill>
                  <a:schemeClr val="lt1"/>
                </a:solidFill>
              </a:rPr>
              <a:t>- انه غير خطي.</a:t>
            </a:r>
          </a:p>
          <a:p>
            <a:pPr eaLnBrk="1" hangingPunct="1" lvl="0">
              <a:buFontTx/>
              <a:buNone/>
            </a:pPr>
            <a:r>
              <a:rPr altLang="en-US" sz="3600" lang="ar-SA">
                <a:solidFill>
                  <a:schemeClr val="lt1"/>
                </a:solidFill>
              </a:rPr>
              <a:t>   - كم كبير من المعلومات المنظمة في العديد من الإطراف.</a:t>
            </a:r>
          </a:p>
          <a:p>
            <a:pPr eaLnBrk="1" hangingPunct="1" lvl="0">
              <a:buFontTx/>
              <a:buNone/>
            </a:pPr>
            <a:r>
              <a:rPr altLang="en-US" sz="3600" lang="ar-SA">
                <a:solidFill>
                  <a:schemeClr val="lt1"/>
                </a:solidFill>
              </a:rPr>
              <a:t>   - استرجاع معلومات غير تتابعي.</a:t>
            </a:r>
          </a:p>
          <a:p>
            <a:pPr eaLnBrk="1" hangingPunct="1" lvl="0">
              <a:buFontTx/>
              <a:buNone/>
            </a:pPr>
            <a:r>
              <a:rPr altLang="en-US" sz="3600" lang="ar-SA">
                <a:solidFill>
                  <a:schemeClr val="lt1"/>
                </a:solidFill>
              </a:rPr>
              <a:t>   - استخدام إحالات (روابط) للربط بين الإطراف.</a:t>
            </a:r>
          </a:p>
          <a:p>
            <a:pPr eaLnBrk="1" hangingPunct="1" lvl="0">
              <a:buFontTx/>
              <a:buNone/>
            </a:pPr>
            <a:r>
              <a:rPr altLang="en-US" sz="3600" lang="ar-SA">
                <a:solidFill>
                  <a:schemeClr val="lt1"/>
                </a:solidFill>
              </a:rPr>
              <a:t>   - البناء باستخدام الحاسب الآلي.</a:t>
            </a:r>
          </a:p>
          <a:p>
            <a:pPr eaLnBrk="1" hangingPunct="1" lvl="0">
              <a:buFontTx/>
              <a:buNone/>
            </a:pPr>
            <a:r>
              <a:rPr altLang="en-US" b="1" lang="ar-SA"/>
              <a:t>   </a:t>
            </a:r>
            <a:r>
              <a:rPr altLang="en-US" b="1" sz="3600" lang="ar-SA" u="sng">
                <a:solidFill>
                  <a:schemeClr val="lt1"/>
                </a:solidFill>
              </a:rPr>
              <a:t>دوافع التحول إلى النصوص الفائقة:-</a:t>
            </a:r>
          </a:p>
          <a:p>
            <a:pPr algn="just" eaLnBrk="1" hangingPunct="1" lvl="0">
              <a:buFontTx/>
              <a:buNone/>
            </a:pPr>
            <a:r>
              <a:rPr altLang="en-US" b="1" lang="ar-SA">
                <a:solidFill>
                  <a:schemeClr val="lt1"/>
                </a:solidFill>
              </a:rPr>
              <a:t>   </a:t>
            </a:r>
            <a:r>
              <a:rPr altLang="en-US" sz="3600" lang="ar-SA">
                <a:solidFill>
                  <a:schemeClr val="lt1"/>
                </a:solidFill>
              </a:rPr>
              <a:t>- إتاحة الفرصة للعديد من المستفيدين للتعامل من النص نفسه في وقت واحد من خلال البناء الشبكي لأجهزة الحاسب.</a:t>
            </a:r>
          </a:p>
        </p:txBody>
      </p:sp>
    </p:spTree>
  </p:cSld>
  <p:clrMapOvr>
    <a:masterClrMapping/>
  </p:clrMapOvr>
  <p:transition spd="fast" advClick="1">
    <p:dissolve/>
  </p:transition>
  <p:timing/>
</p:sld>
</file>

<file path=ppt/slides/slide20.xml><?xml version="1.0" encoding="utf-8"?>
<p:sld xmlns:a="http://schemas.openxmlformats.org/drawingml/2006/main" xmlns:r="http://schemas.openxmlformats.org/officeDocument/2006/relationships" xmlns:p="http://schemas.openxmlformats.org/presentationml/2006/main" show="1" showMasterSp="0">
  <p:cSld>
    <p:spTree>
      <p:nvGrpSpPr>
        <p:cNvPr id="63" name=""/>
        <p:cNvGrpSpPr/>
        <p:nvPr/>
      </p:nvGrpSpPr>
      <p:grpSpPr>
        <a:xfrm rot="0">
          <a:off x="0" y="0"/>
          <a:ext cx="0" cy="0"/>
          <a:chOff x="0" y="0"/>
          <a:chExt cx="0" cy="0"/>
        </a:xfrm>
      </p:grpSpPr>
      <p:sp>
        <p:nvSpPr>
          <p:cNvPr id="1048618"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r>
              <a:rPr altLang="en-US" lang="ar-SA"/>
              <a:t>   </a:t>
            </a:r>
            <a:r>
              <a:rPr altLang="en-US" sz="3600" lang="ar-SA">
                <a:solidFill>
                  <a:schemeClr val="lt1"/>
                </a:solidFill>
              </a:rPr>
              <a:t>- الضبط المحكم لعملية التحديث وإخراج نسخ جديدة.</a:t>
            </a:r>
          </a:p>
          <a:p>
            <a:pPr algn="just" eaLnBrk="1" hangingPunct="1" lvl="0">
              <a:buFontTx/>
              <a:buNone/>
            </a:pPr>
            <a:r>
              <a:rPr altLang="en-US" sz="3600" lang="ar-SA">
                <a:solidFill>
                  <a:schemeClr val="lt1"/>
                </a:solidFill>
              </a:rPr>
              <a:t>   - سهولة وسرعة عمليات التحرير والإعداد في النصوص الطويلة الكترونية ودمجها مع وثائق جديدة.</a:t>
            </a:r>
          </a:p>
          <a:p>
            <a:pPr eaLnBrk="1" hangingPunct="1" lvl="0">
              <a:buFontTx/>
              <a:buNone/>
            </a:pPr>
            <a:r>
              <a:rPr altLang="en-US" sz="3600" lang="ar-SA">
                <a:solidFill>
                  <a:schemeClr val="lt1"/>
                </a:solidFill>
              </a:rPr>
              <a:t>   - الربط المحكم والمفيد بين المعلومات بدلا من التشتت.</a:t>
            </a:r>
          </a:p>
          <a:p>
            <a:pPr eaLnBrk="1" hangingPunct="1" lvl="0">
              <a:buFontTx/>
              <a:buNone/>
            </a:pPr>
            <a:r>
              <a:rPr altLang="en-US" b="1" lang="ar-SA">
                <a:solidFill>
                  <a:schemeClr val="lt1"/>
                </a:solidFill>
              </a:rPr>
              <a:t>   </a:t>
            </a:r>
            <a:r>
              <a:rPr altLang="en-US" b="1" sz="3600" lang="ar-SA" u="sng">
                <a:solidFill>
                  <a:schemeClr val="lt1"/>
                </a:solidFill>
              </a:rPr>
              <a:t>نظام </a:t>
            </a:r>
            <a:r>
              <a:rPr altLang="en-US" b="1" sz="3600" lang="en-US" u="sng">
                <a:solidFill>
                  <a:schemeClr val="lt1"/>
                </a:solidFill>
              </a:rPr>
              <a:t>Hypermedia</a:t>
            </a:r>
            <a:r>
              <a:rPr altLang="en-US" b="1" sz="3600" lang="ar-SA" u="sng">
                <a:solidFill>
                  <a:schemeClr val="lt1"/>
                </a:solidFill>
              </a:rPr>
              <a:t>:</a:t>
            </a:r>
          </a:p>
          <a:p>
            <a:pPr algn="just" eaLnBrk="1" hangingPunct="1" lvl="0">
              <a:buFontTx/>
              <a:buNone/>
            </a:pPr>
            <a:r>
              <a:rPr altLang="en-US" sz="3600" lang="ar-SA">
                <a:solidFill>
                  <a:schemeClr val="lt1"/>
                </a:solidFill>
              </a:rPr>
              <a:t>   يعد </a:t>
            </a:r>
            <a:r>
              <a:rPr altLang="en-US" sz="3600" lang="en-US">
                <a:solidFill>
                  <a:schemeClr val="lt1"/>
                </a:solidFill>
              </a:rPr>
              <a:t>Hypermedia</a:t>
            </a:r>
            <a:r>
              <a:rPr altLang="en-US" sz="3600" lang="ar-SA">
                <a:solidFill>
                  <a:srgbClr val="FF0000"/>
                </a:solidFill>
              </a:rPr>
              <a:t> تطوير </a:t>
            </a:r>
            <a:r>
              <a:rPr altLang="en-US" sz="3600" lang="ar-SA">
                <a:solidFill>
                  <a:schemeClr val="lt1"/>
                </a:solidFill>
              </a:rPr>
              <a:t>لتقنية </a:t>
            </a:r>
            <a:r>
              <a:rPr altLang="en-US" sz="3600" lang="en-US">
                <a:solidFill>
                  <a:schemeClr val="lt1"/>
                </a:solidFill>
              </a:rPr>
              <a:t>Hypertext</a:t>
            </a:r>
            <a:r>
              <a:rPr altLang="en-US" sz="3600" lang="ar-SA">
                <a:solidFill>
                  <a:schemeClr val="lt1"/>
                </a:solidFill>
              </a:rPr>
              <a:t> حيث يمكن لهذه الأنظمة التعامل مع البيانات من النوع </a:t>
            </a:r>
            <a:r>
              <a:rPr altLang="en-US" sz="3600" lang="en-US">
                <a:solidFill>
                  <a:schemeClr val="lt1"/>
                </a:solidFill>
              </a:rPr>
              <a:t>Text </a:t>
            </a:r>
            <a:r>
              <a:rPr altLang="en-US" sz="3600" lang="ar-SA">
                <a:solidFill>
                  <a:schemeClr val="lt1"/>
                </a:solidFill>
              </a:rPr>
              <a:t>بالإضافة لبيانات الوسائط المتعددة، أي إمكانية دمج الصور والصوت والفيديو.</a:t>
            </a:r>
          </a:p>
        </p:txBody>
      </p:sp>
    </p:spTree>
  </p:cSld>
  <p:clrMapOvr>
    <a:masterClrMapping/>
  </p:clrMapOvr>
  <p:transition spd="fast" advClick="1">
    <p:dissolve/>
  </p:transition>
  <p:timing/>
</p:sld>
</file>

<file path=ppt/slides/slide21.xml><?xml version="1.0" encoding="utf-8"?>
<p:sld xmlns:a="http://schemas.openxmlformats.org/drawingml/2006/main" xmlns:r="http://schemas.openxmlformats.org/officeDocument/2006/relationships" xmlns:p="http://schemas.openxmlformats.org/presentationml/2006/main" show="1" showMasterSp="0">
  <p:cSld>
    <p:spTree>
      <p:nvGrpSpPr>
        <p:cNvPr id="64" name=""/>
        <p:cNvGrpSpPr/>
        <p:nvPr/>
      </p:nvGrpSpPr>
      <p:grpSpPr>
        <a:xfrm rot="0">
          <a:off x="0" y="0"/>
          <a:ext cx="0" cy="0"/>
          <a:chOff x="0" y="0"/>
          <a:chExt cx="0" cy="0"/>
        </a:xfrm>
      </p:grpSpPr>
      <p:sp>
        <p:nvSpPr>
          <p:cNvPr id="1048619" name="Rectangle 3"/>
          <p:cNvSpPr/>
          <p:nvPr>
            <p:ph sz="full" idx="1"/>
          </p:nvPr>
        </p:nvSpPr>
        <p:spPr>
          <a:xfrm rot="0">
            <a:off x="0" y="0"/>
            <a:ext cx="9144000" cy="68580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endParaRPr altLang="en-US" b="1" lang="ar-SA"/>
          </a:p>
          <a:p>
            <a:pPr eaLnBrk="1" hangingPunct="1" lvl="0">
              <a:buFontTx/>
              <a:buNone/>
            </a:pPr>
            <a:r>
              <a:rPr altLang="en-US" b="1" lang="ar-SA"/>
              <a:t>   </a:t>
            </a:r>
            <a:r>
              <a:rPr altLang="en-US" b="1" sz="3600" lang="ar-SA" u="sng">
                <a:solidFill>
                  <a:schemeClr val="lt1"/>
                </a:solidFill>
              </a:rPr>
              <a:t>طرق عرض كتل المعلومات النصية:</a:t>
            </a:r>
          </a:p>
          <a:p>
            <a:pPr algn="just" eaLnBrk="1" hangingPunct="1" lvl="0"/>
            <a:r>
              <a:rPr altLang="en-US" sz="3600" lang="ar-SA">
                <a:solidFill>
                  <a:schemeClr val="lt1"/>
                </a:solidFill>
              </a:rPr>
              <a:t>في كثير من الأحوال يكون </a:t>
            </a:r>
            <a:r>
              <a:rPr altLang="en-US" sz="3600" lang="ar-SA">
                <a:solidFill>
                  <a:srgbClr val="FF0000"/>
                </a:solidFill>
              </a:rPr>
              <a:t>طول النص المكتوب داخل مشروع الوسائط المتعددة أكبر من طول الشاشة الواحدة</a:t>
            </a:r>
            <a:r>
              <a:rPr altLang="en-US" sz="3600" lang="ar-SA">
                <a:solidFill>
                  <a:schemeClr val="lt1"/>
                </a:solidFill>
              </a:rPr>
              <a:t>، في مثل هذه الحالات يمكن لمصمم المشروع إتباع إحدى </a:t>
            </a:r>
            <a:r>
              <a:rPr altLang="en-US" sz="3600" lang="ar-SA">
                <a:solidFill>
                  <a:srgbClr val="FF0000"/>
                </a:solidFill>
              </a:rPr>
              <a:t>الطرق</a:t>
            </a:r>
            <a:r>
              <a:rPr altLang="en-US" sz="3600" lang="ar-SA">
                <a:solidFill>
                  <a:schemeClr val="lt1"/>
                </a:solidFill>
              </a:rPr>
              <a:t> التالية:</a:t>
            </a:r>
          </a:p>
          <a:p>
            <a:pPr eaLnBrk="1" hangingPunct="1" lvl="0"/>
            <a:r>
              <a:rPr altLang="en-US" sz="3600" lang="ar-SA">
                <a:solidFill>
                  <a:schemeClr val="lt1"/>
                </a:solidFill>
              </a:rPr>
              <a:t>إستخدام أشرطة التمرير.</a:t>
            </a:r>
          </a:p>
          <a:p>
            <a:pPr eaLnBrk="1" hangingPunct="1" lvl="0"/>
            <a:r>
              <a:rPr altLang="en-US" sz="3600" lang="ar-SA">
                <a:solidFill>
                  <a:schemeClr val="lt1"/>
                </a:solidFill>
              </a:rPr>
              <a:t>إستخدام النص المتحرك.</a:t>
            </a:r>
          </a:p>
          <a:p>
            <a:pPr eaLnBrk="1" hangingPunct="1" lvl="0"/>
            <a:r>
              <a:rPr altLang="en-US" sz="3600" lang="ar-SA">
                <a:solidFill>
                  <a:schemeClr val="lt1"/>
                </a:solidFill>
              </a:rPr>
              <a:t>توزيع النص على أكثر من شريحة.</a:t>
            </a:r>
          </a:p>
          <a:p>
            <a:pPr eaLnBrk="1" hangingPunct="1" lvl="0">
              <a:buFontTx/>
              <a:buNone/>
            </a:pPr>
            <a:r>
              <a:rPr altLang="en-US" sz="3600" lang="ar-SA"/>
              <a:t>  </a:t>
            </a:r>
          </a:p>
        </p:txBody>
      </p:sp>
    </p:spTree>
  </p:cSld>
  <p:clrMapOvr>
    <a:masterClrMapping/>
  </p:clrMapOvr>
  <p:transition spd="fast" advClick="1">
    <p:dissolve/>
  </p:transition>
  <p:timing/>
</p:sld>
</file>

<file path=ppt/slides/slide22.xml><?xml version="1.0" encoding="utf-8"?>
<p:sld xmlns:a="http://schemas.openxmlformats.org/drawingml/2006/main" xmlns:r="http://schemas.openxmlformats.org/officeDocument/2006/relationships" xmlns:p="http://schemas.openxmlformats.org/presentationml/2006/main" show="1" showMasterSp="0">
  <p:cSld>
    <p:spTree>
      <p:nvGrpSpPr>
        <p:cNvPr id="65" name=""/>
        <p:cNvGrpSpPr/>
        <p:nvPr/>
      </p:nvGrpSpPr>
      <p:grpSpPr>
        <a:xfrm rot="0">
          <a:off x="0" y="0"/>
          <a:ext cx="0" cy="0"/>
          <a:chOff x="0" y="0"/>
          <a:chExt cx="0" cy="0"/>
        </a:xfrm>
      </p:grpSpPr>
      <p:sp>
        <p:nvSpPr>
          <p:cNvPr id="1048620" name="Rectangle 3"/>
          <p:cNvSpPr/>
          <p:nvPr>
            <p:ph sz="full" idx="1"/>
          </p:nvPr>
        </p:nvSpPr>
        <p:spPr>
          <a:xfrm rot="0">
            <a:off x="0" y="0"/>
            <a:ext cx="9144000" cy="6705600"/>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eaLnBrk="1" hangingPunct="1" lvl="0">
              <a:buFontTx/>
              <a:buNone/>
            </a:pPr>
            <a:r>
              <a:rPr altLang="en-US" b="1" lang="ar-SA"/>
              <a:t>  </a:t>
            </a:r>
          </a:p>
          <a:p>
            <a:pPr eaLnBrk="1" hangingPunct="1" lvl="0">
              <a:buFontTx/>
              <a:buNone/>
            </a:pPr>
            <a:r>
              <a:rPr altLang="en-US" b="1" sz="4000" lang="ar-SA"/>
              <a:t>  </a:t>
            </a:r>
            <a:r>
              <a:rPr altLang="en-US" b="1" sz="4000" lang="ar-SA" u="sng">
                <a:solidFill>
                  <a:schemeClr val="lt1"/>
                </a:solidFill>
              </a:rPr>
              <a:t>إستخدام القوائم في التجول:</a:t>
            </a:r>
          </a:p>
          <a:p>
            <a:pPr algn="just" eaLnBrk="1" hangingPunct="1" lvl="0">
              <a:buFontTx/>
              <a:buNone/>
            </a:pPr>
            <a:r>
              <a:rPr altLang="en-US" lang="ar-SA">
                <a:solidFill>
                  <a:schemeClr val="lt1"/>
                </a:solidFill>
              </a:rPr>
              <a:t>   </a:t>
            </a:r>
            <a:r>
              <a:rPr altLang="en-US" sz="4000" lang="ar-SA">
                <a:solidFill>
                  <a:schemeClr val="lt1"/>
                </a:solidFill>
              </a:rPr>
              <a:t>تستخدم القوائم في مشروع الوسائط المتعددة عندما يحتوى المشروع على العديد من الإرتباطات</a:t>
            </a:r>
            <a:r>
              <a:rPr altLang="en-US" sz="4000" lang="en-US">
                <a:solidFill>
                  <a:schemeClr val="lt1"/>
                </a:solidFill>
              </a:rPr>
              <a:t>links </a:t>
            </a:r>
            <a:r>
              <a:rPr altLang="en-US" sz="4000" lang="ar-SA">
                <a:solidFill>
                  <a:schemeClr val="lt1"/>
                </a:solidFill>
              </a:rPr>
              <a:t> وبذلك يصبح عدد الأزرار المستخدمة كبير مما يسبب إزدحاماً داخل المشروع. تعد القائمة الواحدة مجموعة من الأزرار فى القائمة الواحدة إلاً بعد النقر فوق الزر الرئيسي للقائمة.</a:t>
            </a:r>
            <a:r>
              <a:rPr altLang="en-US" lang="en-US">
                <a:solidFill>
                  <a:schemeClr val="lt1"/>
                </a:solidFill>
              </a:rPr>
              <a:t> </a:t>
            </a:r>
          </a:p>
        </p:txBody>
      </p:sp>
    </p:spTree>
  </p:cSld>
  <p:clrMapOvr>
    <a:masterClrMapping/>
  </p:clrMapOvr>
  <p:transition spd="fast" advClick="1">
    <p:dissolve/>
  </p:transition>
  <p:timing/>
</p:sld>
</file>

<file path=ppt/slides/slide23.xml><?xml version="1.0" encoding="utf-8"?>
<p:sld xmlns:a="http://schemas.openxmlformats.org/drawingml/2006/main" xmlns:r="http://schemas.openxmlformats.org/officeDocument/2006/relationships" xmlns:p="http://schemas.openxmlformats.org/presentationml/2006/main" show="1" showMasterSp="0">
  <p:cSld>
    <p:spTree>
      <p:nvGrpSpPr>
        <p:cNvPr id="66" name=""/>
        <p:cNvGrpSpPr/>
        <p:nvPr/>
      </p:nvGrpSpPr>
      <p:grpSpPr>
        <a:xfrm rot="0">
          <a:off x="0" y="0"/>
          <a:ext cx="0" cy="0"/>
          <a:chOff x="0" y="0"/>
          <a:chExt cx="0" cy="0"/>
        </a:xfrm>
      </p:grpSpPr>
      <p:sp>
        <p:nvSpPr>
          <p:cNvPr id="1048621" name="عنوان 1"/>
          <p:cNvSpPr/>
          <p:nvPr>
            <p:ph type="title" sz="full" idx="0"/>
          </p:nvPr>
        </p:nvSpPr>
        <p:spPr>
          <a:xfrm rot="0">
            <a:off x="457200" y="254000"/>
            <a:ext cx="8229600" cy="1143000"/>
          </a:xfrm>
          <a:prstGeom prst="rect"/>
          <a:noFill/>
          <a:ln>
            <a:noFill/>
          </a:ln>
        </p:spPr>
        <p:txBody>
          <a:bodyPr anchor="b" bIns="45720" lIns="91440" rIns="91440" tIns="45720" vert="horz"/>
          <a:lstStyle>
            <a:lvl1pPr algn="r" eaLnBrk="0" fontAlgn="base" hangingPunct="0" indent="0" latinLnBrk="0" marL="53975" rtl="1">
              <a:lnSpc>
                <a:spcPct val="100000"/>
              </a:lnSpc>
              <a:spcBef>
                <a:spcPct val="0"/>
              </a:spcBef>
              <a:spcAft>
                <a:spcPct val="0"/>
              </a:spcAft>
              <a:buFontTx/>
              <a:buNone/>
              <a:defRPr baseline="0" b="0" sz="4600" i="0" u="none">
                <a:solidFill>
                  <a:srgbClr val="E7EACB"/>
                </a:solidFill>
                <a:latin typeface="Tw Cen MT" pitchFamily="34" charset="0"/>
                <a:ea typeface="Arial" pitchFamily="34" charset="0"/>
                <a:sym typeface="Arial" pitchFamily="34" charset="0"/>
              </a:defRPr>
            </a:lvl1pPr>
          </a:lstStyle>
          <a:p>
            <a:pPr eaLnBrk="1" hangingPunct="1" lvl="0"/>
            <a:endParaRPr altLang="en-US" lang="en-US">
              <a:effectLst>
                <a:outerShdw algn="tl" blurRad="38100" dir="2700000" dist="38100">
                  <a:srgbClr val="C0C0C0"/>
                </a:outerShdw>
              </a:effectLst>
            </a:endParaRPr>
          </a:p>
        </p:txBody>
      </p:sp>
      <p:sp>
        <p:nvSpPr>
          <p:cNvPr id="1048622" name="عنصر نائب للمحتوى 2"/>
          <p:cNvSpPr/>
          <p:nvPr>
            <p:ph sz="full" idx="1"/>
          </p:nvPr>
        </p:nvSpPr>
        <p:spPr>
          <a:xfrm rot="0">
            <a:off x="457200" y="1646237"/>
            <a:ext cx="8229600" cy="4525962"/>
          </a:xfrm>
          <a:prstGeom prst="rect"/>
          <a:noFill/>
          <a:ln>
            <a:noFill/>
          </a:ln>
        </p:spPr>
        <p:txBody>
          <a:bodyPr anchor="t" bIns="45720" lIns="91440" rIns="91440" tIns="45720" vert="horz"/>
          <a:lstStyle>
            <a:lvl1pPr algn="r" eaLnBrk="0" fontAlgn="base" hangingPunct="0" indent="-292100" latinLnBrk="0" marL="292100" rtl="1">
              <a:lnSpc>
                <a:spcPct val="100000"/>
              </a:lnSpc>
              <a:spcBef>
                <a:spcPct val="0"/>
              </a:spcBef>
              <a:spcAft>
                <a:spcPct val="0"/>
              </a:spcAft>
              <a:buClr>
                <a:schemeClr val="accent1"/>
              </a:buClr>
              <a:buSzPct val="70000"/>
              <a:buFont typeface="Wingdings 2" pitchFamily="18" charset="2"/>
              <a:buChar char=""/>
              <a:defRPr baseline="0" b="0" sz="3200" i="0" u="none">
                <a:solidFill>
                  <a:schemeClr val="dk1"/>
                </a:solidFill>
                <a:latin typeface="Tw Cen MT" pitchFamily="34" charset="0"/>
                <a:ea typeface="Arial" pitchFamily="34" charset="0"/>
                <a:sym typeface="Arial" pitchFamily="34" charset="0"/>
              </a:defRPr>
            </a:lvl1pPr>
            <a:lvl2pPr algn="r" eaLnBrk="0" fontAlgn="base" hangingPunct="0" indent="-228600" latinLnBrk="0" marL="639762" rtl="1">
              <a:lnSpc>
                <a:spcPct val="100000"/>
              </a:lnSpc>
              <a:spcBef>
                <a:spcPts val="400"/>
              </a:spcBef>
              <a:spcAft>
                <a:spcPct val="0"/>
              </a:spcAft>
              <a:buClr>
                <a:schemeClr val="accent2"/>
              </a:buClr>
              <a:buSzPct val="90000"/>
              <a:buFontTx/>
              <a:buChar char="•"/>
              <a:defRPr baseline="0" b="0" sz="2600" i="0" u="none">
                <a:solidFill>
                  <a:schemeClr val="dk1"/>
                </a:solidFill>
                <a:latin typeface="Tw Cen MT" pitchFamily="34" charset="0"/>
                <a:ea typeface="Arial" pitchFamily="34" charset="0"/>
                <a:sym typeface="Arial" pitchFamily="34" charset="0"/>
              </a:defRPr>
            </a:lvl2pPr>
            <a:lvl3pPr algn="r" eaLnBrk="0" fontAlgn="base" hangingPunct="0" indent="-190500" latinLnBrk="0" marL="822325" rtl="1">
              <a:lnSpc>
                <a:spcPct val="100000"/>
              </a:lnSpc>
              <a:spcBef>
                <a:spcPts val="400"/>
              </a:spcBef>
              <a:spcAft>
                <a:spcPct val="0"/>
              </a:spcAft>
              <a:buClr>
                <a:srgbClr val="A8CDD7"/>
              </a:buClr>
              <a:buSzPct val="100000"/>
              <a:buFont typeface="Wingdings 2" pitchFamily="18" charset="2"/>
              <a:buChar char=""/>
              <a:defRPr baseline="0" b="0" sz="2300" i="0" u="none">
                <a:solidFill>
                  <a:schemeClr val="dk1"/>
                </a:solidFill>
                <a:latin typeface="Tw Cen MT" pitchFamily="34" charset="0"/>
                <a:ea typeface="Arial" pitchFamily="34" charset="0"/>
                <a:sym typeface="Arial" pitchFamily="34" charset="0"/>
              </a:defRPr>
            </a:lvl3pPr>
            <a:lvl4pPr algn="r" eaLnBrk="0" fontAlgn="base" hangingPunct="0" indent="-182562" latinLnBrk="0" marL="1004887" rtl="1">
              <a:lnSpc>
                <a:spcPct val="100000"/>
              </a:lnSpc>
              <a:spcBef>
                <a:spcPts val="400"/>
              </a:spcBef>
              <a:spcAft>
                <a:spcPct val="0"/>
              </a:spcAft>
              <a:buClr>
                <a:srgbClr val="A8CDD7"/>
              </a:buClr>
              <a:buSzPct val="100000"/>
              <a:buFont typeface="Wingdings 2" pitchFamily="18" charset="2"/>
              <a:buChar char=""/>
              <a:defRPr baseline="0" b="0" sz="2000" i="0" u="none">
                <a:solidFill>
                  <a:schemeClr val="dk1"/>
                </a:solidFill>
                <a:latin typeface="Tw Cen MT" pitchFamily="34" charset="0"/>
                <a:ea typeface="Arial" pitchFamily="34" charset="0"/>
                <a:sym typeface="Arial" pitchFamily="34" charset="0"/>
              </a:defRPr>
            </a:lvl4pPr>
            <a:lvl5pPr algn="r" eaLnBrk="0" fontAlgn="base" hangingPunct="0" indent="-182563" latinLnBrk="0" marL="1187450" rtl="1">
              <a:lnSpc>
                <a:spcPct val="100000"/>
              </a:lnSpc>
              <a:spcBef>
                <a:spcPts val="400"/>
              </a:spcBef>
              <a:spcAft>
                <a:spcPct val="0"/>
              </a:spcAft>
              <a:buClr>
                <a:srgbClr val="A8CDD7"/>
              </a:buClr>
              <a:buSzPct val="100000"/>
              <a:buFont typeface="Wingdings 2" pitchFamily="18" charset="2"/>
              <a:buChar char=""/>
              <a:defRPr baseline="0" b="0" sz="1900" i="0" u="none">
                <a:solidFill>
                  <a:schemeClr val="dk1"/>
                </a:solidFill>
                <a:latin typeface="Tw Cen MT" pitchFamily="34" charset="0"/>
                <a:ea typeface="Arial" pitchFamily="34" charset="0"/>
                <a:sym typeface="Arial" pitchFamily="34" charset="0"/>
              </a:defRPr>
            </a:lvl5pPr>
          </a:lstStyle>
          <a:p>
            <a:pPr algn="ctr" eaLnBrk="1" hangingPunct="1" indent="0" lvl="0" marL="0">
              <a:buFontTx/>
              <a:buNone/>
            </a:pPr>
            <a:r>
              <a:rPr altLang="en-US" sz="13800" lang="zh-CN">
                <a:solidFill>
                  <a:schemeClr val="lt1"/>
                </a:solidFill>
                <a:ea typeface="Akhbar MT" pitchFamily="2" charset="-78"/>
              </a:rPr>
              <a:t>سؤال ؟</a:t>
            </a:r>
          </a:p>
          <a:p>
            <a:pPr eaLnBrk="1" hangingPunct="1" indent="0" lvl="0" marL="0">
              <a:buFontTx/>
              <a:buNone/>
            </a:pPr>
            <a:endParaRPr altLang="en-US" lang="en-US"/>
          </a:p>
        </p:txBody>
      </p:sp>
    </p:spTree>
  </p:cSld>
  <p:clrMapOvr>
    <a:masterClrMapping/>
  </p:clrMapOvr>
  <p:transition spd="fast" advClick="1">
    <p:dissolve/>
  </p:transition>
  <p:timing/>
</p:sld>
</file>

<file path=ppt/theme/theme1.xml><?xml version="1.0" encoding="utf-8"?>
<a:theme xmlns:a="http://schemas.openxmlformats.org/drawingml/2006/main" name="Office 主题">
  <a:themeElements>
    <a:clrScheme name="Default Color Scheme">
      <a:dk1>
        <a:srgbClr val="FFFFFF"/>
      </a:dk1>
      <a:lt1>
        <a:srgbClr val="000000"/>
      </a:lt1>
      <a:dk2>
        <a:srgbClr val="676A55"/>
      </a:dk2>
      <a:lt2>
        <a:srgbClr val="EAEBDE"/>
      </a:lt2>
      <a:accent1>
        <a:srgbClr val="72A376"/>
      </a:accent1>
      <a:accent2>
        <a:srgbClr val="B0CCB0"/>
      </a:accent2>
      <a:accent3>
        <a:srgbClr val="AAAAAA"/>
      </a:accent3>
      <a:accent4>
        <a:srgbClr val="DCDCDC"/>
      </a:accent4>
      <a:accent5>
        <a:srgbClr val="BCCEBD"/>
      </a:accent5>
      <a:accent6>
        <a:srgbClr val="9DB79D"/>
      </a:accent6>
      <a:hlink>
        <a:srgbClr val="DB5353"/>
      </a:hlink>
      <a:folHlink>
        <a:srgbClr val="903638"/>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FFFFFF"/>
        </a:dk1>
        <a:lt1>
          <a:srgbClr val="000000"/>
        </a:lt1>
        <a:dk2>
          <a:srgbClr val="676A55"/>
        </a:dk2>
        <a:lt2>
          <a:srgbClr val="EAEBDE"/>
        </a:lt2>
        <a:accent1>
          <a:srgbClr val="72A376"/>
        </a:accent1>
        <a:accent2>
          <a:srgbClr val="B0CCB0"/>
        </a:accent2>
        <a:accent3>
          <a:srgbClr val="AAAAAA"/>
        </a:accent3>
        <a:accent4>
          <a:srgbClr val="DCDCDC"/>
        </a:accent4>
        <a:accent5>
          <a:srgbClr val="BCCEBD"/>
        </a:accent5>
        <a:accent6>
          <a:srgbClr val="9DB79D"/>
        </a:accent6>
        <a:hlink>
          <a:srgbClr val="DB5353"/>
        </a:hlink>
        <a:folHlink>
          <a:srgbClr val="903638"/>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محاضرة رقم(2) النص (Text)</dc:title>
  <dc:creator>Hozifa</dc:creator>
  <cp:lastModifiedBy>Helwa</cp:lastModifiedBy>
  <dcterms:created xsi:type="dcterms:W3CDTF">2010-05-24T02:55:54Z</dcterms:created>
  <dcterms:modified xsi:type="dcterms:W3CDTF">2026-09-24T04:15:40Z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0dbb803b11b94b46ab0cb816ce0fd8c2_23</vt:lpwstr>
  </property>
</Properties>
</file>