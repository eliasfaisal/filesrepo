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8" r:id="rId5"/>
    <p:sldId id="259" r:id="rId6"/>
    <p:sldId id="260" r:id="rId7"/>
  </p:sldIdLst>
  <p:sldSz cx="6858000" cy="9903460" type="A4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3119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56781" y="1279525"/>
            <a:ext cx="239208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57250" y="1910482"/>
            <a:ext cx="5143500" cy="3158236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45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57250" y="5201683"/>
            <a:ext cx="5143500" cy="2391077"/>
          </a:xfrm>
        </p:spPr>
        <p:txBody>
          <a:bodyPr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4331" y="373219"/>
            <a:ext cx="5915025" cy="1914238"/>
          </a:xfrm>
        </p:spPr>
        <p:txBody>
          <a:bodyPr anchor="ctr" anchorCtr="0">
            <a:normAutofit/>
          </a:bodyPr>
          <a:lstStyle>
            <a:lvl1pPr>
              <a:defRPr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4331" y="2636375"/>
            <a:ext cx="5915025" cy="6283743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16" y="5416719"/>
            <a:ext cx="5539550" cy="1171926"/>
          </a:xfrm>
        </p:spPr>
        <p:txBody>
          <a:bodyPr anchor="b">
            <a:normAutofit/>
          </a:bodyPr>
          <a:lstStyle>
            <a:lvl1pPr>
              <a:defRPr sz="3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7916" y="6657316"/>
            <a:ext cx="4118372" cy="935131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4331" y="373219"/>
            <a:ext cx="5915025" cy="1914238"/>
          </a:xfrm>
        </p:spPr>
        <p:txBody>
          <a:bodyPr>
            <a:normAutofit/>
          </a:bodyPr>
          <a:lstStyle>
            <a:lvl1pPr>
              <a:defRPr sz="18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64331" y="2636375"/>
            <a:ext cx="2914650" cy="628374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364706" y="2636375"/>
            <a:ext cx="2914650" cy="628374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527275"/>
            <a:ext cx="5915025" cy="1914238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2381" y="2519889"/>
            <a:ext cx="2901255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381" y="3777187"/>
            <a:ext cx="2901255" cy="5161272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71863" y="2519889"/>
            <a:ext cx="2915543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71863" y="3777187"/>
            <a:ext cx="2915543" cy="5161272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1488" y="3994682"/>
            <a:ext cx="5915025" cy="1914238"/>
          </a:xfrm>
        </p:spPr>
        <p:txBody>
          <a:bodyPr>
            <a:normAutofit/>
          </a:bodyPr>
          <a:lstStyle>
            <a:lvl1pPr algn="ctr">
              <a:defRPr sz="36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3795" y="183400"/>
            <a:ext cx="2342925" cy="2310840"/>
          </a:xfrm>
        </p:spPr>
        <p:txBody>
          <a:bodyPr anchor="ctr" anchorCtr="0">
            <a:normAutofit/>
          </a:bodyPr>
          <a:lstStyle>
            <a:lvl1pPr>
              <a:defRPr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2916000" y="1106688"/>
            <a:ext cx="3272273" cy="7356861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66653" y="2971080"/>
            <a:ext cx="2342925" cy="550429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417909" y="627228"/>
            <a:ext cx="0" cy="2009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526272" y="527275"/>
            <a:ext cx="860240" cy="8392843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71488" y="527275"/>
            <a:ext cx="4994976" cy="8392843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471488" y="796480"/>
            <a:ext cx="5915025" cy="8027679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527275"/>
            <a:ext cx="5915025" cy="191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2636375"/>
            <a:ext cx="5915025" cy="6283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9179170"/>
            <a:ext cx="2314575" cy="527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M-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6858000" cy="9902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PM-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6858000" cy="99040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PM-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6858000" cy="9902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PM-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6858000" cy="99034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 descr="PM-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6857365" cy="99034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SimSun</vt:lpstr>
      <vt:lpstr>Wingdings</vt:lpstr>
      <vt:lpstr>Times New Roman</vt:lpstr>
      <vt:lpstr>Arial Black</vt:lpstr>
      <vt:lpstr>Microsoft YaHei</vt:lpstr>
      <vt:lpstr>Droid Sans Fallback</vt:lpstr>
      <vt:lpstr>Arial Unicode MS</vt:lpstr>
      <vt:lpstr>SimSun</vt:lpstr>
      <vt:lpstr>SimSun</vt:lpstr>
      <vt:lpstr>MS Outlook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root</cp:lastModifiedBy>
  <cp:revision>16</cp:revision>
  <dcterms:created xsi:type="dcterms:W3CDTF">2026-10-18T07:52:02Z</dcterms:created>
  <dcterms:modified xsi:type="dcterms:W3CDTF">2026-10-18T07:52:02Z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1033-11.1.0.10702</vt:lpwstr>
  </property>
</Properties>
</file>