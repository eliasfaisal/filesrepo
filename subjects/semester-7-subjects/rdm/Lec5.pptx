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10.xml" ContentType="application/vnd.openxmlformats-officedocument.presentationml.slide+xml"/>
  <Override PartName="/ppt/notesSlides/notesSlide9.xml" ContentType="application/vnd.openxmlformats-officedocument.presentationml.notesSlide+xml"/>
  <Override PartName="/ppt/slides/slide11.xml" ContentType="application/vnd.openxmlformats-officedocument.presentationml.slide+xml"/>
  <Override PartName="/ppt/notesSlides/notesSlide10.xml" ContentType="application/vnd.openxmlformats-officedocument.presentationml.notesSlide+xml"/>
  <Override PartName="/ppt/slides/slide12.xml" ContentType="application/vnd.openxmlformats-officedocument.presentationml.slide+xml"/>
  <Override PartName="/ppt/notesSlides/notesSlide11.xml" ContentType="application/vnd.openxmlformats-officedocument.presentationml.notesSlide+xml"/>
  <Override PartName="/ppt/slides/slide13.xml" ContentType="application/vnd.openxmlformats-officedocument.presentationml.slide+xml"/>
  <Override PartName="/ppt/notesSlides/notesSlide12.xml" ContentType="application/vnd.openxmlformats-officedocument.presentationml.notesSlide+xml"/>
  <Override PartName="/ppt/slides/slide14.xml" ContentType="application/vnd.openxmlformats-officedocument.presentationml.slide+xml"/>
  <Override PartName="/ppt/notesSlides/notesSlide13.xml" ContentType="application/vnd.openxmlformats-officedocument.presentationml.notesSlide+xml"/>
  <Override PartName="/ppt/slides/slide15.xml" ContentType="application/vnd.openxmlformats-officedocument.presentationml.slide+xml"/>
  <Override PartName="/ppt/notesSlides/notesSlide14.xml" ContentType="application/vnd.openxmlformats-officedocument.presentationml.notesSlide+xml"/>
  <Override PartName="/ppt/slides/slide16.xml" ContentType="application/vnd.openxmlformats-officedocument.presentationml.slide+xml"/>
  <Override PartName="/ppt/notesSlides/notesSlide15.xml" ContentType="application/vnd.openxmlformats-officedocument.presentationml.notesSlide+xml"/>
  <Override PartName="/ppt/slides/slide17.xml" ContentType="application/vnd.openxmlformats-officedocument.presentationml.slide+xml"/>
  <Override PartName="/ppt/notesSlides/notesSlide16.xml" ContentType="application/vnd.openxmlformats-officedocument.presentationml.notes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19.xml" ContentType="application/vnd.openxmlformats-officedocument.presentationml.slide+xml"/>
  <Override PartName="/ppt/notesSlides/notesSlide18.xml" ContentType="application/vnd.openxmlformats-officedocument.presentationml.notesSlide+xml"/>
  <Override PartName="/ppt/slides/slide20.xml" ContentType="application/vnd.openxmlformats-officedocument.presentationml.slide+xml"/>
  <Override PartName="/ppt/notesSlides/notesSlide19.xml" ContentType="application/vnd.openxmlformats-officedocument.presentationml.notesSlide+xml"/>
  <Override PartName="/ppt/slides/slide21.xml" ContentType="application/vnd.openxmlformats-officedocument.presentationml.slide+xml"/>
  <Override PartName="/ppt/notesSlides/notesSlide20.xml" ContentType="application/vnd.openxmlformats-officedocument.presentationml.notesSlide+xml"/>
  <Override PartName="/ppt/slides/slide22.xml" ContentType="application/vnd.openxmlformats-officedocument.presentationml.slide+xml"/>
  <Override PartName="/ppt/notesSlides/notesSlide21.xml" ContentType="application/vnd.openxmlformats-officedocument.presentationml.notesSlide+xml"/>
  <Override PartName="/ppt/slides/slide23.xml" ContentType="application/vnd.openxmlformats-officedocument.presentationml.slide+xml"/>
  <Override PartName="/ppt/notesSlides/notesSlide22.xml" ContentType="application/vnd.openxmlformats-officedocument.presentationml.notesSlide+xml"/>
  <Override PartName="/ppt/slides/slide24.xml" ContentType="application/vnd.openxmlformats-officedocument.presentationml.slide+xml"/>
  <Override PartName="/ppt/notesSlides/notesSlide23.xml" ContentType="application/vnd.openxmlformats-officedocument.presentationml.notesSlide+xml"/>
  <Override PartName="/ppt/slides/slide25.xml" ContentType="application/vnd.openxmlformats-officedocument.presentationml.slide+xml"/>
  <Override PartName="/ppt/notesSlides/notesSlide24.xml" ContentType="application/vnd.openxmlformats-officedocument.presentationml.notesSlide+xml"/>
  <Override PartName="/ppt/slides/slide26.xml" ContentType="application/vnd.openxmlformats-officedocument.presentationml.slide+xml"/>
  <Override PartName="/ppt/notesSlides/notesSlide25.xml" ContentType="application/vnd.openxmlformats-officedocument.presentationml.notesSlide+xml"/>
  <Override PartName="/ppt/slides/slide27.xml" ContentType="application/vnd.openxmlformats-officedocument.presentationml.slide+xml"/>
  <Override PartName="/ppt/notesSlides/notesSlide26.xml" ContentType="application/vnd.openxmlformats-officedocument.presentationml.notesSlide+xml"/>
  <Override PartName="/ppt/slides/slide28.xml" ContentType="application/vnd.openxmlformats-officedocument.presentationml.slide+xml"/>
  <Override PartName="/ppt/notesSlides/notesSlide27.xml" ContentType="application/vnd.openxmlformats-officedocument.presentationml.notesSlide+xml"/>
  <Override PartName="/ppt/slides/slide29.xml" ContentType="application/vnd.openxmlformats-officedocument.presentationml.slide+xml"/>
  <Override PartName="/ppt/notesSlides/notesSlide28.xml" ContentType="application/vnd.openxmlformats-officedocument.presentationml.notesSlide+xml"/>
  <Override PartName="/ppt/slides/slide30.xml" ContentType="application/vnd.openxmlformats-officedocument.presentationml.slide+xml"/>
  <Override PartName="/ppt/notesSlides/notesSlide29.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theme/theme3.xml" ContentType="application/vnd.openxmlformats-officedocument.theme+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firstSlideNum="1" rtl="0" saveSubsetFonts="0" serverZoom="0" showSpecialPlsOnTitleSld="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Lst>
  <p:sldSz type="screen4x3" cy="6858000" cx="9144000"/>
  <p:notesSz cx="7007225" cy="9293225"/>
  <p:defaultTextStyle>
    <a:lvl1pPr algn="l" eaLnBrk="0" fontAlgn="base" hangingPunct="0" indent="0" latinLnBrk="0" marL="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1pPr>
    <a:lvl2pPr algn="l" eaLnBrk="0" fontAlgn="base" hangingPunct="0" indent="0" latinLnBrk="0" marL="4572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2pPr>
    <a:lvl3pPr algn="l" eaLnBrk="0" fontAlgn="base" hangingPunct="0" indent="0" latinLnBrk="0" marL="9144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3pPr>
    <a:lvl4pPr algn="l" eaLnBrk="0" fontAlgn="base" hangingPunct="0" indent="0" latinLnBrk="0" marL="13716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4pPr>
    <a:lvl5pPr algn="l" eaLnBrk="0" fontAlgn="base" hangingPunct="0" indent="0" latinLnBrk="0" marL="18288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5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View">
  <p:normalViewPr showOutlineIcons="1" snapVertSplitter="0" vertBarState="restored" horzBarState="restored" preferSingleView="0">
    <p:restoredLeft sz="15620"/>
    <p:restoredTop sz="94660"/>
  </p:normalViewPr>
  <p:slideViewPr>
    <p:cSldViewPr showGuides="0" snapToGrid="1" snapToObjects="0">
      <p:cViewPr varScale="1">
        <p:scale>
          <a:sx n="52" d="100"/>
          <a:sy n="52" d="100"/>
        </p:scale>
        <p:origin x="1160" y="52"/>
      </p:cViewPr>
      <p:guideLst>
        <p:guide orient="horz" pos="2160"/>
        <p:guide orient="vert" pos="2880"/>
      </p:guideLst>
    </p:cSldViewPr>
  </p:slideViewPr>
  <p:gridSpacing cx="0" cy="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tableStyles" Target="tableStyles.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47" name=""/>
        <p:cNvGrpSpPr/>
        <p:nvPr/>
      </p:nvGrpSpPr>
      <p:grpSpPr>
        <a:xfrm rot="0">
          <a:off x="0" y="0"/>
          <a:ext cx="0" cy="0"/>
          <a:chOff x="0" y="0"/>
          <a:chExt cx="0" cy="0"/>
        </a:xfrm>
      </p:grpSpPr>
      <p:sp>
        <p:nvSpPr>
          <p:cNvPr id="1048759" name="Rectangle 2"/>
          <p:cNvSpPr/>
          <p:nvPr>
            <p:ph type="hdr" sz="quarter" idx="0"/>
          </p:nvPr>
        </p:nvSpPr>
        <p:spPr>
          <a:xfrm rot="0">
            <a:off x="0" y="0"/>
            <a:ext cx="3036887" cy="465137"/>
          </a:xfrm>
          <a:prstGeom prst="rect"/>
          <a:noFill/>
          <a:ln>
            <a:noFill/>
          </a:ln>
        </p:spPr>
        <p:txBody>
          <a:bodyPr anchor="t" bIns="46570" lIns="93141" rIns="93141" tIns="46570" vert="horz"/>
          <a:p>
            <a:pPr lvl="0"/>
            <a:endParaRPr altLang="en-US" sz="1200" lang="en-US"/>
          </a:p>
        </p:txBody>
      </p:sp>
      <p:sp>
        <p:nvSpPr>
          <p:cNvPr id="1048760" name="Rectangle 3"/>
          <p:cNvSpPr/>
          <p:nvPr>
            <p:ph type="dt" sz="full" idx="1"/>
          </p:nvPr>
        </p:nvSpPr>
        <p:spPr>
          <a:xfrm rot="0">
            <a:off x="3970337" y="0"/>
            <a:ext cx="3036887" cy="465137"/>
          </a:xfrm>
          <a:prstGeom prst="rect"/>
          <a:noFill/>
          <a:ln>
            <a:noFill/>
          </a:ln>
        </p:spPr>
        <p:txBody>
          <a:bodyPr anchor="t" bIns="46570" lIns="93141" rIns="93141" tIns="46570" vert="horz"/>
          <a:p>
            <a:pPr algn="r" lvl="0"/>
            <a:endParaRPr altLang="en-US" sz="1200" lang="en-US"/>
          </a:p>
        </p:txBody>
      </p:sp>
      <p:sp>
        <p:nvSpPr>
          <p:cNvPr id="1048761" name="Rectangle 4"/>
          <p:cNvSpPr/>
          <p:nvPr>
            <p:ph type="sldImg" sz="full" idx="2"/>
          </p:nvPr>
        </p:nvSpPr>
        <p:spPr>
          <a:xfrm rot="0">
            <a:off x="1181100" y="696912"/>
            <a:ext cx="4646612" cy="3484562"/>
          </a:xfrm>
          <a:prstGeom prst="rect"/>
          <a:noFill/>
          <a:ln w="9525" cap="flat" cmpd="sng">
            <a:solidFill>
              <a:srgbClr val="000000">
                <a:alpha val="100000"/>
              </a:srgbClr>
            </a:solidFill>
            <a:prstDash val="solid"/>
            <a:round/>
          </a:ln>
        </p:spPr>
        <p:txBody>
          <a:bodyPr anchor="ctr" bIns="45720" lIns="91440" rIns="91440" tIns="45720" vert="horz"/>
          <a:p/>
        </p:txBody>
      </p:sp>
      <p:sp>
        <p:nvSpPr>
          <p:cNvPr id="1048762" name="Rectangle 5"/>
          <p:cNvSpPr/>
          <p:nvPr>
            <p:ph type="body" sz="quarter" idx="3"/>
          </p:nvPr>
        </p:nvSpPr>
        <p:spPr>
          <a:xfrm rot="0">
            <a:off x="935037" y="4414837"/>
            <a:ext cx="5137150" cy="4181475"/>
          </a:xfrm>
          <a:prstGeom prst="rect"/>
          <a:noFill/>
          <a:ln>
            <a:noFill/>
          </a:ln>
        </p:spPr>
        <p:txBody>
          <a:bodyPr anchor="t" bIns="46570" lIns="93141" rIns="93141" tIns="46570" vert="horz"/>
          <a:p>
            <a:pPr lvl="0"/>
            <a:r>
              <a:rPr altLang="en-US" lang="en-US"/>
              <a:t>Click to edit Master text styles</a:t>
            </a:r>
          </a:p>
          <a:p>
            <a:pPr lvl="1"/>
            <a:r>
              <a:rPr altLang="en-US" lang="en-US"/>
              <a:t>Second level</a:t>
            </a:r>
          </a:p>
          <a:p>
            <a:pPr lvl="2"/>
            <a:r>
              <a:rPr altLang="en-US" lang="en-US"/>
              <a:t>Third level</a:t>
            </a:r>
          </a:p>
          <a:p>
            <a:pPr lvl="3"/>
            <a:r>
              <a:rPr altLang="en-US" lang="en-US"/>
              <a:t>Fourth level</a:t>
            </a:r>
          </a:p>
          <a:p>
            <a:pPr lvl="4"/>
            <a:r>
              <a:rPr altLang="en-US" lang="en-US"/>
              <a:t>Fifth level</a:t>
            </a:r>
          </a:p>
        </p:txBody>
      </p:sp>
      <p:sp>
        <p:nvSpPr>
          <p:cNvPr id="1048763" name="Rectangle 6"/>
          <p:cNvSpPr/>
          <p:nvPr>
            <p:ph type="ftr" sz="quarter" idx="4"/>
          </p:nvPr>
        </p:nvSpPr>
        <p:spPr>
          <a:xfrm rot="0">
            <a:off x="0" y="8828088"/>
            <a:ext cx="3036887" cy="465137"/>
          </a:xfrm>
          <a:prstGeom prst="rect"/>
          <a:noFill/>
          <a:ln>
            <a:noFill/>
          </a:ln>
        </p:spPr>
        <p:txBody>
          <a:bodyPr anchor="b" bIns="46570" lIns="93141" rIns="93141" tIns="46570" vert="horz"/>
          <a:p>
            <a:pPr lvl="0"/>
            <a:endParaRPr altLang="en-US" sz="1200" lang="en-US"/>
          </a:p>
        </p:txBody>
      </p:sp>
      <p:sp>
        <p:nvSpPr>
          <p:cNvPr id="1048764" name="Rectangle 7"/>
          <p:cNvSpPr/>
          <p:nvPr>
            <p:ph type="sldNum" sz="quarter" idx="5"/>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Tree>
  </p:cSld>
  <p:clrMap accent1="dk1" accent2="dk1" accent3="dk1" accent4="dk1" accent5="dk1" accent6="dk1" bg1="dk1" bg2="dk1" tx1="dk1" tx2="dk1" hlink="dk1" folHlink="dk1"/>
  <p:notesStyle>
    <a:lvl1pPr algn="l" eaLnBrk="0" fontAlgn="base" hangingPunct="0" indent="0" latinLnBrk="0" marL="0" rtl="0">
      <a:lnSpc>
        <a:spcPct val="100000"/>
      </a:lnSpc>
      <a:spcBef>
        <a:spcPct val="30000"/>
      </a:spcBef>
      <a:spcAft>
        <a:spcPct val="0"/>
      </a:spcAft>
      <a:buFontTx/>
      <a:buNone/>
      <a:defRPr baseline="0" b="0" sz="1200" i="0" u="none">
        <a:solidFill>
          <a:schemeClr val="dk1"/>
        </a:solidFill>
        <a:latin typeface="Times New Roman" pitchFamily="18" charset="0"/>
        <a:sym typeface="Times New Roman" pitchFamily="18" charset="0"/>
      </a:defRPr>
    </a:lvl1pPr>
    <a:lvl2pPr algn="l" eaLnBrk="0" fontAlgn="base" hangingPunct="0" indent="0" latinLnBrk="0" marL="457200" rtl="0">
      <a:lnSpc>
        <a:spcPct val="100000"/>
      </a:lnSpc>
      <a:spcBef>
        <a:spcPct val="30000"/>
      </a:spcBef>
      <a:spcAft>
        <a:spcPct val="0"/>
      </a:spcAft>
      <a:buFontTx/>
      <a:buNone/>
      <a:defRPr baseline="0" b="0" sz="1200" i="0" u="none">
        <a:solidFill>
          <a:schemeClr val="dk1"/>
        </a:solidFill>
        <a:latin typeface="Times New Roman" pitchFamily="18" charset="0"/>
        <a:sym typeface="Times New Roman" pitchFamily="18" charset="0"/>
      </a:defRPr>
    </a:lvl2pPr>
    <a:lvl3pPr algn="l" eaLnBrk="0" fontAlgn="base" hangingPunct="0" indent="0" latinLnBrk="0" marL="914400" rtl="0">
      <a:lnSpc>
        <a:spcPct val="100000"/>
      </a:lnSpc>
      <a:spcBef>
        <a:spcPct val="30000"/>
      </a:spcBef>
      <a:spcAft>
        <a:spcPct val="0"/>
      </a:spcAft>
      <a:buFontTx/>
      <a:buNone/>
      <a:defRPr baseline="0" b="0" sz="1200" i="0" u="none">
        <a:solidFill>
          <a:schemeClr val="dk1"/>
        </a:solidFill>
        <a:latin typeface="Times New Roman" pitchFamily="18" charset="0"/>
        <a:sym typeface="Times New Roman" pitchFamily="18" charset="0"/>
      </a:defRPr>
    </a:lvl3pPr>
    <a:lvl4pPr algn="l" eaLnBrk="0" fontAlgn="base" hangingPunct="0" indent="0" latinLnBrk="0" marL="1371600" rtl="0">
      <a:lnSpc>
        <a:spcPct val="100000"/>
      </a:lnSpc>
      <a:spcBef>
        <a:spcPct val="30000"/>
      </a:spcBef>
      <a:spcAft>
        <a:spcPct val="0"/>
      </a:spcAft>
      <a:buFontTx/>
      <a:buNone/>
      <a:defRPr baseline="0" b="0" sz="1200" i="0" u="none">
        <a:solidFill>
          <a:schemeClr val="dk1"/>
        </a:solidFill>
        <a:latin typeface="Times New Roman" pitchFamily="18" charset="0"/>
        <a:sym typeface="Times New Roman" pitchFamily="18" charset="0"/>
      </a:defRPr>
    </a:lvl4pPr>
    <a:lvl5pPr algn="l" eaLnBrk="0" fontAlgn="base" hangingPunct="0" indent="0" latinLnBrk="0" marL="1828800" rtl="0">
      <a:lnSpc>
        <a:spcPct val="100000"/>
      </a:lnSpc>
      <a:spcBef>
        <a:spcPct val="30000"/>
      </a:spcBef>
      <a:spcAft>
        <a:spcPct val="0"/>
      </a:spcAft>
      <a:buFontTx/>
      <a:buNone/>
      <a:defRPr baseline="0" b="0" sz="1200" i="0" u="none">
        <a:solidFill>
          <a:schemeClr val="dk1"/>
        </a:solidFill>
        <a:latin typeface="Times New Roman" pitchFamily="18" charset="0"/>
        <a:sym typeface="Times New Roman" pitchFamily="18" charset="0"/>
      </a:defRPr>
    </a:lvl5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bwMode="white">
      <p:bgPr>
        <a:solidFill>
          <a:srgbClr val="FFFFFF"/>
        </a:solidFill>
      </p:bgPr>
    </p:bg>
    <p:spTree>
      <p:nvGrpSpPr>
        <p:cNvPr id="52" name=""/>
        <p:cNvGrpSpPr/>
        <p:nvPr/>
      </p:nvGrpSpPr>
      <p:grpSpPr>
        <a:xfrm rot="0">
          <a:off x="0" y="0"/>
          <a:ext cx="0" cy="0"/>
          <a:chOff x="0" y="0"/>
          <a:chExt cx="0" cy="0"/>
        </a:xfrm>
      </p:grpSpPr>
      <p:sp>
        <p:nvSpPr>
          <p:cNvPr id="1048595"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596" name="Rectangle 1026"/>
          <p:cNvSpPr/>
          <p:nvPr>
            <p:ph type="sldImg" sz="full" idx="0"/>
          </p:nvPr>
        </p:nvSpPr>
        <p:spPr>
          <a:xfrm rot="0">
            <a:off x="1368425" y="901700"/>
            <a:ext cx="4262437" cy="3197225"/>
          </a:xfrm>
          <a:prstGeom prst="rect"/>
          <a:solidFill>
            <a:srgbClr val="FFFFFF">
              <a:alpha val="100000"/>
            </a:srgbClr>
          </a:solidFill>
        </p:spPr>
        <p:txBody>
          <a:bodyPr anchor="ctr" bIns="45720" lIns="91440" rIns="91440" tIns="45720" vert="horz"/>
          <a:p/>
        </p:txBody>
      </p:sp>
      <p:sp>
        <p:nvSpPr>
          <p:cNvPr id="1048597" name="Text Box 1027"/>
          <p:cNvSpPr txBox="1"/>
          <p:nvPr/>
        </p:nvSpPr>
        <p:spPr>
          <a:xfrm rot="0">
            <a:off x="1084262" y="4421187"/>
            <a:ext cx="4840287" cy="3568700"/>
          </a:xfrm>
          <a:prstGeom prst="rect"/>
          <a:noFill/>
          <a:ln>
            <a:noFill/>
          </a:ln>
        </p:spPr>
        <p:txBody>
          <a:bodyPr anchor="t" bIns="0" lIns="0" rIns="0" tIns="0" vert="horz"/>
          <a:p>
            <a:pPr lvl="0"/>
            <a:endParaRPr altLang="en-US" sz="2100"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bwMode="white">
      <p:bgPr>
        <a:solidFill>
          <a:srgbClr val="FFFFFF"/>
        </a:solidFill>
      </p:bgPr>
    </p:bg>
    <p:spTree>
      <p:nvGrpSpPr>
        <p:cNvPr id="56" name=""/>
        <p:cNvGrpSpPr/>
        <p:nvPr/>
      </p:nvGrpSpPr>
      <p:grpSpPr>
        <a:xfrm rot="0">
          <a:off x="0" y="0"/>
          <a:ext cx="0" cy="0"/>
          <a:chOff x="0" y="0"/>
          <a:chExt cx="0" cy="0"/>
        </a:xfrm>
      </p:grpSpPr>
      <p:sp>
        <p:nvSpPr>
          <p:cNvPr id="1048602"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603" name="Rectangle 1026"/>
          <p:cNvSpPr/>
          <p:nvPr>
            <p:ph type="sldImg" sz="full" idx="0"/>
          </p:nvPr>
        </p:nvSpPr>
        <p:spPr>
          <a:xfrm rot="0">
            <a:off x="1368425" y="901700"/>
            <a:ext cx="4262437" cy="3197225"/>
          </a:xfrm>
          <a:prstGeom prst="rect"/>
          <a:solidFill>
            <a:srgbClr val="FFFFFF">
              <a:alpha val="100000"/>
            </a:srgbClr>
          </a:solidFill>
        </p:spPr>
        <p:txBody>
          <a:bodyPr anchor="ctr" bIns="45720" lIns="91440" rIns="91440" tIns="45720" vert="horz"/>
          <a:p/>
        </p:txBody>
      </p:sp>
      <p:sp>
        <p:nvSpPr>
          <p:cNvPr id="1048604" name="Text Box 1027"/>
          <p:cNvSpPr txBox="1"/>
          <p:nvPr/>
        </p:nvSpPr>
        <p:spPr>
          <a:xfrm rot="0">
            <a:off x="1084262" y="4421187"/>
            <a:ext cx="4840287" cy="3568700"/>
          </a:xfrm>
          <a:prstGeom prst="rect"/>
          <a:noFill/>
          <a:ln>
            <a:noFill/>
          </a:ln>
        </p:spPr>
        <p:txBody>
          <a:bodyPr anchor="t" bIns="0" lIns="0" rIns="0" tIns="0" vert="horz"/>
          <a:p>
            <a:pPr lvl="0"/>
            <a:endParaRPr altLang="en-US" sz="2100"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bwMode="white">
      <p:bgPr>
        <a:solidFill>
          <a:srgbClr val="FFFFFF"/>
        </a:solidFill>
      </p:bgPr>
    </p:bg>
    <p:spTree>
      <p:nvGrpSpPr>
        <p:cNvPr id="59" name=""/>
        <p:cNvGrpSpPr/>
        <p:nvPr/>
      </p:nvGrpSpPr>
      <p:grpSpPr>
        <a:xfrm rot="0">
          <a:off x="0" y="0"/>
          <a:ext cx="0" cy="0"/>
          <a:chOff x="0" y="0"/>
          <a:chExt cx="0" cy="0"/>
        </a:xfrm>
      </p:grpSpPr>
      <p:sp>
        <p:nvSpPr>
          <p:cNvPr id="1048607"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608" name="Rectangle 1026"/>
          <p:cNvSpPr/>
          <p:nvPr>
            <p:ph type="sldImg" sz="full" idx="0"/>
          </p:nvPr>
        </p:nvSpPr>
        <p:spPr>
          <a:xfrm rot="0">
            <a:off x="1368425" y="901700"/>
            <a:ext cx="4262437" cy="3197225"/>
          </a:xfrm>
          <a:prstGeom prst="rect"/>
          <a:solidFill>
            <a:srgbClr val="FFFFFF">
              <a:alpha val="100000"/>
            </a:srgbClr>
          </a:solidFill>
        </p:spPr>
        <p:txBody>
          <a:bodyPr anchor="ctr" bIns="45720" lIns="91440" rIns="91440" tIns="45720" vert="horz"/>
          <a:p/>
        </p:txBody>
      </p:sp>
      <p:sp>
        <p:nvSpPr>
          <p:cNvPr id="1048609" name="Text Box 1027"/>
          <p:cNvSpPr txBox="1"/>
          <p:nvPr/>
        </p:nvSpPr>
        <p:spPr>
          <a:xfrm rot="0">
            <a:off x="1084262" y="4421187"/>
            <a:ext cx="4840287" cy="3568700"/>
          </a:xfrm>
          <a:prstGeom prst="rect"/>
          <a:noFill/>
          <a:ln>
            <a:noFill/>
          </a:ln>
        </p:spPr>
        <p:txBody>
          <a:bodyPr anchor="t" bIns="0" lIns="0" rIns="0" tIns="0" vert="horz"/>
          <a:p>
            <a:pPr lvl="0"/>
            <a:endParaRPr altLang="en-US" sz="2100"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62" name=""/>
        <p:cNvGrpSpPr/>
        <p:nvPr/>
      </p:nvGrpSpPr>
      <p:grpSpPr>
        <a:xfrm rot="0">
          <a:off x="0" y="0"/>
          <a:ext cx="0" cy="0"/>
          <a:chOff x="0" y="0"/>
          <a:chExt cx="0" cy="0"/>
        </a:xfrm>
      </p:grpSpPr>
      <p:sp>
        <p:nvSpPr>
          <p:cNvPr id="1048612"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613" name="Rectangle 2"/>
          <p:cNvSpPr/>
          <p:nvPr>
            <p:ph type="sldImg" sz="full" idx="0"/>
          </p:nvPr>
        </p:nvSpPr>
        <p:spPr>
          <a:xfrm rot="0">
            <a:off x="1181100" y="696912"/>
            <a:ext cx="4646612" cy="3484562"/>
          </a:xfrm>
          <a:prstGeom prst="rect"/>
        </p:spPr>
        <p:txBody>
          <a:bodyPr anchor="ctr" bIns="45720" lIns="91440" rIns="91440" tIns="45720" vert="horz"/>
          <a:p/>
        </p:txBody>
      </p:sp>
      <p:sp>
        <p:nvSpPr>
          <p:cNvPr id="1048614" name="Rectangle 3"/>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65" name=""/>
        <p:cNvGrpSpPr/>
        <p:nvPr/>
      </p:nvGrpSpPr>
      <p:grpSpPr>
        <a:xfrm rot="0">
          <a:off x="0" y="0"/>
          <a:ext cx="0" cy="0"/>
          <a:chOff x="0" y="0"/>
          <a:chExt cx="0" cy="0"/>
        </a:xfrm>
      </p:grpSpPr>
      <p:sp>
        <p:nvSpPr>
          <p:cNvPr id="1048617"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618" name="Rectangle 2"/>
          <p:cNvSpPr/>
          <p:nvPr>
            <p:ph type="sldImg" sz="full" idx="0"/>
          </p:nvPr>
        </p:nvSpPr>
        <p:spPr>
          <a:xfrm rot="0">
            <a:off x="1181100" y="696912"/>
            <a:ext cx="4646612" cy="3484562"/>
          </a:xfrm>
          <a:prstGeom prst="rect"/>
        </p:spPr>
        <p:txBody>
          <a:bodyPr anchor="ctr" bIns="45720" lIns="91440" rIns="91440" tIns="45720" vert="horz"/>
          <a:p/>
        </p:txBody>
      </p:sp>
      <p:sp>
        <p:nvSpPr>
          <p:cNvPr id="1048619" name="Rectangle 3"/>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68" name=""/>
        <p:cNvGrpSpPr/>
        <p:nvPr/>
      </p:nvGrpSpPr>
      <p:grpSpPr>
        <a:xfrm rot="0">
          <a:off x="0" y="0"/>
          <a:ext cx="0" cy="0"/>
          <a:chOff x="0" y="0"/>
          <a:chExt cx="0" cy="0"/>
        </a:xfrm>
      </p:grpSpPr>
      <p:sp>
        <p:nvSpPr>
          <p:cNvPr id="1048621"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622" name="Rectangle 2"/>
          <p:cNvSpPr/>
          <p:nvPr>
            <p:ph type="sldImg" sz="full" idx="0"/>
          </p:nvPr>
        </p:nvSpPr>
        <p:spPr>
          <a:xfrm rot="0">
            <a:off x="1181100" y="696912"/>
            <a:ext cx="4646612" cy="3484562"/>
          </a:xfrm>
          <a:prstGeom prst="rect"/>
        </p:spPr>
        <p:txBody>
          <a:bodyPr anchor="ctr" bIns="45720" lIns="91440" rIns="91440" tIns="45720" vert="horz"/>
          <a:p/>
        </p:txBody>
      </p:sp>
      <p:sp>
        <p:nvSpPr>
          <p:cNvPr id="1048623" name="Rectangle 3"/>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71" name=""/>
        <p:cNvGrpSpPr/>
        <p:nvPr/>
      </p:nvGrpSpPr>
      <p:grpSpPr>
        <a:xfrm rot="0">
          <a:off x="0" y="0"/>
          <a:ext cx="0" cy="0"/>
          <a:chOff x="0" y="0"/>
          <a:chExt cx="0" cy="0"/>
        </a:xfrm>
      </p:grpSpPr>
      <p:sp>
        <p:nvSpPr>
          <p:cNvPr id="1048626"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627" name="Rectangle 2"/>
          <p:cNvSpPr/>
          <p:nvPr>
            <p:ph type="sldImg" sz="full" idx="0"/>
          </p:nvPr>
        </p:nvSpPr>
        <p:spPr>
          <a:xfrm rot="0">
            <a:off x="1181100" y="696912"/>
            <a:ext cx="4646612" cy="3484562"/>
          </a:xfrm>
          <a:prstGeom prst="rect"/>
        </p:spPr>
        <p:txBody>
          <a:bodyPr anchor="ctr" bIns="45720" lIns="91440" rIns="91440" tIns="45720" vert="horz"/>
          <a:p/>
        </p:txBody>
      </p:sp>
      <p:sp>
        <p:nvSpPr>
          <p:cNvPr id="1048628" name="Rectangle 3"/>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74" name=""/>
        <p:cNvGrpSpPr/>
        <p:nvPr/>
      </p:nvGrpSpPr>
      <p:grpSpPr>
        <a:xfrm rot="0">
          <a:off x="0" y="0"/>
          <a:ext cx="0" cy="0"/>
          <a:chOff x="0" y="0"/>
          <a:chExt cx="0" cy="0"/>
        </a:xfrm>
      </p:grpSpPr>
      <p:sp>
        <p:nvSpPr>
          <p:cNvPr id="1048631"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632" name="Rectangle 2"/>
          <p:cNvSpPr/>
          <p:nvPr>
            <p:ph type="sldImg" sz="full" idx="0"/>
          </p:nvPr>
        </p:nvSpPr>
        <p:spPr>
          <a:xfrm rot="0">
            <a:off x="1181100" y="696912"/>
            <a:ext cx="4646612" cy="3484562"/>
          </a:xfrm>
          <a:prstGeom prst="rect"/>
        </p:spPr>
        <p:txBody>
          <a:bodyPr anchor="ctr" bIns="45720" lIns="91440" rIns="91440" tIns="45720" vert="horz"/>
          <a:p/>
        </p:txBody>
      </p:sp>
      <p:sp>
        <p:nvSpPr>
          <p:cNvPr id="1048633" name="Rectangle 3"/>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77" name=""/>
        <p:cNvGrpSpPr/>
        <p:nvPr/>
      </p:nvGrpSpPr>
      <p:grpSpPr>
        <a:xfrm rot="0">
          <a:off x="0" y="0"/>
          <a:ext cx="0" cy="0"/>
          <a:chOff x="0" y="0"/>
          <a:chExt cx="0" cy="0"/>
        </a:xfrm>
      </p:grpSpPr>
      <p:sp>
        <p:nvSpPr>
          <p:cNvPr id="1048636"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637" name="Rectangle 2"/>
          <p:cNvSpPr/>
          <p:nvPr>
            <p:ph type="sldImg" sz="full" idx="0"/>
          </p:nvPr>
        </p:nvSpPr>
        <p:spPr>
          <a:xfrm rot="0">
            <a:off x="1181100" y="696912"/>
            <a:ext cx="4646612" cy="3484562"/>
          </a:xfrm>
          <a:prstGeom prst="rect"/>
        </p:spPr>
        <p:txBody>
          <a:bodyPr anchor="ctr" bIns="45720" lIns="91440" rIns="91440" tIns="45720" vert="horz"/>
          <a:p/>
        </p:txBody>
      </p:sp>
      <p:sp>
        <p:nvSpPr>
          <p:cNvPr id="1048638" name="Rectangle 3"/>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80" name=""/>
        <p:cNvGrpSpPr/>
        <p:nvPr/>
      </p:nvGrpSpPr>
      <p:grpSpPr>
        <a:xfrm rot="0">
          <a:off x="0" y="0"/>
          <a:ext cx="0" cy="0"/>
          <a:chOff x="0" y="0"/>
          <a:chExt cx="0" cy="0"/>
        </a:xfrm>
      </p:grpSpPr>
      <p:sp>
        <p:nvSpPr>
          <p:cNvPr id="1048641"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642" name="Rectangle 2"/>
          <p:cNvSpPr/>
          <p:nvPr>
            <p:ph type="sldImg" sz="full" idx="0"/>
          </p:nvPr>
        </p:nvSpPr>
        <p:spPr>
          <a:xfrm rot="0">
            <a:off x="1181100" y="696912"/>
            <a:ext cx="4646612" cy="3484562"/>
          </a:xfrm>
          <a:prstGeom prst="rect"/>
        </p:spPr>
        <p:txBody>
          <a:bodyPr anchor="ctr" bIns="45720" lIns="91440" rIns="91440" tIns="45720" vert="horz"/>
          <a:p/>
        </p:txBody>
      </p:sp>
      <p:sp>
        <p:nvSpPr>
          <p:cNvPr id="1048643" name="Rectangle 3"/>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83" name=""/>
        <p:cNvGrpSpPr/>
        <p:nvPr/>
      </p:nvGrpSpPr>
      <p:grpSpPr>
        <a:xfrm rot="0">
          <a:off x="0" y="0"/>
          <a:ext cx="0" cy="0"/>
          <a:chOff x="0" y="0"/>
          <a:chExt cx="0" cy="0"/>
        </a:xfrm>
      </p:grpSpPr>
      <p:sp>
        <p:nvSpPr>
          <p:cNvPr id="1048646"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647" name="Rectangle 2"/>
          <p:cNvSpPr/>
          <p:nvPr>
            <p:ph type="sldImg" sz="full" idx="0"/>
          </p:nvPr>
        </p:nvSpPr>
        <p:spPr>
          <a:xfrm rot="0">
            <a:off x="1181100" y="696912"/>
            <a:ext cx="4646612" cy="3484562"/>
          </a:xfrm>
          <a:prstGeom prst="rect"/>
        </p:spPr>
        <p:txBody>
          <a:bodyPr anchor="ctr" bIns="45720" lIns="91440" rIns="91440" tIns="45720" vert="horz"/>
          <a:p/>
        </p:txBody>
      </p:sp>
      <p:sp>
        <p:nvSpPr>
          <p:cNvPr id="1048648" name="Rectangle 3"/>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86" name=""/>
        <p:cNvGrpSpPr/>
        <p:nvPr/>
      </p:nvGrpSpPr>
      <p:grpSpPr>
        <a:xfrm rot="0">
          <a:off x="0" y="0"/>
          <a:ext cx="0" cy="0"/>
          <a:chOff x="0" y="0"/>
          <a:chExt cx="0" cy="0"/>
        </a:xfrm>
      </p:grpSpPr>
      <p:sp>
        <p:nvSpPr>
          <p:cNvPr id="1048651"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652" name="Rectangle 1026"/>
          <p:cNvSpPr/>
          <p:nvPr>
            <p:ph type="sldImg" sz="full" idx="0"/>
          </p:nvPr>
        </p:nvSpPr>
        <p:spPr>
          <a:xfrm rot="0">
            <a:off x="1181100" y="696912"/>
            <a:ext cx="4646612" cy="3484562"/>
          </a:xfrm>
          <a:prstGeom prst="rect"/>
        </p:spPr>
        <p:txBody>
          <a:bodyPr anchor="ctr" bIns="45720" lIns="91440" rIns="91440" tIns="45720" vert="horz"/>
          <a:p/>
        </p:txBody>
      </p:sp>
      <p:sp>
        <p:nvSpPr>
          <p:cNvPr id="1048653" name="Rectangle 1027"/>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89" name=""/>
        <p:cNvGrpSpPr/>
        <p:nvPr/>
      </p:nvGrpSpPr>
      <p:grpSpPr>
        <a:xfrm rot="0">
          <a:off x="0" y="0"/>
          <a:ext cx="0" cy="0"/>
          <a:chOff x="0" y="0"/>
          <a:chExt cx="0" cy="0"/>
        </a:xfrm>
      </p:grpSpPr>
      <p:sp>
        <p:nvSpPr>
          <p:cNvPr id="1048656"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657" name="Rectangle 1026"/>
          <p:cNvSpPr/>
          <p:nvPr>
            <p:ph type="sldImg" sz="full" idx="0"/>
          </p:nvPr>
        </p:nvSpPr>
        <p:spPr>
          <a:xfrm rot="0">
            <a:off x="1181100" y="696912"/>
            <a:ext cx="4646612" cy="3484562"/>
          </a:xfrm>
          <a:prstGeom prst="rect"/>
        </p:spPr>
        <p:txBody>
          <a:bodyPr anchor="ctr" bIns="45720" lIns="91440" rIns="91440" tIns="45720" vert="horz"/>
          <a:p/>
        </p:txBody>
      </p:sp>
      <p:sp>
        <p:nvSpPr>
          <p:cNvPr id="1048658" name="Rectangle 1027"/>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92" name=""/>
        <p:cNvGrpSpPr/>
        <p:nvPr/>
      </p:nvGrpSpPr>
      <p:grpSpPr>
        <a:xfrm rot="0">
          <a:off x="0" y="0"/>
          <a:ext cx="0" cy="0"/>
          <a:chOff x="0" y="0"/>
          <a:chExt cx="0" cy="0"/>
        </a:xfrm>
      </p:grpSpPr>
      <p:sp>
        <p:nvSpPr>
          <p:cNvPr id="1048661"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662" name="Rectangle 1026"/>
          <p:cNvSpPr/>
          <p:nvPr>
            <p:ph type="sldImg" sz="full" idx="0"/>
          </p:nvPr>
        </p:nvSpPr>
        <p:spPr>
          <a:xfrm rot="0">
            <a:off x="1181100" y="696912"/>
            <a:ext cx="4646612" cy="3484562"/>
          </a:xfrm>
          <a:prstGeom prst="rect"/>
        </p:spPr>
        <p:txBody>
          <a:bodyPr anchor="ctr" bIns="45720" lIns="91440" rIns="91440" tIns="45720" vert="horz"/>
          <a:p/>
        </p:txBody>
      </p:sp>
      <p:sp>
        <p:nvSpPr>
          <p:cNvPr id="1048663" name="Rectangle 1027"/>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95" name=""/>
        <p:cNvGrpSpPr/>
        <p:nvPr/>
      </p:nvGrpSpPr>
      <p:grpSpPr>
        <a:xfrm rot="0">
          <a:off x="0" y="0"/>
          <a:ext cx="0" cy="0"/>
          <a:chOff x="0" y="0"/>
          <a:chExt cx="0" cy="0"/>
        </a:xfrm>
      </p:grpSpPr>
      <p:sp>
        <p:nvSpPr>
          <p:cNvPr id="1048666"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667" name="Rectangle 2"/>
          <p:cNvSpPr/>
          <p:nvPr>
            <p:ph type="sldImg" sz="full" idx="0"/>
          </p:nvPr>
        </p:nvSpPr>
        <p:spPr>
          <a:xfrm rot="0">
            <a:off x="1181100" y="696912"/>
            <a:ext cx="4646612" cy="3484562"/>
          </a:xfrm>
          <a:prstGeom prst="rect"/>
        </p:spPr>
        <p:txBody>
          <a:bodyPr anchor="ctr" bIns="45720" lIns="91440" rIns="91440" tIns="45720" vert="horz"/>
          <a:p/>
        </p:txBody>
      </p:sp>
      <p:sp>
        <p:nvSpPr>
          <p:cNvPr id="1048668" name="Rectangle 3"/>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98" name=""/>
        <p:cNvGrpSpPr/>
        <p:nvPr/>
      </p:nvGrpSpPr>
      <p:grpSpPr>
        <a:xfrm rot="0">
          <a:off x="0" y="0"/>
          <a:ext cx="0" cy="0"/>
          <a:chOff x="0" y="0"/>
          <a:chExt cx="0" cy="0"/>
        </a:xfrm>
      </p:grpSpPr>
      <p:sp>
        <p:nvSpPr>
          <p:cNvPr id="1048671"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672" name="Rectangle 1026"/>
          <p:cNvSpPr/>
          <p:nvPr>
            <p:ph type="sldImg" sz="full" idx="0"/>
          </p:nvPr>
        </p:nvSpPr>
        <p:spPr>
          <a:xfrm rot="0">
            <a:off x="1181100" y="696912"/>
            <a:ext cx="4646612" cy="3484562"/>
          </a:xfrm>
          <a:prstGeom prst="rect"/>
        </p:spPr>
        <p:txBody>
          <a:bodyPr anchor="ctr" bIns="45720" lIns="91440" rIns="91440" tIns="45720" vert="horz"/>
          <a:p/>
        </p:txBody>
      </p:sp>
      <p:sp>
        <p:nvSpPr>
          <p:cNvPr id="1048673" name="Rectangle 1027"/>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01" name=""/>
        <p:cNvGrpSpPr/>
        <p:nvPr/>
      </p:nvGrpSpPr>
      <p:grpSpPr>
        <a:xfrm rot="0">
          <a:off x="0" y="0"/>
          <a:ext cx="0" cy="0"/>
          <a:chOff x="0" y="0"/>
          <a:chExt cx="0" cy="0"/>
        </a:xfrm>
      </p:grpSpPr>
      <p:sp>
        <p:nvSpPr>
          <p:cNvPr id="1048676"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677" name="Rectangle 1026"/>
          <p:cNvSpPr/>
          <p:nvPr>
            <p:ph type="sldImg" sz="full" idx="0"/>
          </p:nvPr>
        </p:nvSpPr>
        <p:spPr>
          <a:xfrm rot="0">
            <a:off x="1181100" y="696912"/>
            <a:ext cx="4646612" cy="3484562"/>
          </a:xfrm>
          <a:prstGeom prst="rect"/>
        </p:spPr>
        <p:txBody>
          <a:bodyPr anchor="ctr" bIns="45720" lIns="91440" rIns="91440" tIns="45720" vert="horz"/>
          <a:p/>
        </p:txBody>
      </p:sp>
      <p:sp>
        <p:nvSpPr>
          <p:cNvPr id="1048678" name="Rectangle 1027"/>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04" name=""/>
        <p:cNvGrpSpPr/>
        <p:nvPr/>
      </p:nvGrpSpPr>
      <p:grpSpPr>
        <a:xfrm rot="0">
          <a:off x="0" y="0"/>
          <a:ext cx="0" cy="0"/>
          <a:chOff x="0" y="0"/>
          <a:chExt cx="0" cy="0"/>
        </a:xfrm>
      </p:grpSpPr>
      <p:sp>
        <p:nvSpPr>
          <p:cNvPr id="1048681"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682" name="Rectangle 1026"/>
          <p:cNvSpPr/>
          <p:nvPr>
            <p:ph type="sldImg" sz="full" idx="0"/>
          </p:nvPr>
        </p:nvSpPr>
        <p:spPr>
          <a:xfrm rot="0">
            <a:off x="1181100" y="696912"/>
            <a:ext cx="4646612" cy="3484562"/>
          </a:xfrm>
          <a:prstGeom prst="rect"/>
        </p:spPr>
        <p:txBody>
          <a:bodyPr anchor="ctr" bIns="45720" lIns="91440" rIns="91440" tIns="45720" vert="horz"/>
          <a:p/>
        </p:txBody>
      </p:sp>
      <p:sp>
        <p:nvSpPr>
          <p:cNvPr id="1048683" name="Rectangle 1027"/>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bwMode="white">
      <p:bgPr>
        <a:solidFill>
          <a:srgbClr val="FFFFFF"/>
        </a:solidFill>
      </p:bgPr>
    </p:bg>
    <p:spTree>
      <p:nvGrpSpPr>
        <p:cNvPr id="107" name=""/>
        <p:cNvGrpSpPr/>
        <p:nvPr/>
      </p:nvGrpSpPr>
      <p:grpSpPr>
        <a:xfrm rot="0">
          <a:off x="0" y="0"/>
          <a:ext cx="0" cy="0"/>
          <a:chOff x="0" y="0"/>
          <a:chExt cx="0" cy="0"/>
        </a:xfrm>
      </p:grpSpPr>
      <p:sp>
        <p:nvSpPr>
          <p:cNvPr id="1048686"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687" name="Rectangle 1026"/>
          <p:cNvSpPr/>
          <p:nvPr>
            <p:ph type="sldImg" sz="full" idx="0"/>
          </p:nvPr>
        </p:nvSpPr>
        <p:spPr>
          <a:xfrm rot="0">
            <a:off x="1368425" y="901700"/>
            <a:ext cx="4262437" cy="3197225"/>
          </a:xfrm>
          <a:prstGeom prst="rect"/>
          <a:solidFill>
            <a:srgbClr val="FFFFFF">
              <a:alpha val="100000"/>
            </a:srgbClr>
          </a:solidFill>
        </p:spPr>
        <p:txBody>
          <a:bodyPr anchor="ctr" bIns="45720" lIns="91440" rIns="91440" tIns="45720" vert="horz"/>
          <a:p/>
        </p:txBody>
      </p:sp>
      <p:sp>
        <p:nvSpPr>
          <p:cNvPr id="1048688" name="Text Box 1027"/>
          <p:cNvSpPr txBox="1"/>
          <p:nvPr/>
        </p:nvSpPr>
        <p:spPr>
          <a:xfrm rot="0">
            <a:off x="1084262" y="4421187"/>
            <a:ext cx="4840287" cy="3568700"/>
          </a:xfrm>
          <a:prstGeom prst="rect"/>
          <a:noFill/>
          <a:ln>
            <a:noFill/>
          </a:ln>
        </p:spPr>
        <p:txBody>
          <a:bodyPr anchor="t" bIns="0" lIns="0" rIns="0" tIns="0" vert="horz"/>
          <a:p>
            <a:pPr lvl="0"/>
            <a:endParaRPr altLang="en-US" sz="2100"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10" name=""/>
        <p:cNvGrpSpPr/>
        <p:nvPr/>
      </p:nvGrpSpPr>
      <p:grpSpPr>
        <a:xfrm rot="0">
          <a:off x="0" y="0"/>
          <a:ext cx="0" cy="0"/>
          <a:chOff x="0" y="0"/>
          <a:chExt cx="0" cy="0"/>
        </a:xfrm>
      </p:grpSpPr>
      <p:sp>
        <p:nvSpPr>
          <p:cNvPr id="1048691"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692" name="Rectangle 1026"/>
          <p:cNvSpPr/>
          <p:nvPr>
            <p:ph type="sldImg" sz="full" idx="0"/>
          </p:nvPr>
        </p:nvSpPr>
        <p:spPr>
          <a:xfrm rot="0">
            <a:off x="1181100" y="696912"/>
            <a:ext cx="4646612" cy="3484562"/>
          </a:xfrm>
          <a:prstGeom prst="rect"/>
        </p:spPr>
        <p:txBody>
          <a:bodyPr anchor="ctr" bIns="45720" lIns="91440" rIns="91440" tIns="45720" vert="horz"/>
          <a:p/>
        </p:txBody>
      </p:sp>
      <p:sp>
        <p:nvSpPr>
          <p:cNvPr id="1048693" name="Rectangle 1027"/>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13" name=""/>
        <p:cNvGrpSpPr/>
        <p:nvPr/>
      </p:nvGrpSpPr>
      <p:grpSpPr>
        <a:xfrm rot="0">
          <a:off x="0" y="0"/>
          <a:ext cx="0" cy="0"/>
          <a:chOff x="0" y="0"/>
          <a:chExt cx="0" cy="0"/>
        </a:xfrm>
      </p:grpSpPr>
      <p:sp>
        <p:nvSpPr>
          <p:cNvPr id="1048696"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697" name="Rectangle 2"/>
          <p:cNvSpPr/>
          <p:nvPr>
            <p:ph type="sldImg" sz="full" idx="0"/>
          </p:nvPr>
        </p:nvSpPr>
        <p:spPr>
          <a:xfrm rot="0">
            <a:off x="1181100" y="696912"/>
            <a:ext cx="4646612" cy="3484562"/>
          </a:xfrm>
          <a:prstGeom prst="rect"/>
        </p:spPr>
        <p:txBody>
          <a:bodyPr anchor="ctr" bIns="45720" lIns="91440" rIns="91440" tIns="45720" vert="horz"/>
          <a:p/>
        </p:txBody>
      </p:sp>
      <p:sp>
        <p:nvSpPr>
          <p:cNvPr id="1048698" name="Rectangle 3"/>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16" name=""/>
        <p:cNvGrpSpPr/>
        <p:nvPr/>
      </p:nvGrpSpPr>
      <p:grpSpPr>
        <a:xfrm rot="0">
          <a:off x="0" y="0"/>
          <a:ext cx="0" cy="0"/>
          <a:chOff x="0" y="0"/>
          <a:chExt cx="0" cy="0"/>
        </a:xfrm>
      </p:grpSpPr>
      <p:sp>
        <p:nvSpPr>
          <p:cNvPr id="1048701"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702" name="Rectangle 2"/>
          <p:cNvSpPr/>
          <p:nvPr>
            <p:ph type="sldImg" sz="full" idx="0"/>
          </p:nvPr>
        </p:nvSpPr>
        <p:spPr>
          <a:xfrm rot="0">
            <a:off x="1181100" y="696912"/>
            <a:ext cx="4646612" cy="3484562"/>
          </a:xfrm>
          <a:prstGeom prst="rect"/>
        </p:spPr>
        <p:txBody>
          <a:bodyPr anchor="ctr" bIns="45720" lIns="91440" rIns="91440" tIns="45720" vert="horz"/>
          <a:p/>
        </p:txBody>
      </p:sp>
      <p:sp>
        <p:nvSpPr>
          <p:cNvPr id="1048703" name="Rectangle 3"/>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19" name=""/>
        <p:cNvGrpSpPr/>
        <p:nvPr/>
      </p:nvGrpSpPr>
      <p:grpSpPr>
        <a:xfrm rot="0">
          <a:off x="0" y="0"/>
          <a:ext cx="0" cy="0"/>
          <a:chOff x="0" y="0"/>
          <a:chExt cx="0" cy="0"/>
        </a:xfrm>
      </p:grpSpPr>
      <p:sp>
        <p:nvSpPr>
          <p:cNvPr id="1048706"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707" name="Rectangle 2"/>
          <p:cNvSpPr/>
          <p:nvPr>
            <p:ph type="sldImg" sz="full" idx="0"/>
          </p:nvPr>
        </p:nvSpPr>
        <p:spPr>
          <a:xfrm rot="0">
            <a:off x="1181100" y="696912"/>
            <a:ext cx="4646612" cy="3484562"/>
          </a:xfrm>
          <a:prstGeom prst="rect"/>
        </p:spPr>
        <p:txBody>
          <a:bodyPr anchor="ctr" bIns="45720" lIns="91440" rIns="91440" tIns="45720" vert="horz"/>
          <a:p/>
        </p:txBody>
      </p:sp>
      <p:sp>
        <p:nvSpPr>
          <p:cNvPr id="1048708" name="Rectangle 3"/>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22" name=""/>
        <p:cNvGrpSpPr/>
        <p:nvPr/>
      </p:nvGrpSpPr>
      <p:grpSpPr>
        <a:xfrm rot="0">
          <a:off x="0" y="0"/>
          <a:ext cx="0" cy="0"/>
          <a:chOff x="0" y="0"/>
          <a:chExt cx="0" cy="0"/>
        </a:xfrm>
      </p:grpSpPr>
      <p:sp>
        <p:nvSpPr>
          <p:cNvPr id="1048710"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711" name="Rectangle 2"/>
          <p:cNvSpPr/>
          <p:nvPr>
            <p:ph type="sldImg" sz="full" idx="0"/>
          </p:nvPr>
        </p:nvSpPr>
        <p:spPr>
          <a:xfrm rot="0">
            <a:off x="1181100" y="696912"/>
            <a:ext cx="4646612" cy="3484562"/>
          </a:xfrm>
          <a:prstGeom prst="rect"/>
        </p:spPr>
        <p:txBody>
          <a:bodyPr anchor="ctr" bIns="45720" lIns="91440" rIns="91440" tIns="45720" vert="horz"/>
          <a:p/>
        </p:txBody>
      </p:sp>
      <p:sp>
        <p:nvSpPr>
          <p:cNvPr id="1048712" name="Rectangle 3"/>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25" name=""/>
        <p:cNvGrpSpPr/>
        <p:nvPr/>
      </p:nvGrpSpPr>
      <p:grpSpPr>
        <a:xfrm rot="0">
          <a:off x="0" y="0"/>
          <a:ext cx="0" cy="0"/>
          <a:chOff x="0" y="0"/>
          <a:chExt cx="0" cy="0"/>
        </a:xfrm>
      </p:grpSpPr>
      <p:sp>
        <p:nvSpPr>
          <p:cNvPr id="1048715"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716" name="Rectangle 2"/>
          <p:cNvSpPr/>
          <p:nvPr>
            <p:ph type="sldImg" sz="full" idx="0"/>
          </p:nvPr>
        </p:nvSpPr>
        <p:spPr>
          <a:xfrm rot="0">
            <a:off x="1181100" y="696912"/>
            <a:ext cx="4646612" cy="3484562"/>
          </a:xfrm>
          <a:prstGeom prst="rect"/>
        </p:spPr>
        <p:txBody>
          <a:bodyPr anchor="ctr" bIns="45720" lIns="91440" rIns="91440" tIns="45720" vert="horz"/>
          <a:p/>
        </p:txBody>
      </p:sp>
      <p:sp>
        <p:nvSpPr>
          <p:cNvPr id="1048717" name="Rectangle 3"/>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28" name=""/>
        <p:cNvGrpSpPr/>
        <p:nvPr/>
      </p:nvGrpSpPr>
      <p:grpSpPr>
        <a:xfrm rot="0">
          <a:off x="0" y="0"/>
          <a:ext cx="0" cy="0"/>
          <a:chOff x="0" y="0"/>
          <a:chExt cx="0" cy="0"/>
        </a:xfrm>
      </p:grpSpPr>
      <p:sp>
        <p:nvSpPr>
          <p:cNvPr id="1048720"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721" name="Rectangle 2"/>
          <p:cNvSpPr/>
          <p:nvPr>
            <p:ph type="sldImg" sz="full" idx="0"/>
          </p:nvPr>
        </p:nvSpPr>
        <p:spPr>
          <a:xfrm rot="0">
            <a:off x="1181100" y="696912"/>
            <a:ext cx="4646612" cy="3484562"/>
          </a:xfrm>
          <a:prstGeom prst="rect"/>
        </p:spPr>
        <p:txBody>
          <a:bodyPr anchor="ctr" bIns="45720" lIns="91440" rIns="91440" tIns="45720" vert="horz"/>
          <a:p/>
        </p:txBody>
      </p:sp>
      <p:sp>
        <p:nvSpPr>
          <p:cNvPr id="1048722" name="Rectangle 3"/>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31" name=""/>
        <p:cNvGrpSpPr/>
        <p:nvPr/>
      </p:nvGrpSpPr>
      <p:grpSpPr>
        <a:xfrm rot="0">
          <a:off x="0" y="0"/>
          <a:ext cx="0" cy="0"/>
          <a:chOff x="0" y="0"/>
          <a:chExt cx="0" cy="0"/>
        </a:xfrm>
      </p:grpSpPr>
      <p:sp>
        <p:nvSpPr>
          <p:cNvPr id="1048725"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726" name="Rectangle 2"/>
          <p:cNvSpPr/>
          <p:nvPr>
            <p:ph type="sldImg" sz="full" idx="0"/>
          </p:nvPr>
        </p:nvSpPr>
        <p:spPr>
          <a:xfrm rot="0">
            <a:off x="1181100" y="696912"/>
            <a:ext cx="4646612" cy="3484562"/>
          </a:xfrm>
          <a:prstGeom prst="rect"/>
        </p:spPr>
        <p:txBody>
          <a:bodyPr anchor="ctr" bIns="45720" lIns="91440" rIns="91440" tIns="45720" vert="horz"/>
          <a:p/>
        </p:txBody>
      </p:sp>
      <p:sp>
        <p:nvSpPr>
          <p:cNvPr id="1048727" name="Rectangle 3"/>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34" name=""/>
        <p:cNvGrpSpPr/>
        <p:nvPr/>
      </p:nvGrpSpPr>
      <p:grpSpPr>
        <a:xfrm rot="0">
          <a:off x="0" y="0"/>
          <a:ext cx="0" cy="0"/>
          <a:chOff x="0" y="0"/>
          <a:chExt cx="0" cy="0"/>
        </a:xfrm>
      </p:grpSpPr>
      <p:sp>
        <p:nvSpPr>
          <p:cNvPr id="1048730"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731" name="Rectangle 2"/>
          <p:cNvSpPr/>
          <p:nvPr>
            <p:ph type="sldImg" sz="full" idx="0"/>
          </p:nvPr>
        </p:nvSpPr>
        <p:spPr>
          <a:xfrm rot="0">
            <a:off x="1181100" y="696912"/>
            <a:ext cx="4646612" cy="3484562"/>
          </a:xfrm>
          <a:prstGeom prst="rect"/>
        </p:spPr>
        <p:txBody>
          <a:bodyPr anchor="ctr" bIns="45720" lIns="91440" rIns="91440" tIns="45720" vert="horz"/>
          <a:p/>
        </p:txBody>
      </p:sp>
      <p:sp>
        <p:nvSpPr>
          <p:cNvPr id="1048732" name="Rectangle 3"/>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37" name=""/>
        <p:cNvGrpSpPr/>
        <p:nvPr/>
      </p:nvGrpSpPr>
      <p:grpSpPr>
        <a:xfrm rot="0">
          <a:off x="0" y="0"/>
          <a:ext cx="0" cy="0"/>
          <a:chOff x="0" y="0"/>
          <a:chExt cx="0" cy="0"/>
        </a:xfrm>
      </p:grpSpPr>
      <p:sp>
        <p:nvSpPr>
          <p:cNvPr id="1048735" name="Rectangle 7"/>
          <p:cNvSpPr txBox="1"/>
          <p:nvPr/>
        </p:nvSpPr>
        <p:spPr>
          <a:xfrm rot="0">
            <a:off x="3970337" y="8828088"/>
            <a:ext cx="3036887" cy="465137"/>
          </a:xfrm>
          <a:prstGeom prst="rect"/>
          <a:noFill/>
          <a:ln>
            <a:noFill/>
          </a:ln>
        </p:spPr>
        <p:txBody>
          <a:bodyPr anchor="b" bIns="46570" lIns="93141" rIns="93141" tIns="46570" vert="horz"/>
          <a:p>
            <a:pPr algn="r" lvl="0"/>
            <a:fld id="{566ABCEB-ACFC-4714-9973-3DA970169C29}" type="slidenum">
              <a:rPr altLang="en-US" sz="1200" lang="en-US"/>
              <a:pPr algn="r" lvl="0"/>
            </a:fld>
            <a:endParaRPr altLang="en-US" sz="1200" lang="en-US"/>
          </a:p>
        </p:txBody>
      </p:sp>
      <p:sp>
        <p:nvSpPr>
          <p:cNvPr id="1048736" name="Rectangle 2"/>
          <p:cNvSpPr/>
          <p:nvPr>
            <p:ph type="sldImg" sz="full" idx="0"/>
          </p:nvPr>
        </p:nvSpPr>
        <p:spPr>
          <a:xfrm rot="0">
            <a:off x="1181100" y="696912"/>
            <a:ext cx="4646612" cy="3484562"/>
          </a:xfrm>
          <a:prstGeom prst="rect"/>
        </p:spPr>
        <p:txBody>
          <a:bodyPr anchor="ctr" bIns="45720" lIns="91440" rIns="91440" tIns="45720" vert="horz"/>
          <a:p/>
        </p:txBody>
      </p:sp>
      <p:sp>
        <p:nvSpPr>
          <p:cNvPr id="1048737" name="Rectangle 3"/>
          <p:cNvSpPr/>
          <p:nvPr>
            <p:ph type="body" sz="full" idx="1"/>
          </p:nvPr>
        </p:nvSpPr>
        <p:spPr>
          <a:xfrm rot="0">
            <a:off x="935037" y="4414837"/>
            <a:ext cx="5137150" cy="4181475"/>
          </a:xfrm>
          <a:prstGeom prst="rect"/>
          <a:noFill/>
        </p:spPr>
        <p:txBody>
          <a:bodyPr anchor="t" bIns="46570" lIns="93141" rIns="93141" tIns="46570" vert="horz"/>
          <a:p>
            <a:endParaRPr altLang="en-US"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p:bg bwMode="ltGray">
      <p:bgPr>
        <a:solidFill>
          <a:srgbClr val="8C735A"/>
        </a:solidFill>
      </p:bgPr>
    </p:bg>
    <p:spTree>
      <p:nvGrpSpPr>
        <p:cNvPr id="24" name=""/>
        <p:cNvGrpSpPr/>
        <p:nvPr/>
      </p:nvGrpSpPr>
      <p:grpSpPr>
        <a:xfrm rot="0">
          <a:off x="0" y="0"/>
          <a:ext cx="0" cy="0"/>
          <a:chOff x="0" y="0"/>
          <a:chExt cx="0" cy="0"/>
        </a:xfrm>
      </p:grpSpPr>
      <p:grpSp>
        <p:nvGrpSpPr>
          <p:cNvPr id="25" name=""/>
          <p:cNvGrpSpPr/>
          <p:nvPr/>
        </p:nvGrpSpPr>
        <p:grpSpPr>
          <a:xfrm rot="0">
            <a:off x="0" y="0"/>
            <a:ext cx="8872538" cy="6858000"/>
            <a:chOff x="0" y="0"/>
            <a:chExt cx="5589" cy="4320"/>
          </a:xfrm>
        </p:grpSpPr>
        <p:sp>
          <p:nvSpPr>
            <p:cNvPr id="1048583" name="Rectangle 3" descr="Stationery"/>
            <p:cNvSpPr/>
            <p:nvPr/>
          </p:nvSpPr>
          <p:spPr bwMode="white">
            <a:xfrm rot="0">
              <a:off x="336" y="150"/>
              <a:ext cx="5253" cy="4026"/>
            </a:xfrm>
            <a:prstGeom prst="rect"/>
            <a:blipFill rotWithShape="0">
              <a:blip xmlns:r="http://schemas.openxmlformats.org/officeDocument/2006/relationships" r:embed="rId1">
                <a:alphaModFix amt="100000"/>
              </a:blip>
              <a:srcRect/>
              <a:tile algn="tl" flip="none" sx="100000" sy="100000" tx="0" ty="0"/>
            </a:blipFill>
            <a:ln>
              <a:noFill/>
            </a:ln>
          </p:spPr>
          <p:txBody>
            <a:bodyPr anchor="ctr" bIns="45720" lIns="91440" rIns="91440" tIns="45720" vert="horz" wrap="none"/>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endParaRPr altLang="en-US" lang="en-US"/>
            </a:p>
          </p:txBody>
        </p:sp>
        <p:pic>
          <p:nvPicPr>
            <p:cNvPr id="2097153" name="Picture 4" descr="A:\minispir.GIF"/>
            <p:cNvPicPr>
              <a:picLocks/>
            </p:cNvPicPr>
            <p:nvPr/>
          </p:nvPicPr>
          <p:blipFill>
            <a:blip xmlns:r="http://schemas.openxmlformats.org/officeDocument/2006/relationships" r:embed="rId2"/>
            <a:srcRect l="0" t="0" r="0" b="0"/>
            <a:stretch>
              <a:fillRect/>
            </a:stretch>
          </p:blipFill>
          <p:spPr bwMode="ltGray">
            <a:xfrm rot="0">
              <a:off x="0" y="0"/>
              <a:ext cx="670" cy="4320"/>
            </a:xfrm>
            <a:prstGeom prst="rect"/>
            <a:noFill/>
            <a:ln>
              <a:noFill/>
            </a:ln>
          </p:spPr>
        </p:pic>
      </p:grpSp>
      <p:sp>
        <p:nvSpPr>
          <p:cNvPr id="1048586" name="Rectangle 7"/>
          <p:cNvSpPr/>
          <p:nvPr>
            <p:ph type="dt" sz="half" idx="2"/>
          </p:nvPr>
        </p:nvSpPr>
        <p:spPr>
          <a:xfrm rot="0">
            <a:off x="962025" y="6100762"/>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lvl="0">
              <a:spcBef>
                <a:spcPct val="50000"/>
              </a:spcBef>
            </a:pPr>
            <a:endParaRPr altLang="en-US" sz="1400" lang="en-US">
              <a:solidFill>
                <a:srgbClr val="A08366"/>
              </a:solidFill>
            </a:endParaRPr>
          </a:p>
        </p:txBody>
      </p:sp>
      <p:sp>
        <p:nvSpPr>
          <p:cNvPr id="1048587" name="Rectangle 8"/>
          <p:cNvSpPr/>
          <p:nvPr>
            <p:ph type="ftr" sz="quarter" idx="3"/>
          </p:nvPr>
        </p:nvSpPr>
        <p:spPr>
          <a:xfrm rot="0">
            <a:off x="3400425" y="6100762"/>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lvl="0">
              <a:spcBef>
                <a:spcPct val="50000"/>
              </a:spcBef>
            </a:pPr>
            <a:endParaRPr altLang="en-US" sz="1400" lang="en-US">
              <a:solidFill>
                <a:srgbClr val="A08366"/>
              </a:solidFill>
            </a:endParaRPr>
          </a:p>
        </p:txBody>
      </p:sp>
      <p:sp>
        <p:nvSpPr>
          <p:cNvPr id="1048588" name="Rectangle 9"/>
          <p:cNvSpPr/>
          <p:nvPr>
            <p:ph type="sldNum" sz="quarter" idx="4"/>
          </p:nvPr>
        </p:nvSpPr>
        <p:spPr>
          <a:xfrm rot="0">
            <a:off x="6829425" y="6100762"/>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lvl="0">
              <a:spcBef>
                <a:spcPct val="50000"/>
              </a:spcBef>
            </a:pPr>
            <a:fld id="{566ABCEB-ACFC-4714-9973-3DA970169C29}" type="slidenum">
              <a:rPr altLang="en-US" sz="1400" lang="en-US">
                <a:solidFill>
                  <a:srgbClr val="A08366"/>
                </a:solidFill>
              </a:rPr>
              <a:pPr algn="r" lvl="0">
                <a:spcBef>
                  <a:spcPct val="50000"/>
                </a:spcBef>
              </a:pPr>
            </a:fld>
            <a:endParaRPr altLang="en-US" sz="1400" lang="en-US">
              <a:solidFill>
                <a:srgbClr val="A08366"/>
              </a:solidFill>
            </a:endParaRPr>
          </a:p>
        </p:txBody>
      </p:sp>
      <p:sp>
        <p:nvSpPr>
          <p:cNvPr id="1048590" name="Rectangle 6"/>
          <p:cNvSpPr>
            <a:spLocks noGrp="1" noChangeArrowheads="1"/>
          </p:cNvSpPr>
          <p:nvPr>
            <p:ph type="subTitle" idx="1"/>
          </p:nvPr>
        </p:nvSpPr>
        <p:spPr>
          <a:xfrm>
            <a:off x="1647825" y="3738563"/>
            <a:ext cx="6400800" cy="1752600"/>
          </a:xfrm>
        </p:spPr>
        <p:txBody>
          <a:bodyPr/>
          <a:lstStyle>
            <a:lvl1pPr algn="ctr" indent="0" marL="0">
              <a:buFont typeface="Monotype Sorts" pitchFamily="2" charset="2"/>
              <a:buNone/>
              <a:defRPr>
                <a:solidFill>
                  <a:schemeClr val="bg2"/>
                </a:solidFill>
              </a:defRPr>
            </a:lvl1pPr>
          </a:lstStyle>
          <a:p>
            <a:pPr lvl="0"/>
            <a:r>
              <a:rPr lang="en-US" noProof="0"/>
              <a:t>Click to edit Master subtitle style</a:t>
            </a:r>
          </a:p>
        </p:txBody>
      </p:sp>
      <p:sp>
        <p:nvSpPr>
          <p:cNvPr id="1048589" name="Rectangle 5"/>
          <p:cNvSpPr>
            <a:spLocks noGrp="1" noChangeArrowheads="1"/>
          </p:cNvSpPr>
          <p:nvPr>
            <p:ph type="ctrTitle"/>
          </p:nvPr>
        </p:nvSpPr>
        <p:spPr>
          <a:xfrm>
            <a:off x="962025" y="1925638"/>
            <a:ext cx="7772400" cy="1143000"/>
          </a:xfrm>
        </p:spPr>
        <p:txBody>
          <a:bodyPr/>
          <a:lstStyle>
            <a:lvl1pPr algn="ctr"/>
          </a:lstStyle>
          <a:p>
            <a:pPr lvl="0"/>
            <a:r>
              <a:rPr lang="en-US" noProof="0"/>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54" name=""/>
        <p:cNvGrpSpPr/>
        <p:nvPr/>
      </p:nvGrpSpPr>
      <p:grpSpPr>
        <a:xfrm>
          <a:off x="0" y="0"/>
          <a:ext cx="0" cy="0"/>
          <a:chOff x="0" y="0"/>
          <a:chExt cx="0" cy="0"/>
        </a:xfrm>
      </p:grpSpPr>
      <p:sp>
        <p:nvSpPr>
          <p:cNvPr id="1048600" name="Title 1"/>
          <p:cNvSpPr>
            <a:spLocks noGrp="1"/>
          </p:cNvSpPr>
          <p:nvPr>
            <p:ph type="title"/>
          </p:nvPr>
        </p:nvSpPr>
        <p:spPr/>
        <p:txBody>
          <a:bodyPr/>
          <a:p>
            <a:r>
              <a:rPr lang="en-US"/>
              <a:t>Click to edit Master title style</a:t>
            </a:r>
          </a:p>
        </p:txBody>
      </p:sp>
      <p:sp>
        <p:nvSpPr>
          <p:cNvPr id="1048601"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0" name="Rectangle 8"/>
          <p:cNvSpPr/>
          <p:nvPr>
            <p:ph type="dt" sz="half" idx="2"/>
          </p:nvPr>
        </p:nvSpPr>
        <p:spPr>
          <a:xfrm rot="0">
            <a:off x="9906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lvl="0">
              <a:spcBef>
                <a:spcPct val="50000"/>
              </a:spcBef>
            </a:pPr>
            <a:endParaRPr altLang="en-US" sz="1400" lang="en-US">
              <a:solidFill>
                <a:schemeClr val="dk2"/>
              </a:solidFill>
            </a:endParaRPr>
          </a:p>
        </p:txBody>
      </p:sp>
      <p:sp>
        <p:nvSpPr>
          <p:cNvPr id="1048582" name="Rectangle 10"/>
          <p:cNvSpPr/>
          <p:nvPr>
            <p:ph type="sldNum" sz="quarter" idx="4"/>
          </p:nvPr>
        </p:nvSpPr>
        <p:spPr>
          <a:xfrm rot="0">
            <a:off x="68580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lvl="0">
              <a:spcBef>
                <a:spcPct val="50000"/>
              </a:spcBef>
            </a:pPr>
            <a:fld id="{566ABCEB-ACFC-4714-9973-3DA970169C29}" type="slidenum">
              <a:rPr altLang="en-US" sz="1400" lang="en-US">
                <a:solidFill>
                  <a:schemeClr val="dk2"/>
                </a:solidFill>
              </a:rPr>
              <a:pPr algn="r" lvl="0">
                <a:spcBef>
                  <a:spcPct val="50000"/>
                </a:spcBef>
              </a:pPr>
            </a:fld>
            <a:endParaRPr altLang="en-US" sz="1400" lang="en-US">
              <a:solidFill>
                <a:schemeClr val="dk2"/>
              </a:solidFill>
            </a:endParaRPr>
          </a:p>
        </p:txBody>
      </p:sp>
      <p:sp>
        <p:nvSpPr>
          <p:cNvPr id="1048581" name="Rectangle 9"/>
          <p:cNvSpPr/>
          <p:nvPr>
            <p:ph type="ftr" sz="quarter" idx="3"/>
          </p:nvPr>
        </p:nvSpPr>
        <p:spPr>
          <a:xfrm rot="0">
            <a:off x="3429000" y="60960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lvl="0">
              <a:spcBef>
                <a:spcPct val="50000"/>
              </a:spcBef>
            </a:pPr>
            <a:endParaRPr altLang="en-US" sz="1400" lang="en-US">
              <a:solidFill>
                <a:schemeClr val="dk2"/>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38" name=""/>
        <p:cNvGrpSpPr/>
        <p:nvPr/>
      </p:nvGrpSpPr>
      <p:grpSpPr>
        <a:xfrm>
          <a:off x="0" y="0"/>
          <a:ext cx="0" cy="0"/>
          <a:chOff x="0" y="0"/>
          <a:chExt cx="0" cy="0"/>
        </a:xfrm>
      </p:grpSpPr>
      <p:sp>
        <p:nvSpPr>
          <p:cNvPr id="1048738" name="Title 1"/>
          <p:cNvSpPr>
            <a:spLocks noGrp="1"/>
          </p:cNvSpPr>
          <p:nvPr>
            <p:ph type="title"/>
          </p:nvPr>
        </p:nvSpPr>
        <p:spPr>
          <a:xfrm>
            <a:off x="722313" y="4406900"/>
            <a:ext cx="7772400" cy="1362075"/>
          </a:xfrm>
        </p:spPr>
        <p:txBody>
          <a:bodyPr anchor="t"/>
          <a:lstStyle>
            <a:lvl1pPr algn="l">
              <a:defRPr b="1" cap="all" sz="4000"/>
            </a:lvl1pPr>
          </a:lstStyle>
          <a:p>
            <a:r>
              <a:rPr lang="en-US"/>
              <a:t>Click to edit Master title style</a:t>
            </a:r>
          </a:p>
        </p:txBody>
      </p:sp>
      <p:sp>
        <p:nvSpPr>
          <p:cNvPr id="1048739" name="Text Placeholder 2"/>
          <p:cNvSpPr>
            <a:spLocks noGrp="1"/>
          </p:cNvSpPr>
          <p:nvPr>
            <p:ph type="body" idx="1"/>
          </p:nvPr>
        </p:nvSpPr>
        <p:spPr>
          <a:xfrm>
            <a:off x="722313" y="2906713"/>
            <a:ext cx="7772400" cy="1500187"/>
          </a:xfrm>
        </p:spPr>
        <p:txBody>
          <a:bodyPr anchor="b"/>
          <a:lstStyle>
            <a:lvl1pPr indent="0" marL="0">
              <a:buNone/>
              <a:defRPr sz="2000"/>
            </a:lvl1pPr>
            <a:lvl2pPr indent="0" marL="457200">
              <a:buNone/>
              <a:defRPr sz="1800"/>
            </a:lvl2pPr>
            <a:lvl3pPr indent="0" marL="914400">
              <a:buNone/>
              <a:defRPr sz="1600"/>
            </a:lvl3pPr>
            <a:lvl4pPr indent="0" marL="1371600">
              <a:buNone/>
              <a:defRPr sz="1400"/>
            </a:lvl4pPr>
            <a:lvl5pPr indent="0" marL="1828800">
              <a:buNone/>
              <a:defRPr sz="1400"/>
            </a:lvl5pPr>
            <a:lvl6pPr indent="0" marL="2286000">
              <a:buNone/>
              <a:defRPr sz="1400"/>
            </a:lvl6pPr>
            <a:lvl7pPr indent="0" marL="2743200">
              <a:buNone/>
              <a:defRPr sz="1400"/>
            </a:lvl7pPr>
            <a:lvl8pPr indent="0" marL="3200400">
              <a:buNone/>
              <a:defRPr sz="1400"/>
            </a:lvl8pPr>
            <a:lvl9pPr indent="0" marL="3657600">
              <a:buNone/>
              <a:defRPr sz="1400"/>
            </a:lvl9pPr>
          </a:lstStyle>
          <a:p>
            <a:pPr lvl="0"/>
            <a:r>
              <a:rPr lang="en-US"/>
              <a:t>Click to edit Master text styles</a:t>
            </a:r>
          </a:p>
        </p:txBody>
      </p:sp>
      <p:sp>
        <p:nvSpPr>
          <p:cNvPr id="1048580" name="Rectangle 8"/>
          <p:cNvSpPr/>
          <p:nvPr>
            <p:ph type="dt" sz="half" idx="2"/>
          </p:nvPr>
        </p:nvSpPr>
        <p:spPr>
          <a:xfrm rot="0">
            <a:off x="9906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lvl="0">
              <a:spcBef>
                <a:spcPct val="50000"/>
              </a:spcBef>
            </a:pPr>
            <a:endParaRPr altLang="en-US" sz="1400" lang="en-US">
              <a:solidFill>
                <a:schemeClr val="dk2"/>
              </a:solidFill>
            </a:endParaRPr>
          </a:p>
        </p:txBody>
      </p:sp>
      <p:sp>
        <p:nvSpPr>
          <p:cNvPr id="1048582" name="Rectangle 10"/>
          <p:cNvSpPr/>
          <p:nvPr>
            <p:ph type="sldNum" sz="quarter" idx="4"/>
          </p:nvPr>
        </p:nvSpPr>
        <p:spPr>
          <a:xfrm rot="0">
            <a:off x="68580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lvl="0">
              <a:spcBef>
                <a:spcPct val="50000"/>
              </a:spcBef>
            </a:pPr>
            <a:fld id="{566ABCEB-ACFC-4714-9973-3DA970169C29}" type="slidenum">
              <a:rPr altLang="en-US" sz="1400" lang="en-US">
                <a:solidFill>
                  <a:schemeClr val="dk2"/>
                </a:solidFill>
              </a:rPr>
              <a:pPr algn="r" lvl="0">
                <a:spcBef>
                  <a:spcPct val="50000"/>
                </a:spcBef>
              </a:pPr>
            </a:fld>
            <a:endParaRPr altLang="en-US" sz="1400" lang="en-US">
              <a:solidFill>
                <a:schemeClr val="dk2"/>
              </a:solidFill>
            </a:endParaRPr>
          </a:p>
        </p:txBody>
      </p:sp>
      <p:sp>
        <p:nvSpPr>
          <p:cNvPr id="1048581" name="Rectangle 9"/>
          <p:cNvSpPr/>
          <p:nvPr>
            <p:ph type="ftr" sz="quarter" idx="3"/>
          </p:nvPr>
        </p:nvSpPr>
        <p:spPr>
          <a:xfrm rot="0">
            <a:off x="3429000" y="60960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lvl="0">
              <a:spcBef>
                <a:spcPct val="50000"/>
              </a:spcBef>
            </a:pPr>
            <a:endParaRPr altLang="en-US" sz="1400" lang="en-US">
              <a:solidFill>
                <a:schemeClr val="dk2"/>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39" name=""/>
        <p:cNvGrpSpPr/>
        <p:nvPr/>
      </p:nvGrpSpPr>
      <p:grpSpPr>
        <a:xfrm>
          <a:off x="0" y="0"/>
          <a:ext cx="0" cy="0"/>
          <a:chOff x="0" y="0"/>
          <a:chExt cx="0" cy="0"/>
        </a:xfrm>
      </p:grpSpPr>
      <p:sp>
        <p:nvSpPr>
          <p:cNvPr id="1048740" name="Title 1"/>
          <p:cNvSpPr>
            <a:spLocks noGrp="1"/>
          </p:cNvSpPr>
          <p:nvPr>
            <p:ph type="title"/>
          </p:nvPr>
        </p:nvSpPr>
        <p:spPr/>
        <p:txBody>
          <a:bodyPr/>
          <a:p>
            <a:r>
              <a:rPr lang="en-US"/>
              <a:t>Click to edit Master title style</a:t>
            </a:r>
          </a:p>
        </p:txBody>
      </p:sp>
      <p:sp>
        <p:nvSpPr>
          <p:cNvPr id="1048741" name="Content Placeholder 2"/>
          <p:cNvSpPr>
            <a:spLocks noGrp="1"/>
          </p:cNvSpPr>
          <p:nvPr>
            <p:ph sz="half" idx="1"/>
          </p:nvPr>
        </p:nvSpPr>
        <p:spPr>
          <a:xfrm>
            <a:off x="990600" y="18288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Content Placeholder 3"/>
          <p:cNvSpPr>
            <a:spLocks noGrp="1"/>
          </p:cNvSpPr>
          <p:nvPr>
            <p:ph sz="half" idx="2"/>
          </p:nvPr>
        </p:nvSpPr>
        <p:spPr>
          <a:xfrm>
            <a:off x="4953000" y="18288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0" name="Rectangle 8"/>
          <p:cNvSpPr/>
          <p:nvPr>
            <p:ph type="dt" sz="half" idx="2"/>
          </p:nvPr>
        </p:nvSpPr>
        <p:spPr>
          <a:xfrm rot="0">
            <a:off x="9906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lvl="0">
              <a:spcBef>
                <a:spcPct val="50000"/>
              </a:spcBef>
            </a:pPr>
            <a:endParaRPr altLang="en-US" sz="1400" lang="en-US">
              <a:solidFill>
                <a:schemeClr val="dk2"/>
              </a:solidFill>
            </a:endParaRPr>
          </a:p>
        </p:txBody>
      </p:sp>
      <p:sp>
        <p:nvSpPr>
          <p:cNvPr id="1048582" name="Rectangle 10"/>
          <p:cNvSpPr/>
          <p:nvPr>
            <p:ph type="sldNum" sz="quarter" idx="4"/>
          </p:nvPr>
        </p:nvSpPr>
        <p:spPr>
          <a:xfrm rot="0">
            <a:off x="68580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lvl="0">
              <a:spcBef>
                <a:spcPct val="50000"/>
              </a:spcBef>
            </a:pPr>
            <a:fld id="{566ABCEB-ACFC-4714-9973-3DA970169C29}" type="slidenum">
              <a:rPr altLang="en-US" sz="1400" lang="en-US">
                <a:solidFill>
                  <a:schemeClr val="dk2"/>
                </a:solidFill>
              </a:rPr>
              <a:pPr algn="r" lvl="0">
                <a:spcBef>
                  <a:spcPct val="50000"/>
                </a:spcBef>
              </a:pPr>
            </a:fld>
            <a:endParaRPr altLang="en-US" sz="1400" lang="en-US">
              <a:solidFill>
                <a:schemeClr val="dk2"/>
              </a:solidFill>
            </a:endParaRPr>
          </a:p>
        </p:txBody>
      </p:sp>
      <p:sp>
        <p:nvSpPr>
          <p:cNvPr id="1048581" name="Rectangle 9"/>
          <p:cNvSpPr/>
          <p:nvPr>
            <p:ph type="ftr" sz="quarter" idx="3"/>
          </p:nvPr>
        </p:nvSpPr>
        <p:spPr>
          <a:xfrm rot="0">
            <a:off x="3429000" y="60960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lvl="0">
              <a:spcBef>
                <a:spcPct val="50000"/>
              </a:spcBef>
            </a:pPr>
            <a:endParaRPr altLang="en-US" sz="1400" lang="en-US">
              <a:solidFill>
                <a:schemeClr val="dk2"/>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40" name=""/>
        <p:cNvGrpSpPr/>
        <p:nvPr/>
      </p:nvGrpSpPr>
      <p:grpSpPr>
        <a:xfrm>
          <a:off x="0" y="0"/>
          <a:ext cx="0" cy="0"/>
          <a:chOff x="0" y="0"/>
          <a:chExt cx="0" cy="0"/>
        </a:xfrm>
      </p:grpSpPr>
      <p:sp>
        <p:nvSpPr>
          <p:cNvPr id="1048743" name="Title 1"/>
          <p:cNvSpPr>
            <a:spLocks noGrp="1"/>
          </p:cNvSpPr>
          <p:nvPr>
            <p:ph type="title"/>
          </p:nvPr>
        </p:nvSpPr>
        <p:spPr>
          <a:xfrm>
            <a:off x="457200" y="274638"/>
            <a:ext cx="8229600" cy="1143000"/>
          </a:xfrm>
        </p:spPr>
        <p:txBody>
          <a:bodyPr/>
          <a:p>
            <a:r>
              <a:rPr lang="en-US"/>
              <a:t>Click to edit Master title style</a:t>
            </a:r>
          </a:p>
        </p:txBody>
      </p:sp>
      <p:sp>
        <p:nvSpPr>
          <p:cNvPr id="1048744"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45"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6"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47"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0" name="Rectangle 8"/>
          <p:cNvSpPr/>
          <p:nvPr>
            <p:ph type="dt" sz="half" idx="2"/>
          </p:nvPr>
        </p:nvSpPr>
        <p:spPr>
          <a:xfrm rot="0">
            <a:off x="9906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lvl="0">
              <a:spcBef>
                <a:spcPct val="50000"/>
              </a:spcBef>
            </a:pPr>
            <a:endParaRPr altLang="en-US" sz="1400" lang="en-US">
              <a:solidFill>
                <a:schemeClr val="dk2"/>
              </a:solidFill>
            </a:endParaRPr>
          </a:p>
        </p:txBody>
      </p:sp>
      <p:sp>
        <p:nvSpPr>
          <p:cNvPr id="1048582" name="Rectangle 10"/>
          <p:cNvSpPr/>
          <p:nvPr>
            <p:ph type="sldNum" sz="quarter" idx="4"/>
          </p:nvPr>
        </p:nvSpPr>
        <p:spPr>
          <a:xfrm rot="0">
            <a:off x="68580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lvl="0">
              <a:spcBef>
                <a:spcPct val="50000"/>
              </a:spcBef>
            </a:pPr>
            <a:fld id="{566ABCEB-ACFC-4714-9973-3DA970169C29}" type="slidenum">
              <a:rPr altLang="en-US" sz="1400" lang="en-US">
                <a:solidFill>
                  <a:schemeClr val="dk2"/>
                </a:solidFill>
              </a:rPr>
              <a:pPr algn="r" lvl="0">
                <a:spcBef>
                  <a:spcPct val="50000"/>
                </a:spcBef>
              </a:pPr>
            </a:fld>
            <a:endParaRPr altLang="en-US" sz="1400" lang="en-US">
              <a:solidFill>
                <a:schemeClr val="dk2"/>
              </a:solidFill>
            </a:endParaRPr>
          </a:p>
        </p:txBody>
      </p:sp>
      <p:sp>
        <p:nvSpPr>
          <p:cNvPr id="1048581" name="Rectangle 9"/>
          <p:cNvSpPr/>
          <p:nvPr>
            <p:ph type="ftr" sz="quarter" idx="3"/>
          </p:nvPr>
        </p:nvSpPr>
        <p:spPr>
          <a:xfrm rot="0">
            <a:off x="3429000" y="60960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lvl="0">
              <a:spcBef>
                <a:spcPct val="50000"/>
              </a:spcBef>
            </a:pPr>
            <a:endParaRPr altLang="en-US" sz="1400" lang="en-US">
              <a:solidFill>
                <a:schemeClr val="dk2"/>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41" name=""/>
        <p:cNvGrpSpPr/>
        <p:nvPr/>
      </p:nvGrpSpPr>
      <p:grpSpPr>
        <a:xfrm>
          <a:off x="0" y="0"/>
          <a:ext cx="0" cy="0"/>
          <a:chOff x="0" y="0"/>
          <a:chExt cx="0" cy="0"/>
        </a:xfrm>
      </p:grpSpPr>
      <p:sp>
        <p:nvSpPr>
          <p:cNvPr id="1048748" name="Title 1"/>
          <p:cNvSpPr>
            <a:spLocks noGrp="1"/>
          </p:cNvSpPr>
          <p:nvPr>
            <p:ph type="title"/>
          </p:nvPr>
        </p:nvSpPr>
        <p:spPr/>
        <p:txBody>
          <a:bodyPr/>
          <a:p>
            <a:r>
              <a:rPr lang="en-US"/>
              <a:t>Click to edit Master title style</a:t>
            </a:r>
          </a:p>
        </p:txBody>
      </p:sp>
      <p:sp>
        <p:nvSpPr>
          <p:cNvPr id="1048580" name="Rectangle 8"/>
          <p:cNvSpPr/>
          <p:nvPr>
            <p:ph type="dt" sz="half" idx="2"/>
          </p:nvPr>
        </p:nvSpPr>
        <p:spPr>
          <a:xfrm rot="0">
            <a:off x="9906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lvl="0">
              <a:spcBef>
                <a:spcPct val="50000"/>
              </a:spcBef>
            </a:pPr>
            <a:endParaRPr altLang="en-US" sz="1400" lang="en-US">
              <a:solidFill>
                <a:schemeClr val="dk2"/>
              </a:solidFill>
            </a:endParaRPr>
          </a:p>
        </p:txBody>
      </p:sp>
      <p:sp>
        <p:nvSpPr>
          <p:cNvPr id="1048582" name="Rectangle 10"/>
          <p:cNvSpPr/>
          <p:nvPr>
            <p:ph type="sldNum" sz="quarter" idx="4"/>
          </p:nvPr>
        </p:nvSpPr>
        <p:spPr>
          <a:xfrm rot="0">
            <a:off x="68580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lvl="0">
              <a:spcBef>
                <a:spcPct val="50000"/>
              </a:spcBef>
            </a:pPr>
            <a:fld id="{566ABCEB-ACFC-4714-9973-3DA970169C29}" type="slidenum">
              <a:rPr altLang="en-US" sz="1400" lang="en-US">
                <a:solidFill>
                  <a:schemeClr val="dk2"/>
                </a:solidFill>
              </a:rPr>
              <a:pPr algn="r" lvl="0">
                <a:spcBef>
                  <a:spcPct val="50000"/>
                </a:spcBef>
              </a:pPr>
            </a:fld>
            <a:endParaRPr altLang="en-US" sz="1400" lang="en-US">
              <a:solidFill>
                <a:schemeClr val="dk2"/>
              </a:solidFill>
            </a:endParaRPr>
          </a:p>
        </p:txBody>
      </p:sp>
      <p:sp>
        <p:nvSpPr>
          <p:cNvPr id="1048581" name="Rectangle 9"/>
          <p:cNvSpPr/>
          <p:nvPr>
            <p:ph type="ftr" sz="quarter" idx="3"/>
          </p:nvPr>
        </p:nvSpPr>
        <p:spPr>
          <a:xfrm rot="0">
            <a:off x="3429000" y="60960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lvl="0">
              <a:spcBef>
                <a:spcPct val="50000"/>
              </a:spcBef>
            </a:pPr>
            <a:endParaRPr altLang="en-US" sz="1400" lang="en-US">
              <a:solidFill>
                <a:schemeClr val="dk2"/>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50" name=""/>
        <p:cNvGrpSpPr/>
        <p:nvPr/>
      </p:nvGrpSpPr>
      <p:grpSpPr>
        <a:xfrm>
          <a:off x="0" y="0"/>
          <a:ext cx="0" cy="0"/>
          <a:chOff x="0" y="0"/>
          <a:chExt cx="0" cy="0"/>
        </a:xfrm>
      </p:grpSpPr>
      <p:sp>
        <p:nvSpPr>
          <p:cNvPr id="1048580" name="Rectangle 8"/>
          <p:cNvSpPr/>
          <p:nvPr>
            <p:ph type="dt" sz="half" idx="2"/>
          </p:nvPr>
        </p:nvSpPr>
        <p:spPr>
          <a:xfrm rot="0">
            <a:off x="9906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lvl="0">
              <a:spcBef>
                <a:spcPct val="50000"/>
              </a:spcBef>
            </a:pPr>
            <a:endParaRPr altLang="en-US" sz="1400" lang="en-US">
              <a:solidFill>
                <a:schemeClr val="dk2"/>
              </a:solidFill>
            </a:endParaRPr>
          </a:p>
        </p:txBody>
      </p:sp>
      <p:sp>
        <p:nvSpPr>
          <p:cNvPr id="1048582" name="Rectangle 10"/>
          <p:cNvSpPr/>
          <p:nvPr>
            <p:ph type="sldNum" sz="quarter" idx="4"/>
          </p:nvPr>
        </p:nvSpPr>
        <p:spPr>
          <a:xfrm rot="0">
            <a:off x="68580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lvl="0">
              <a:spcBef>
                <a:spcPct val="50000"/>
              </a:spcBef>
            </a:pPr>
            <a:fld id="{566ABCEB-ACFC-4714-9973-3DA970169C29}" type="slidenum">
              <a:rPr altLang="en-US" sz="1400" lang="en-US">
                <a:solidFill>
                  <a:schemeClr val="dk2"/>
                </a:solidFill>
              </a:rPr>
              <a:pPr algn="r" lvl="0">
                <a:spcBef>
                  <a:spcPct val="50000"/>
                </a:spcBef>
              </a:pPr>
            </a:fld>
            <a:endParaRPr altLang="en-US" sz="1400" lang="en-US">
              <a:solidFill>
                <a:schemeClr val="dk2"/>
              </a:solidFill>
            </a:endParaRPr>
          </a:p>
        </p:txBody>
      </p:sp>
      <p:sp>
        <p:nvSpPr>
          <p:cNvPr id="1048581" name="Rectangle 9"/>
          <p:cNvSpPr/>
          <p:nvPr>
            <p:ph type="ftr" sz="quarter" idx="3"/>
          </p:nvPr>
        </p:nvSpPr>
        <p:spPr>
          <a:xfrm rot="0">
            <a:off x="3429000" y="60960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lvl="0">
              <a:spcBef>
                <a:spcPct val="50000"/>
              </a:spcBef>
            </a:pPr>
            <a:endParaRPr altLang="en-US" sz="1400" lang="en-US">
              <a:solidFill>
                <a:schemeClr val="dk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42" name=""/>
        <p:cNvGrpSpPr/>
        <p:nvPr/>
      </p:nvGrpSpPr>
      <p:grpSpPr>
        <a:xfrm>
          <a:off x="0" y="0"/>
          <a:ext cx="0" cy="0"/>
          <a:chOff x="0" y="0"/>
          <a:chExt cx="0" cy="0"/>
        </a:xfrm>
      </p:grpSpPr>
      <p:sp>
        <p:nvSpPr>
          <p:cNvPr id="1048749" name="Title 1"/>
          <p:cNvSpPr>
            <a:spLocks noGrp="1"/>
          </p:cNvSpPr>
          <p:nvPr>
            <p:ph type="title"/>
          </p:nvPr>
        </p:nvSpPr>
        <p:spPr>
          <a:xfrm>
            <a:off x="457200" y="273050"/>
            <a:ext cx="3008313" cy="1162050"/>
          </a:xfrm>
        </p:spPr>
        <p:txBody>
          <a:bodyPr anchor="b"/>
          <a:lstStyle>
            <a:lvl1pPr algn="l">
              <a:defRPr b="1" sz="2000"/>
            </a:lvl1pPr>
          </a:lstStyle>
          <a:p>
            <a:r>
              <a:rPr lang="en-US"/>
              <a:t>Click to edit Master title style</a:t>
            </a:r>
          </a:p>
        </p:txBody>
      </p:sp>
      <p:sp>
        <p:nvSpPr>
          <p:cNvPr id="1048750"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1"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580" name="Rectangle 8"/>
          <p:cNvSpPr/>
          <p:nvPr>
            <p:ph type="dt" sz="half" idx="2"/>
          </p:nvPr>
        </p:nvSpPr>
        <p:spPr>
          <a:xfrm rot="0">
            <a:off x="9906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lvl="0">
              <a:spcBef>
                <a:spcPct val="50000"/>
              </a:spcBef>
            </a:pPr>
            <a:endParaRPr altLang="en-US" sz="1400" lang="en-US">
              <a:solidFill>
                <a:schemeClr val="dk2"/>
              </a:solidFill>
            </a:endParaRPr>
          </a:p>
        </p:txBody>
      </p:sp>
      <p:sp>
        <p:nvSpPr>
          <p:cNvPr id="1048582" name="Rectangle 10"/>
          <p:cNvSpPr/>
          <p:nvPr>
            <p:ph type="sldNum" sz="quarter" idx="4"/>
          </p:nvPr>
        </p:nvSpPr>
        <p:spPr>
          <a:xfrm rot="0">
            <a:off x="68580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lvl="0">
              <a:spcBef>
                <a:spcPct val="50000"/>
              </a:spcBef>
            </a:pPr>
            <a:fld id="{566ABCEB-ACFC-4714-9973-3DA970169C29}" type="slidenum">
              <a:rPr altLang="en-US" sz="1400" lang="en-US">
                <a:solidFill>
                  <a:schemeClr val="dk2"/>
                </a:solidFill>
              </a:rPr>
              <a:pPr algn="r" lvl="0">
                <a:spcBef>
                  <a:spcPct val="50000"/>
                </a:spcBef>
              </a:pPr>
            </a:fld>
            <a:endParaRPr altLang="en-US" sz="1400" lang="en-US">
              <a:solidFill>
                <a:schemeClr val="dk2"/>
              </a:solidFill>
            </a:endParaRPr>
          </a:p>
        </p:txBody>
      </p:sp>
      <p:sp>
        <p:nvSpPr>
          <p:cNvPr id="1048581" name="Rectangle 9"/>
          <p:cNvSpPr/>
          <p:nvPr>
            <p:ph type="ftr" sz="quarter" idx="3"/>
          </p:nvPr>
        </p:nvSpPr>
        <p:spPr>
          <a:xfrm rot="0">
            <a:off x="3429000" y="60960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lvl="0">
              <a:spcBef>
                <a:spcPct val="50000"/>
              </a:spcBef>
            </a:pPr>
            <a:endParaRPr altLang="en-US" sz="1400" lang="en-US">
              <a:solidFill>
                <a:schemeClr val="dk2"/>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43" name=""/>
        <p:cNvGrpSpPr/>
        <p:nvPr/>
      </p:nvGrpSpPr>
      <p:grpSpPr>
        <a:xfrm>
          <a:off x="0" y="0"/>
          <a:ext cx="0" cy="0"/>
          <a:chOff x="0" y="0"/>
          <a:chExt cx="0" cy="0"/>
        </a:xfrm>
      </p:grpSpPr>
      <p:sp>
        <p:nvSpPr>
          <p:cNvPr id="1048752" name="Title 1"/>
          <p:cNvSpPr>
            <a:spLocks noGrp="1"/>
          </p:cNvSpPr>
          <p:nvPr>
            <p:ph type="title"/>
          </p:nvPr>
        </p:nvSpPr>
        <p:spPr>
          <a:xfrm>
            <a:off x="1792288" y="4800600"/>
            <a:ext cx="5486400" cy="566738"/>
          </a:xfrm>
        </p:spPr>
        <p:txBody>
          <a:bodyPr anchor="b"/>
          <a:lstStyle>
            <a:lvl1pPr algn="l">
              <a:defRPr b="1" sz="2000"/>
            </a:lvl1pPr>
          </a:lstStyle>
          <a:p>
            <a:r>
              <a:rPr lang="en-US"/>
              <a:t>Click to edit Master title style</a:t>
            </a:r>
          </a:p>
        </p:txBody>
      </p:sp>
      <p:sp>
        <p:nvSpPr>
          <p:cNvPr id="1048753" name="Picture Placeholder 2"/>
          <p:cNvSpPr>
            <a:spLocks noGrp="1"/>
          </p:cNvSpPr>
          <p:nvPr>
            <p:ph type="pic" idx="1"/>
          </p:nvPr>
        </p:nvSpPr>
        <p:spPr>
          <a:xfrm>
            <a:off x="1792288" y="612775"/>
            <a:ext cx="5486400" cy="4114800"/>
          </a:xfrm>
        </p:spPr>
        <p:txBody>
          <a:bodyPr anchor="t" anchorCtr="0" bIns="45720" compatLnSpc="1" lIns="91440" numCol="1" rIns="91440" tIns="45720" vert="horz" wrap="square">
            <a:prstTxWarp prst="textNoShape"/>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algn="l" defTabSz="914400" eaLnBrk="0" fontAlgn="base" hangingPunct="0" indent="0" latinLnBrk="0" lvl="0" marL="0" marR="0" rtl="0">
              <a:lnSpc>
                <a:spcPct val="100000"/>
              </a:lnSpc>
              <a:spcBef>
                <a:spcPct val="20000"/>
              </a:spcBef>
              <a:spcAft>
                <a:spcPct val="0"/>
              </a:spcAft>
              <a:buClr>
                <a:schemeClr val="accent1"/>
              </a:buClr>
              <a:buSzPct val="90000"/>
              <a:buFont typeface="Monotype Sorts" pitchFamily="2" charset="2"/>
              <a:buNone/>
            </a:pPr>
            <a:endParaRPr baseline="0" b="0" cap="none" sz="3200" i="0" kern="0" kumimoji="1" lang="en-US" noProof="0" normalizeH="0" spc="0" strike="noStrike" u="none">
              <a:ln>
                <a:noFill/>
              </a:ln>
              <a:solidFill>
                <a:schemeClr val="tx1"/>
              </a:solidFill>
              <a:effectLst/>
              <a:uLnTx/>
              <a:uFillTx/>
              <a:latin typeface="+mn-lt"/>
              <a:ea typeface="+mn-ea"/>
              <a:cs typeface="+mn-cs"/>
            </a:endParaRPr>
          </a:p>
        </p:txBody>
      </p:sp>
      <p:sp>
        <p:nvSpPr>
          <p:cNvPr id="1048754"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580" name="Rectangle 8"/>
          <p:cNvSpPr/>
          <p:nvPr>
            <p:ph type="dt" sz="half" idx="2"/>
          </p:nvPr>
        </p:nvSpPr>
        <p:spPr>
          <a:xfrm rot="0">
            <a:off x="9906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lvl="0">
              <a:spcBef>
                <a:spcPct val="50000"/>
              </a:spcBef>
            </a:pPr>
            <a:endParaRPr altLang="en-US" sz="1400" lang="en-US">
              <a:solidFill>
                <a:schemeClr val="dk2"/>
              </a:solidFill>
            </a:endParaRPr>
          </a:p>
        </p:txBody>
      </p:sp>
      <p:sp>
        <p:nvSpPr>
          <p:cNvPr id="1048582" name="Rectangle 10"/>
          <p:cNvSpPr/>
          <p:nvPr>
            <p:ph type="sldNum" sz="quarter" idx="4"/>
          </p:nvPr>
        </p:nvSpPr>
        <p:spPr>
          <a:xfrm rot="0">
            <a:off x="68580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lvl="0">
              <a:spcBef>
                <a:spcPct val="50000"/>
              </a:spcBef>
            </a:pPr>
            <a:fld id="{566ABCEB-ACFC-4714-9973-3DA970169C29}" type="slidenum">
              <a:rPr altLang="en-US" sz="1400" lang="en-US">
                <a:solidFill>
                  <a:schemeClr val="dk2"/>
                </a:solidFill>
              </a:rPr>
              <a:pPr algn="r" lvl="0">
                <a:spcBef>
                  <a:spcPct val="50000"/>
                </a:spcBef>
              </a:pPr>
            </a:fld>
            <a:endParaRPr altLang="en-US" sz="1400" lang="en-US">
              <a:solidFill>
                <a:schemeClr val="dk2"/>
              </a:solidFill>
            </a:endParaRPr>
          </a:p>
        </p:txBody>
      </p:sp>
      <p:sp>
        <p:nvSpPr>
          <p:cNvPr id="1048581" name="Rectangle 9"/>
          <p:cNvSpPr/>
          <p:nvPr>
            <p:ph type="ftr" sz="quarter" idx="3"/>
          </p:nvPr>
        </p:nvSpPr>
        <p:spPr>
          <a:xfrm rot="0">
            <a:off x="3429000" y="60960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lvl="0">
              <a:spcBef>
                <a:spcPct val="50000"/>
              </a:spcBef>
            </a:pPr>
            <a:endParaRPr altLang="en-US" sz="1400" lang="en-US">
              <a:solidFill>
                <a:schemeClr val="dk2"/>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44" name=""/>
        <p:cNvGrpSpPr/>
        <p:nvPr/>
      </p:nvGrpSpPr>
      <p:grpSpPr>
        <a:xfrm>
          <a:off x="0" y="0"/>
          <a:ext cx="0" cy="0"/>
          <a:chOff x="0" y="0"/>
          <a:chExt cx="0" cy="0"/>
        </a:xfrm>
      </p:grpSpPr>
      <p:sp>
        <p:nvSpPr>
          <p:cNvPr id="1048755" name="Title 1"/>
          <p:cNvSpPr>
            <a:spLocks noGrp="1"/>
          </p:cNvSpPr>
          <p:nvPr>
            <p:ph type="title"/>
          </p:nvPr>
        </p:nvSpPr>
        <p:spPr/>
        <p:txBody>
          <a:bodyPr/>
          <a:p>
            <a:r>
              <a:rPr lang="en-US"/>
              <a:t>Click to edit Master title style</a:t>
            </a:r>
          </a:p>
        </p:txBody>
      </p:sp>
      <p:sp>
        <p:nvSpPr>
          <p:cNvPr id="1048756"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0" name="Rectangle 8"/>
          <p:cNvSpPr/>
          <p:nvPr>
            <p:ph type="dt" sz="half" idx="2"/>
          </p:nvPr>
        </p:nvSpPr>
        <p:spPr>
          <a:xfrm rot="0">
            <a:off x="9906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lvl="0">
              <a:spcBef>
                <a:spcPct val="50000"/>
              </a:spcBef>
            </a:pPr>
            <a:endParaRPr altLang="en-US" sz="1400" lang="en-US">
              <a:solidFill>
                <a:schemeClr val="dk2"/>
              </a:solidFill>
            </a:endParaRPr>
          </a:p>
        </p:txBody>
      </p:sp>
      <p:sp>
        <p:nvSpPr>
          <p:cNvPr id="1048582" name="Rectangle 10"/>
          <p:cNvSpPr/>
          <p:nvPr>
            <p:ph type="sldNum" sz="quarter" idx="4"/>
          </p:nvPr>
        </p:nvSpPr>
        <p:spPr>
          <a:xfrm rot="0">
            <a:off x="68580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lvl="0">
              <a:spcBef>
                <a:spcPct val="50000"/>
              </a:spcBef>
            </a:pPr>
            <a:fld id="{566ABCEB-ACFC-4714-9973-3DA970169C29}" type="slidenum">
              <a:rPr altLang="en-US" sz="1400" lang="en-US">
                <a:solidFill>
                  <a:schemeClr val="dk2"/>
                </a:solidFill>
              </a:rPr>
              <a:pPr algn="r" lvl="0">
                <a:spcBef>
                  <a:spcPct val="50000"/>
                </a:spcBef>
              </a:pPr>
            </a:fld>
            <a:endParaRPr altLang="en-US" sz="1400" lang="en-US">
              <a:solidFill>
                <a:schemeClr val="dk2"/>
              </a:solidFill>
            </a:endParaRPr>
          </a:p>
        </p:txBody>
      </p:sp>
      <p:sp>
        <p:nvSpPr>
          <p:cNvPr id="1048581" name="Rectangle 9"/>
          <p:cNvSpPr/>
          <p:nvPr>
            <p:ph type="ftr" sz="quarter" idx="3"/>
          </p:nvPr>
        </p:nvSpPr>
        <p:spPr>
          <a:xfrm rot="0">
            <a:off x="3429000" y="60960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lvl="0">
              <a:spcBef>
                <a:spcPct val="50000"/>
              </a:spcBef>
            </a:pPr>
            <a:endParaRPr altLang="en-US" sz="1400" lang="en-US">
              <a:solidFill>
                <a:schemeClr val="dk2"/>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45" name=""/>
        <p:cNvGrpSpPr/>
        <p:nvPr/>
      </p:nvGrpSpPr>
      <p:grpSpPr>
        <a:xfrm>
          <a:off x="0" y="0"/>
          <a:ext cx="0" cy="0"/>
          <a:chOff x="0" y="0"/>
          <a:chExt cx="0" cy="0"/>
        </a:xfrm>
      </p:grpSpPr>
      <p:sp>
        <p:nvSpPr>
          <p:cNvPr id="1048757" name="Vertical Title 1"/>
          <p:cNvSpPr>
            <a:spLocks noGrp="1"/>
          </p:cNvSpPr>
          <p:nvPr>
            <p:ph type="title" orient="vert"/>
          </p:nvPr>
        </p:nvSpPr>
        <p:spPr>
          <a:xfrm>
            <a:off x="6819900" y="457200"/>
            <a:ext cx="1943100" cy="5486400"/>
          </a:xfrm>
        </p:spPr>
        <p:txBody>
          <a:bodyPr vert="eaVert"/>
          <a:p>
            <a:r>
              <a:rPr lang="en-US"/>
              <a:t>Click to edit Master title style</a:t>
            </a:r>
          </a:p>
        </p:txBody>
      </p:sp>
      <p:sp>
        <p:nvSpPr>
          <p:cNvPr id="1048758" name="Vertical Text Placeholder 2"/>
          <p:cNvSpPr>
            <a:spLocks noGrp="1"/>
          </p:cNvSpPr>
          <p:nvPr>
            <p:ph type="body" orient="vert" idx="1"/>
          </p:nvPr>
        </p:nvSpPr>
        <p:spPr>
          <a:xfrm>
            <a:off x="990600" y="457200"/>
            <a:ext cx="5676900" cy="5486400"/>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0" name="Rectangle 8"/>
          <p:cNvSpPr/>
          <p:nvPr>
            <p:ph type="dt" sz="half" idx="2"/>
          </p:nvPr>
        </p:nvSpPr>
        <p:spPr>
          <a:xfrm rot="0">
            <a:off x="9906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lvl="0">
              <a:spcBef>
                <a:spcPct val="50000"/>
              </a:spcBef>
            </a:pPr>
            <a:endParaRPr altLang="en-US" sz="1400" lang="en-US">
              <a:solidFill>
                <a:schemeClr val="dk2"/>
              </a:solidFill>
            </a:endParaRPr>
          </a:p>
        </p:txBody>
      </p:sp>
      <p:sp>
        <p:nvSpPr>
          <p:cNvPr id="1048582" name="Rectangle 10"/>
          <p:cNvSpPr/>
          <p:nvPr>
            <p:ph type="sldNum" sz="quarter" idx="4"/>
          </p:nvPr>
        </p:nvSpPr>
        <p:spPr>
          <a:xfrm rot="0">
            <a:off x="68580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lvl="0">
              <a:spcBef>
                <a:spcPct val="50000"/>
              </a:spcBef>
            </a:pPr>
            <a:fld id="{566ABCEB-ACFC-4714-9973-3DA970169C29}" type="slidenum">
              <a:rPr altLang="en-US" sz="1400" lang="en-US">
                <a:solidFill>
                  <a:schemeClr val="dk2"/>
                </a:solidFill>
              </a:rPr>
              <a:pPr algn="r" lvl="0">
                <a:spcBef>
                  <a:spcPct val="50000"/>
                </a:spcBef>
              </a:pPr>
            </a:fld>
            <a:endParaRPr altLang="en-US" sz="1400" lang="en-US">
              <a:solidFill>
                <a:schemeClr val="dk2"/>
              </a:solidFill>
            </a:endParaRPr>
          </a:p>
        </p:txBody>
      </p:sp>
      <p:sp>
        <p:nvSpPr>
          <p:cNvPr id="1048581" name="Rectangle 9"/>
          <p:cNvSpPr/>
          <p:nvPr>
            <p:ph type="ftr" sz="quarter" idx="3"/>
          </p:nvPr>
        </p:nvSpPr>
        <p:spPr>
          <a:xfrm rot="0">
            <a:off x="3429000" y="60960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lvl="0">
              <a:spcBef>
                <a:spcPct val="50000"/>
              </a:spcBef>
            </a:pPr>
            <a:endParaRPr altLang="en-US" sz="1400" lang="en-US">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2.png"/><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rgbClr val="8C735A"/>
        </a:solidFill>
      </p:bgPr>
    </p:bg>
    <p:spTree>
      <p:nvGrpSpPr>
        <p:cNvPr id="22" name=""/>
        <p:cNvGrpSpPr/>
        <p:nvPr/>
      </p:nvGrpSpPr>
      <p:grpSpPr>
        <a:xfrm rot="0">
          <a:off x="0" y="0"/>
          <a:ext cx="0" cy="0"/>
          <a:chOff x="0" y="0"/>
          <a:chExt cx="0" cy="0"/>
        </a:xfrm>
      </p:grpSpPr>
      <p:grpSp>
        <p:nvGrpSpPr>
          <p:cNvPr id="23" name=""/>
          <p:cNvGrpSpPr/>
          <p:nvPr/>
        </p:nvGrpSpPr>
        <p:grpSpPr>
          <a:xfrm rot="0">
            <a:off x="0" y="0"/>
            <a:ext cx="8872538" cy="6858000"/>
            <a:chOff x="0" y="0"/>
            <a:chExt cx="5589" cy="4320"/>
          </a:xfrm>
        </p:grpSpPr>
        <p:sp>
          <p:nvSpPr>
            <p:cNvPr id="1048576" name="Rectangle 3"/>
            <p:cNvSpPr/>
            <p:nvPr/>
          </p:nvSpPr>
          <p:spPr bwMode="ltGray">
            <a:xfrm rot="0">
              <a:off x="336" y="150"/>
              <a:ext cx="5253" cy="4026"/>
            </a:xfrm>
            <a:prstGeom prst="rect"/>
            <a:solidFill>
              <a:schemeClr val="lt1"/>
            </a:solidFill>
            <a:ln>
              <a:noFill/>
            </a:ln>
          </p:spPr>
          <p:txBody>
            <a:bodyPr anchor="ctr" bIns="45720" lIns="91440" rIns="91440" tIns="45720" vert="horz" wrap="none"/>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endParaRPr altLang="en-US" lang="en-US"/>
            </a:p>
          </p:txBody>
        </p:sp>
        <p:pic>
          <p:nvPicPr>
            <p:cNvPr id="2097152" name="Picture 4" descr="A:\minispir.GIF"/>
            <p:cNvPicPr>
              <a:picLocks/>
            </p:cNvPicPr>
            <p:nvPr/>
          </p:nvPicPr>
          <p:blipFill>
            <a:blip xmlns:r="http://schemas.openxmlformats.org/officeDocument/2006/relationships" r:embed="rId12"/>
            <a:srcRect l="0" t="0" r="0" b="0"/>
            <a:stretch>
              <a:fillRect/>
            </a:stretch>
          </p:blipFill>
          <p:spPr bwMode="ltGray">
            <a:xfrm rot="0">
              <a:off x="0" y="0"/>
              <a:ext cx="670" cy="4320"/>
            </a:xfrm>
            <a:prstGeom prst="rect"/>
            <a:noFill/>
            <a:ln>
              <a:noFill/>
            </a:ln>
          </p:spPr>
        </p:pic>
        <p:sp>
          <p:nvSpPr>
            <p:cNvPr id="1048577" name="Line 5"/>
            <p:cNvSpPr/>
            <p:nvPr/>
          </p:nvSpPr>
          <p:spPr bwMode="ltGray">
            <a:xfrm rot="0">
              <a:off x="640" y="1008"/>
              <a:ext cx="4880" cy="0"/>
            </a:xfrm>
            <a:prstGeom prst="line"/>
            <a:noFill/>
            <a:ln w="3175" cap="flat" cmpd="sng">
              <a:solidFill>
                <a:schemeClr val="dk2">
                  <a:alpha val="100000"/>
                </a:schemeClr>
              </a:solidFill>
              <a:prstDash val="solid"/>
              <a:round/>
            </a:ln>
          </p:spPr>
        </p:sp>
      </p:grpSp>
      <p:sp>
        <p:nvSpPr>
          <p:cNvPr id="1048578" name="Rectangle 6"/>
          <p:cNvSpPr/>
          <p:nvPr>
            <p:ph type="title" sz="full" idx="0"/>
          </p:nvPr>
        </p:nvSpPr>
        <p:spPr>
          <a:xfrm rot="0">
            <a:off x="990600" y="457200"/>
            <a:ext cx="7772400" cy="1143000"/>
          </a:xfrm>
          <a:prstGeom prst="rect"/>
          <a:noFill/>
          <a:ln>
            <a:noFill/>
          </a:ln>
        </p:spPr>
        <p:txBody>
          <a:bodyPr anchor="ctr" bIns="45720" lIns="91440" rIns="91440" tIns="45720" vert="horz"/>
          <a:p>
            <a:pPr lvl="0"/>
            <a:r>
              <a:rPr altLang="en-US" lang="en-US"/>
              <a:t>Click to edit Master title style</a:t>
            </a:r>
          </a:p>
        </p:txBody>
      </p:sp>
      <p:sp>
        <p:nvSpPr>
          <p:cNvPr id="1048579" name="Rectangle 7"/>
          <p:cNvSpPr/>
          <p:nvPr>
            <p:ph type="body" sz="full" idx="1"/>
          </p:nvPr>
        </p:nvSpPr>
        <p:spPr>
          <a:xfrm rot="0">
            <a:off x="990600" y="1828800"/>
            <a:ext cx="7772400" cy="4114800"/>
          </a:xfrm>
          <a:prstGeom prst="rect"/>
          <a:noFill/>
          <a:ln>
            <a:noFill/>
          </a:ln>
        </p:spPr>
        <p:txBody>
          <a:bodyPr anchor="t" bIns="45720" lIns="91440" rIns="91440" tIns="45720" vert="horz"/>
          <a:p>
            <a:pPr lvl="0"/>
            <a:r>
              <a:rPr altLang="en-US" lang="en-US"/>
              <a:t>Click to edit Master text styles</a:t>
            </a:r>
          </a:p>
          <a:p>
            <a:pPr lvl="1"/>
            <a:r>
              <a:rPr altLang="en-US" lang="en-US"/>
              <a:t>Second level</a:t>
            </a:r>
          </a:p>
          <a:p>
            <a:pPr lvl="2"/>
            <a:r>
              <a:rPr altLang="en-US" lang="en-US"/>
              <a:t>Third level</a:t>
            </a:r>
          </a:p>
          <a:p>
            <a:pPr lvl="3"/>
            <a:r>
              <a:rPr altLang="en-US" lang="en-US"/>
              <a:t>Fourth level</a:t>
            </a:r>
          </a:p>
          <a:p>
            <a:pPr lvl="4"/>
            <a:r>
              <a:rPr altLang="en-US" lang="en-US"/>
              <a:t>Fifth level</a:t>
            </a:r>
          </a:p>
        </p:txBody>
      </p:sp>
      <p:sp>
        <p:nvSpPr>
          <p:cNvPr id="1048580" name="Rectangle 8"/>
          <p:cNvSpPr/>
          <p:nvPr>
            <p:ph type="dt" sz="half" idx="2"/>
          </p:nvPr>
        </p:nvSpPr>
        <p:spPr>
          <a:xfrm rot="0">
            <a:off x="9906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lvl="0">
              <a:spcBef>
                <a:spcPct val="50000"/>
              </a:spcBef>
            </a:pPr>
            <a:endParaRPr altLang="en-US" sz="1400" lang="en-US">
              <a:solidFill>
                <a:schemeClr val="dk2"/>
              </a:solidFill>
            </a:endParaRPr>
          </a:p>
        </p:txBody>
      </p:sp>
      <p:sp>
        <p:nvSpPr>
          <p:cNvPr id="1048581" name="Rectangle 9"/>
          <p:cNvSpPr/>
          <p:nvPr>
            <p:ph type="ftr" sz="quarter" idx="3"/>
          </p:nvPr>
        </p:nvSpPr>
        <p:spPr>
          <a:xfrm rot="0">
            <a:off x="3429000" y="60960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lvl="0">
              <a:spcBef>
                <a:spcPct val="50000"/>
              </a:spcBef>
            </a:pPr>
            <a:endParaRPr altLang="en-US" sz="1400" lang="en-US">
              <a:solidFill>
                <a:schemeClr val="dk2"/>
              </a:solidFill>
            </a:endParaRPr>
          </a:p>
        </p:txBody>
      </p:sp>
      <p:sp>
        <p:nvSpPr>
          <p:cNvPr id="1048582" name="Rectangle 10"/>
          <p:cNvSpPr/>
          <p:nvPr>
            <p:ph type="sldNum" sz="quarter" idx="4"/>
          </p:nvPr>
        </p:nvSpPr>
        <p:spPr>
          <a:xfrm rot="0">
            <a:off x="6858000" y="60960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lvl="0">
              <a:spcBef>
                <a:spcPct val="50000"/>
              </a:spcBef>
            </a:pPr>
            <a:fld id="{566ABCEB-ACFC-4714-9973-3DA970169C29}" type="slidenum">
              <a:rPr altLang="en-US" sz="1400" lang="en-US">
                <a:solidFill>
                  <a:schemeClr val="dk2"/>
                </a:solidFill>
              </a:rPr>
              <a:pPr algn="r" lvl="0">
                <a:spcBef>
                  <a:spcPct val="50000"/>
                </a:spcBef>
              </a:pPr>
            </a:fld>
            <a:endParaRPr altLang="en-US" sz="1400" lang="en-US">
              <a:solidFill>
                <a:schemeClr val="dk2"/>
              </a:solidFill>
            </a:endParaRPr>
          </a:p>
        </p:txBody>
      </p:sp>
    </p:spTree>
  </p:cSld>
  <p:clrMap accent1="accent1" accent2="accent2" accent3="accent3" accent4="accent4" accent5="accent5" accent6="accent6" bg1="lt1" bg2="dk2" tx1="dk1" tx2="lt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sldNum="0"/>
  <p:txStyles>
    <p:titleStyle>
      <a:lvl1pPr algn="l" eaLnBrk="0" fontAlgn="base" hangingPunct="0" rtl="0">
        <a:spcBef>
          <a:spcPct val="0"/>
        </a:spcBef>
        <a:spcAft>
          <a:spcPct val="0"/>
        </a:spcAft>
        <a:defRPr sz="4400" kumimoji="1">
          <a:solidFill>
            <a:schemeClr val="tx2"/>
          </a:solidFill>
          <a:latin typeface="+mj-lt"/>
          <a:ea typeface="+mj-ea"/>
          <a:cs typeface="+mj-cs"/>
        </a:defRPr>
      </a:lvl1pPr>
      <a:lvl2pPr algn="l" eaLnBrk="0" fontAlgn="base" hangingPunct="0" rtl="0">
        <a:spcBef>
          <a:spcPct val="0"/>
        </a:spcBef>
        <a:spcAft>
          <a:spcPct val="0"/>
        </a:spcAft>
        <a:defRPr sz="4400" kumimoji="1">
          <a:solidFill>
            <a:schemeClr val="tx2"/>
          </a:solidFill>
          <a:latin typeface="Times New Roman"/>
        </a:defRPr>
      </a:lvl2pPr>
      <a:lvl3pPr algn="l" eaLnBrk="0" fontAlgn="base" hangingPunct="0" rtl="0">
        <a:spcBef>
          <a:spcPct val="0"/>
        </a:spcBef>
        <a:spcAft>
          <a:spcPct val="0"/>
        </a:spcAft>
        <a:defRPr sz="4400" kumimoji="1">
          <a:solidFill>
            <a:schemeClr val="tx2"/>
          </a:solidFill>
          <a:latin typeface="Times New Roman"/>
        </a:defRPr>
      </a:lvl3pPr>
      <a:lvl4pPr algn="l" eaLnBrk="0" fontAlgn="base" hangingPunct="0" rtl="0">
        <a:spcBef>
          <a:spcPct val="0"/>
        </a:spcBef>
        <a:spcAft>
          <a:spcPct val="0"/>
        </a:spcAft>
        <a:defRPr sz="4400" kumimoji="1">
          <a:solidFill>
            <a:schemeClr val="tx2"/>
          </a:solidFill>
          <a:latin typeface="Times New Roman"/>
        </a:defRPr>
      </a:lvl4pPr>
      <a:lvl5pPr algn="l" eaLnBrk="0" fontAlgn="base" hangingPunct="0" rtl="0">
        <a:spcBef>
          <a:spcPct val="0"/>
        </a:spcBef>
        <a:spcAft>
          <a:spcPct val="0"/>
        </a:spcAft>
        <a:defRPr sz="4400" kumimoji="1">
          <a:solidFill>
            <a:schemeClr val="tx2"/>
          </a:solidFill>
          <a:latin typeface="Times New Roman"/>
        </a:defRPr>
      </a:lvl5pPr>
      <a:lvl6pPr algn="l" eaLnBrk="0" fontAlgn="base" hangingPunct="0" marL="457200" rtl="0">
        <a:spcBef>
          <a:spcPct val="0"/>
        </a:spcBef>
        <a:spcAft>
          <a:spcPct val="0"/>
        </a:spcAft>
        <a:defRPr sz="4400" kumimoji="1">
          <a:solidFill>
            <a:schemeClr val="tx2"/>
          </a:solidFill>
          <a:latin typeface="Times New Roman"/>
        </a:defRPr>
      </a:lvl6pPr>
      <a:lvl7pPr algn="l" eaLnBrk="0" fontAlgn="base" hangingPunct="0" marL="914400" rtl="0">
        <a:spcBef>
          <a:spcPct val="0"/>
        </a:spcBef>
        <a:spcAft>
          <a:spcPct val="0"/>
        </a:spcAft>
        <a:defRPr sz="4400" kumimoji="1">
          <a:solidFill>
            <a:schemeClr val="tx2"/>
          </a:solidFill>
          <a:latin typeface="Times New Roman"/>
        </a:defRPr>
      </a:lvl7pPr>
      <a:lvl8pPr algn="l" eaLnBrk="0" fontAlgn="base" hangingPunct="0" marL="1371600" rtl="0">
        <a:spcBef>
          <a:spcPct val="0"/>
        </a:spcBef>
        <a:spcAft>
          <a:spcPct val="0"/>
        </a:spcAft>
        <a:defRPr sz="4400" kumimoji="1">
          <a:solidFill>
            <a:schemeClr val="tx2"/>
          </a:solidFill>
          <a:latin typeface="Times New Roman"/>
        </a:defRPr>
      </a:lvl8pPr>
      <a:lvl9pPr algn="l" eaLnBrk="0" fontAlgn="base" hangingPunct="0" marL="1828800" rtl="0">
        <a:spcBef>
          <a:spcPct val="0"/>
        </a:spcBef>
        <a:spcAft>
          <a:spcPct val="0"/>
        </a:spcAft>
        <a:defRPr sz="4400" kumimoji="1">
          <a:solidFill>
            <a:schemeClr val="tx2"/>
          </a:solidFill>
          <a:latin typeface="Times New Roman"/>
        </a:defRPr>
      </a:lvl9pPr>
    </p:titleStyle>
    <p:bodyStyle>
      <a:lvl1pPr algn="l" eaLnBrk="0" fontAlgn="base" hangingPunct="0" indent="-342900" marL="342900" rtl="0">
        <a:spcBef>
          <a:spcPct val="20000"/>
        </a:spcBef>
        <a:spcAft>
          <a:spcPct val="0"/>
        </a:spcAft>
        <a:buClr>
          <a:schemeClr val="accent1"/>
        </a:buClr>
        <a:buSzPct val="90000"/>
        <a:buFont typeface="Monotype Sorts" pitchFamily="2" charset="2"/>
        <a:buChar char="4"/>
        <a:defRPr sz="3200" kumimoji="1">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1"/>
        </a:buClr>
        <a:buChar char="–"/>
        <a:defRPr sz="2800" kumimoji="1">
          <a:solidFill>
            <a:schemeClr val="tx1"/>
          </a:solidFill>
          <a:latin typeface="+mn-lt"/>
        </a:defRPr>
      </a:lvl2pPr>
      <a:lvl3pPr algn="l" eaLnBrk="0" fontAlgn="base" hangingPunct="0" indent="-228600" marL="1143000" rtl="0">
        <a:spcBef>
          <a:spcPct val="20000"/>
        </a:spcBef>
        <a:spcAft>
          <a:spcPct val="0"/>
        </a:spcAft>
        <a:buClr>
          <a:schemeClr val="accent1"/>
        </a:buClr>
        <a:buChar char="•"/>
        <a:defRPr sz="2400" kumimoji="1">
          <a:solidFill>
            <a:schemeClr val="tx1"/>
          </a:solidFill>
          <a:latin typeface="+mn-lt"/>
        </a:defRPr>
      </a:lvl3pPr>
      <a:lvl4pPr algn="l" eaLnBrk="0" fontAlgn="base" hangingPunct="0" indent="-228600" marL="1600200" rtl="0">
        <a:spcBef>
          <a:spcPct val="20000"/>
        </a:spcBef>
        <a:spcAft>
          <a:spcPct val="0"/>
        </a:spcAft>
        <a:buClr>
          <a:schemeClr val="accent1"/>
        </a:buClr>
        <a:buChar char="–"/>
        <a:defRPr sz="2000" kumimoji="1">
          <a:solidFill>
            <a:schemeClr val="tx1"/>
          </a:solidFill>
          <a:latin typeface="+mn-lt"/>
        </a:defRPr>
      </a:lvl4pPr>
      <a:lvl5pPr algn="l" eaLnBrk="0" fontAlgn="base" hangingPunct="0" indent="-228600" marL="2057400" rtl="0">
        <a:spcBef>
          <a:spcPct val="20000"/>
        </a:spcBef>
        <a:spcAft>
          <a:spcPct val="0"/>
        </a:spcAft>
        <a:buClr>
          <a:schemeClr val="accent1"/>
        </a:buClr>
        <a:buChar char="»"/>
        <a:defRPr sz="2000" kumimoji="1">
          <a:solidFill>
            <a:schemeClr val="tx1"/>
          </a:solidFill>
          <a:latin typeface="+mn-lt"/>
        </a:defRPr>
      </a:lvl5pPr>
      <a:lvl6pPr algn="l" eaLnBrk="0" fontAlgn="base" hangingPunct="0" indent="-228600" marL="2514600" rtl="0">
        <a:spcBef>
          <a:spcPct val="20000"/>
        </a:spcBef>
        <a:spcAft>
          <a:spcPct val="0"/>
        </a:spcAft>
        <a:buClr>
          <a:schemeClr val="accent1"/>
        </a:buClr>
        <a:buChar char="»"/>
        <a:defRPr sz="2000" kumimoji="1">
          <a:solidFill>
            <a:schemeClr val="tx1"/>
          </a:solidFill>
          <a:latin typeface="+mn-lt"/>
        </a:defRPr>
      </a:lvl6pPr>
      <a:lvl7pPr algn="l" eaLnBrk="0" fontAlgn="base" hangingPunct="0" indent="-228600" marL="2971800" rtl="0">
        <a:spcBef>
          <a:spcPct val="20000"/>
        </a:spcBef>
        <a:spcAft>
          <a:spcPct val="0"/>
        </a:spcAft>
        <a:buClr>
          <a:schemeClr val="accent1"/>
        </a:buClr>
        <a:buChar char="»"/>
        <a:defRPr sz="2000" kumimoji="1">
          <a:solidFill>
            <a:schemeClr val="tx1"/>
          </a:solidFill>
          <a:latin typeface="+mn-lt"/>
        </a:defRPr>
      </a:lvl7pPr>
      <a:lvl8pPr algn="l" eaLnBrk="0" fontAlgn="base" hangingPunct="0" indent="-228600" marL="3429000" rtl="0">
        <a:spcBef>
          <a:spcPct val="20000"/>
        </a:spcBef>
        <a:spcAft>
          <a:spcPct val="0"/>
        </a:spcAft>
        <a:buClr>
          <a:schemeClr val="accent1"/>
        </a:buClr>
        <a:buChar char="»"/>
        <a:defRPr sz="2000" kumimoji="1">
          <a:solidFill>
            <a:schemeClr val="tx1"/>
          </a:solidFill>
          <a:latin typeface="+mn-lt"/>
        </a:defRPr>
      </a:lvl8pPr>
      <a:lvl9pPr algn="l" eaLnBrk="0" fontAlgn="base" hangingPunct="0" indent="-228600" marL="3886200" rtl="0">
        <a:spcBef>
          <a:spcPct val="20000"/>
        </a:spcBef>
        <a:spcAft>
          <a:spcPct val="0"/>
        </a:spcAft>
        <a:buClr>
          <a:schemeClr val="accent1"/>
        </a:buClr>
        <a:buChar char="»"/>
        <a:defRPr sz="2000" kumimoji="1">
          <a:solidFill>
            <a:schemeClr val="tx1"/>
          </a:solidFill>
          <a:latin typeface="+mn-lt"/>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showMasterSp="1">
  <p:cSld>
    <p:spTree>
      <p:nvGrpSpPr>
        <p:cNvPr id="28" name=""/>
        <p:cNvGrpSpPr/>
        <p:nvPr/>
      </p:nvGrpSpPr>
      <p:grpSpPr>
        <a:xfrm rot="0">
          <a:off x="0" y="0"/>
          <a:ext cx="0" cy="0"/>
          <a:chOff x="0" y="0"/>
          <a:chExt cx="0" cy="0"/>
        </a:xfrm>
      </p:grpSpPr>
      <p:sp>
        <p:nvSpPr>
          <p:cNvPr id="1048591" name="Rectangle 2"/>
          <p:cNvSpPr/>
          <p:nvPr>
            <p:ph type="ctrTitle" sz="full" idx="4294967295"/>
          </p:nvPr>
        </p:nvSpPr>
        <p:spPr>
          <a:xfrm rot="0">
            <a:off x="962025" y="1925637"/>
            <a:ext cx="7772400" cy="1143000"/>
          </a:xfrm>
          <a:prstGeom prst="rect"/>
          <a:noFill/>
          <a:ln>
            <a:noFill/>
          </a:ln>
        </p:spPr>
        <p:txBody>
          <a:bodyPr anchor="ctr" bIns="45720" lIns="91440" rIns="91440" tIns="45720" vert="horz"/>
          <a:lstStyle>
            <a:lvl1pPr algn="l">
              <a:defRPr sz="4400"/>
            </a:lvl1pPr>
          </a:lstStyle>
          <a:p>
            <a:pPr algn="ctr" lvl="0"/>
            <a:r>
              <a:rPr altLang="en-US" lang="en-US"/>
              <a:t>RUP</a:t>
            </a:r>
          </a:p>
        </p:txBody>
      </p:sp>
      <p:sp>
        <p:nvSpPr>
          <p:cNvPr id="1048592" name="Rectangle 3"/>
          <p:cNvSpPr/>
          <p:nvPr>
            <p:ph type="subTitle" sz="full" idx="4294967295"/>
          </p:nvPr>
        </p:nvSpPr>
        <p:spPr>
          <a:xfrm rot="0">
            <a:off x="1647825" y="3738562"/>
            <a:ext cx="6400800" cy="1752600"/>
          </a:xfrm>
          <a:prstGeom prst="rect"/>
          <a:noFill/>
          <a:ln>
            <a:noFill/>
          </a:ln>
        </p:spPr>
        <p:txBody>
          <a:bodyPr anchor="t" bIns="45720" lIns="91440" rIns="91440" tIns="45720" vert="horz"/>
          <a:lstStyle>
            <a:lvl1pPr algn="ctr" marL="0">
              <a:buNone/>
              <a:defRPr sz="3200">
                <a:solidFill>
                  <a:schemeClr val="dk1"/>
                </a:solidFill>
              </a:defRPr>
            </a:lvl1pPr>
            <a:lvl2pPr algn="ctr" marL="457200">
              <a:buFontTx/>
              <a:buNone/>
            </a:lvl2pPr>
            <a:lvl3pPr algn="ctr" marL="914400">
              <a:buFontTx/>
              <a:buNone/>
            </a:lvl3pPr>
            <a:lvl4pPr algn="ctr" marL="1371600">
              <a:buFontTx/>
              <a:buNone/>
            </a:lvl4pPr>
            <a:lvl5pPr algn="ctr" marL="1828800">
              <a:buFontTx/>
              <a:buNone/>
            </a:lvl5pPr>
          </a:lstStyle>
          <a:p>
            <a:pPr lvl="0">
              <a:buNone/>
            </a:pPr>
            <a:r>
              <a:rPr altLang="en-US" lang="en-US">
                <a:solidFill>
                  <a:schemeClr val="dk2"/>
                </a:solidFill>
              </a:rPr>
              <a:t>Process and Method:</a:t>
            </a:r>
          </a:p>
          <a:p>
            <a:pPr lvl="0">
              <a:buNone/>
            </a:pPr>
            <a:r>
              <a:rPr altLang="en-US" lang="en-US">
                <a:solidFill>
                  <a:schemeClr val="dk2"/>
                </a:solidFill>
              </a:rPr>
              <a:t>An Introduction to the</a:t>
            </a:r>
          </a:p>
          <a:p>
            <a:pPr lvl="0">
              <a:buNone/>
            </a:pPr>
            <a:r>
              <a:rPr altLang="en-US" lang="en-US">
                <a:solidFill>
                  <a:schemeClr val="dk2"/>
                </a:solidFill>
              </a:rPr>
              <a:t>Rational Unified Process</a:t>
            </a:r>
          </a:p>
        </p:txBody>
      </p:sp>
    </p:spTree>
  </p:cSld>
  <p:clrMapOvr>
    <a:masterClrMapping/>
  </p:clrMapOvr>
  <p:timing/>
</p:sld>
</file>

<file path=ppt/slides/slide2.xml><?xml version="1.0" encoding="utf-8"?>
<p:sld xmlns:a="http://schemas.openxmlformats.org/drawingml/2006/main" xmlns:r="http://schemas.openxmlformats.org/officeDocument/2006/relationships" xmlns:p="http://schemas.openxmlformats.org/presentationml/2006/main" showMasterSp="1">
  <p:cSld>
    <p:spTree>
      <p:nvGrpSpPr>
        <p:cNvPr id="49" name=""/>
        <p:cNvGrpSpPr/>
        <p:nvPr/>
      </p:nvGrpSpPr>
      <p:grpSpPr>
        <a:xfrm rot="0">
          <a:off x="0" y="0"/>
          <a:ext cx="0" cy="0"/>
          <a:chOff x="0" y="0"/>
          <a:chExt cx="0" cy="0"/>
        </a:xfrm>
      </p:grpSpPr>
      <p:sp>
        <p:nvSpPr>
          <p:cNvPr id="1048593" name="Rectangle 1026"/>
          <p:cNvSpPr/>
          <p:nvPr>
            <p:ph type="title" sz="full" idx="4294967295"/>
          </p:nvPr>
        </p:nvSpPr>
        <p:spPr>
          <a:xfrm rot="0">
            <a:off x="990600" y="457200"/>
            <a:ext cx="7772400" cy="1144587"/>
          </a:xfrm>
          <a:prstGeom prst="rect"/>
          <a:noFill/>
          <a:ln>
            <a:noFill/>
          </a:ln>
        </p:spPr>
        <p:txBody>
          <a:bodyPr anchor="ctr" bIns="0" lIns="0" rIns="0" tIns="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GB"/>
              <a:t>Waterfall Method</a:t>
            </a:r>
          </a:p>
        </p:txBody>
      </p:sp>
      <p:sp>
        <p:nvSpPr>
          <p:cNvPr id="1048594" name="Rectangle 1027"/>
          <p:cNvSpPr/>
          <p:nvPr>
            <p:ph type="body" sz="full" idx="4294967295"/>
          </p:nvPr>
        </p:nvSpPr>
        <p:spPr>
          <a:xfrm rot="0">
            <a:off x="990600" y="1828800"/>
            <a:ext cx="7772400" cy="4114800"/>
          </a:xfrm>
          <a:prstGeom prst="rect"/>
          <a:noFill/>
          <a:ln>
            <a:noFill/>
          </a:ln>
        </p:spPr>
        <p:txBody>
          <a:bodyPr anchor="t" bIns="0" lIns="0" rIns="0" tIns="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spcBef>
                <a:spcPct val="0"/>
              </a:spcBef>
              <a:spcAft>
                <a:spcPts val="1137"/>
              </a:spcAft>
            </a:pPr>
            <a:r>
              <a:rPr altLang="en-US" lang="en-GB"/>
              <a:t>Requirements Analysis</a:t>
            </a:r>
          </a:p>
          <a:p>
            <a:pPr lvl="1">
              <a:spcBef>
                <a:spcPct val="0"/>
              </a:spcBef>
              <a:spcAft>
                <a:spcPts val="1037"/>
              </a:spcAft>
            </a:pPr>
            <a:r>
              <a:rPr altLang="en-US" lang="en-GB"/>
              <a:t>Analysis Specification</a:t>
            </a:r>
          </a:p>
          <a:p>
            <a:pPr lvl="2">
              <a:spcBef>
                <a:spcPct val="0"/>
              </a:spcBef>
              <a:spcAft>
                <a:spcPts val="837"/>
              </a:spcAft>
            </a:pPr>
            <a:r>
              <a:rPr altLang="en-US" lang="en-GB"/>
              <a:t>Design Specification</a:t>
            </a:r>
          </a:p>
          <a:p>
            <a:pPr lvl="3">
              <a:spcBef>
                <a:spcPct val="0"/>
              </a:spcBef>
              <a:spcAft>
                <a:spcPts val="562"/>
              </a:spcAft>
            </a:pPr>
            <a:r>
              <a:rPr altLang="en-US" lang="en-GB"/>
              <a:t>Coding from Design Specification</a:t>
            </a:r>
          </a:p>
          <a:p>
            <a:pPr lvl="4">
              <a:spcBef>
                <a:spcPct val="0"/>
              </a:spcBef>
              <a:spcAft>
                <a:spcPts val="275"/>
              </a:spcAft>
            </a:pPr>
            <a:r>
              <a:rPr altLang="en-US" lang="en-GB"/>
              <a:t>Unit Testing</a:t>
            </a:r>
          </a:p>
          <a:p>
            <a:pPr lvl="4">
              <a:spcBef>
                <a:spcPct val="0"/>
              </a:spcBef>
              <a:spcAft>
                <a:spcPts val="275"/>
              </a:spcAft>
            </a:pPr>
            <a:r>
              <a:rPr altLang="en-US" lang="en-GB"/>
              <a:t>System Testing</a:t>
            </a:r>
          </a:p>
          <a:p>
            <a:pPr lvl="4">
              <a:spcBef>
                <a:spcPct val="0"/>
              </a:spcBef>
              <a:spcAft>
                <a:spcPts val="275"/>
              </a:spcAft>
            </a:pPr>
            <a:r>
              <a:rPr altLang="en-US" lang="en-GB"/>
              <a:t>UAT Testing</a:t>
            </a:r>
          </a:p>
          <a:p>
            <a:pPr lvl="4">
              <a:spcBef>
                <a:spcPct val="0"/>
              </a:spcBef>
              <a:spcAft>
                <a:spcPts val="275"/>
              </a:spcAft>
            </a:pPr>
            <a:r>
              <a:rPr altLang="en-US" lang="en-GB"/>
              <a:t>Ship It (????)</a:t>
            </a:r>
          </a:p>
          <a:p>
            <a:pPr lvl="0">
              <a:spcBef>
                <a:spcPct val="0"/>
              </a:spcBef>
              <a:spcAft>
                <a:spcPts val="1137"/>
              </a:spcAft>
            </a:pPr>
            <a:r>
              <a:rPr altLang="en-US" lang="en-GB"/>
              <a:t>Measuring the form of formal documents (specifications).</a:t>
            </a:r>
          </a:p>
        </p:txBody>
      </p:sp>
    </p:spTree>
  </p:cSld>
  <p:clrMapOvr>
    <a:masterClrMapping/>
  </p:clrMapOvr>
  <p:timing/>
</p:sld>
</file>

<file path=ppt/slides/slide3.xml><?xml version="1.0" encoding="utf-8"?>
<p:sld xmlns:a="http://schemas.openxmlformats.org/drawingml/2006/main" xmlns:r="http://schemas.openxmlformats.org/officeDocument/2006/relationships" xmlns:p="http://schemas.openxmlformats.org/presentationml/2006/main" showMasterSp="1">
  <p:cSld>
    <p:spTree>
      <p:nvGrpSpPr>
        <p:cNvPr id="53" name=""/>
        <p:cNvGrpSpPr/>
        <p:nvPr/>
      </p:nvGrpSpPr>
      <p:grpSpPr>
        <a:xfrm rot="0">
          <a:off x="0" y="0"/>
          <a:ext cx="0" cy="0"/>
          <a:chOff x="0" y="0"/>
          <a:chExt cx="0" cy="0"/>
        </a:xfrm>
      </p:grpSpPr>
      <p:sp>
        <p:nvSpPr>
          <p:cNvPr id="1048598" name="Rectangle 1026"/>
          <p:cNvSpPr/>
          <p:nvPr>
            <p:ph type="title" sz="full" idx="0"/>
          </p:nvPr>
        </p:nvSpPr>
        <p:spPr>
          <a:xfrm rot="0">
            <a:off x="990600" y="609600"/>
            <a:ext cx="7807325" cy="665162"/>
          </a:xfrm>
          <a:prstGeom prst="rect"/>
          <a:noFill/>
          <a:ln>
            <a:noFill/>
          </a:ln>
        </p:spPr>
        <p:txBody>
          <a:bodyPr anchor="ctr" bIns="0" lIns="0" rIns="0" tIns="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GB"/>
              <a:t>Waterfall Process Assumptions</a:t>
            </a:r>
          </a:p>
        </p:txBody>
      </p:sp>
      <p:sp>
        <p:nvSpPr>
          <p:cNvPr id="1048599" name="Rectangle 1027"/>
          <p:cNvSpPr/>
          <p:nvPr>
            <p:ph type="body" sz="full" idx="1"/>
          </p:nvPr>
        </p:nvSpPr>
        <p:spPr>
          <a:xfrm rot="0">
            <a:off x="1066800" y="1676400"/>
            <a:ext cx="7805737" cy="4549775"/>
          </a:xfrm>
          <a:prstGeom prst="rect"/>
          <a:noFill/>
          <a:ln>
            <a:noFill/>
          </a:ln>
        </p:spPr>
        <p:txBody>
          <a:bodyPr anchor="t" bIns="0" lIns="0" rIns="0" tIns="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spcBef>
                <a:spcPct val="0"/>
              </a:spcBef>
              <a:spcAft>
                <a:spcPts val="1137"/>
              </a:spcAft>
            </a:pPr>
            <a:r>
              <a:rPr altLang="en-US" sz="2400" lang="en-GB"/>
              <a:t>Requirements are known up front before design</a:t>
            </a:r>
          </a:p>
          <a:p>
            <a:pPr lvl="0">
              <a:spcBef>
                <a:spcPct val="0"/>
              </a:spcBef>
              <a:spcAft>
                <a:spcPts val="1137"/>
              </a:spcAft>
            </a:pPr>
            <a:r>
              <a:rPr altLang="en-US" sz="2400" lang="en-GB"/>
              <a:t>Requirements rarely change</a:t>
            </a:r>
          </a:p>
          <a:p>
            <a:pPr lvl="0">
              <a:spcBef>
                <a:spcPct val="0"/>
              </a:spcBef>
              <a:spcAft>
                <a:spcPts val="1137"/>
              </a:spcAft>
            </a:pPr>
            <a:r>
              <a:rPr altLang="en-US" sz="2400" lang="en-GB"/>
              <a:t>Users know what they want, and rarely need visualization</a:t>
            </a:r>
          </a:p>
          <a:p>
            <a:pPr lvl="0">
              <a:spcBef>
                <a:spcPct val="0"/>
              </a:spcBef>
              <a:spcAft>
                <a:spcPts val="1137"/>
              </a:spcAft>
            </a:pPr>
            <a:r>
              <a:rPr altLang="en-US" sz="2400" lang="en-GB"/>
              <a:t>Design can be conducted in a purely abstract space, or trial rarely leads to error</a:t>
            </a:r>
          </a:p>
          <a:p>
            <a:pPr lvl="0">
              <a:spcBef>
                <a:spcPct val="0"/>
              </a:spcBef>
              <a:spcAft>
                <a:spcPts val="1137"/>
              </a:spcAft>
            </a:pPr>
            <a:r>
              <a:rPr altLang="en-US" sz="2400" lang="en-GB"/>
              <a:t>The technology will all fit nicely into place when the time comes (the apocalypse)</a:t>
            </a:r>
          </a:p>
          <a:p>
            <a:pPr lvl="0">
              <a:spcBef>
                <a:spcPct val="0"/>
              </a:spcBef>
              <a:spcAft>
                <a:spcPts val="1137"/>
              </a:spcAft>
            </a:pPr>
            <a:r>
              <a:rPr altLang="en-US" sz="2400" lang="en-GB"/>
              <a:t>The system is not so complex. (Drawings are for wimps)</a:t>
            </a:r>
          </a:p>
        </p:txBody>
      </p:sp>
    </p:spTree>
  </p:cSld>
  <p:clrMapOvr>
    <a:masterClrMapping/>
  </p:clrMapOvr>
  <p:timing/>
</p:sld>
</file>

<file path=ppt/slides/slide4.xml><?xml version="1.0" encoding="utf-8"?>
<p:sld xmlns:a="http://schemas.openxmlformats.org/drawingml/2006/main" xmlns:r="http://schemas.openxmlformats.org/officeDocument/2006/relationships" xmlns:p="http://schemas.openxmlformats.org/presentationml/2006/main" showMasterSp="1">
  <p:cSld>
    <p:spTree>
      <p:nvGrpSpPr>
        <p:cNvPr id="57" name=""/>
        <p:cNvGrpSpPr/>
        <p:nvPr/>
      </p:nvGrpSpPr>
      <p:grpSpPr>
        <a:xfrm rot="0">
          <a:off x="0" y="0"/>
          <a:ext cx="0" cy="0"/>
          <a:chOff x="0" y="0"/>
          <a:chExt cx="0" cy="0"/>
        </a:xfrm>
      </p:grpSpPr>
      <p:sp>
        <p:nvSpPr>
          <p:cNvPr id="1048605" name="Rectangle 1026"/>
          <p:cNvSpPr/>
          <p:nvPr>
            <p:ph type="title" sz="full" idx="4294967295"/>
          </p:nvPr>
        </p:nvSpPr>
        <p:spPr>
          <a:xfrm rot="0">
            <a:off x="990600" y="609600"/>
            <a:ext cx="7807325" cy="779462"/>
          </a:xfrm>
          <a:prstGeom prst="rect"/>
          <a:noFill/>
          <a:ln>
            <a:noFill/>
          </a:ln>
        </p:spPr>
        <p:txBody>
          <a:bodyPr anchor="ctr" bIns="0" lIns="0" rIns="0" tIns="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GB"/>
              <a:t>Structured Analysis Problems</a:t>
            </a:r>
          </a:p>
        </p:txBody>
      </p:sp>
      <p:sp>
        <p:nvSpPr>
          <p:cNvPr id="1048606" name="Rectangle 1027"/>
          <p:cNvSpPr/>
          <p:nvPr>
            <p:ph type="body" sz="full" idx="4294967295"/>
          </p:nvPr>
        </p:nvSpPr>
        <p:spPr>
          <a:xfrm rot="0">
            <a:off x="1066800" y="1676400"/>
            <a:ext cx="7805737" cy="4940300"/>
          </a:xfrm>
          <a:prstGeom prst="rect"/>
          <a:noFill/>
          <a:ln>
            <a:noFill/>
          </a:ln>
        </p:spPr>
        <p:txBody>
          <a:bodyPr anchor="t" bIns="0" lIns="0" rIns="0" tIns="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spcBef>
                <a:spcPct val="0"/>
              </a:spcBef>
              <a:spcAft>
                <a:spcPts val="1137"/>
              </a:spcAft>
            </a:pPr>
            <a:r>
              <a:rPr altLang="en-US" sz="2400" lang="en-GB"/>
              <a:t>Reuse is complicated because Data is strewn throughout many different functions</a:t>
            </a:r>
          </a:p>
          <a:p>
            <a:pPr lvl="1">
              <a:spcBef>
                <a:spcPct val="0"/>
              </a:spcBef>
              <a:spcAft>
                <a:spcPts val="1037"/>
              </a:spcAft>
            </a:pPr>
            <a:r>
              <a:rPr altLang="en-US" sz="2400" lang="en-GB"/>
              <a:t>Reuse is usually defined as code reuse and is implemented through cutting and pasting of the same code in multiple places.  What happens when the logic changes? </a:t>
            </a:r>
          </a:p>
          <a:p>
            <a:pPr lvl="2">
              <a:spcBef>
                <a:spcPct val="0"/>
              </a:spcBef>
              <a:spcAft>
                <a:spcPts val="837"/>
              </a:spcAft>
            </a:pPr>
            <a:r>
              <a:rPr altLang="en-US" lang="en-GB"/>
              <a:t>coding changes need to be made in several different places</a:t>
            </a:r>
          </a:p>
          <a:p>
            <a:pPr lvl="2">
              <a:spcBef>
                <a:spcPct val="0"/>
              </a:spcBef>
              <a:spcAft>
                <a:spcPts val="837"/>
              </a:spcAft>
            </a:pPr>
            <a:r>
              <a:rPr altLang="en-US" lang="en-GB"/>
              <a:t>changing the function often changes the API which breaks other functions dependent upon that API</a:t>
            </a:r>
          </a:p>
          <a:p>
            <a:pPr lvl="2">
              <a:spcBef>
                <a:spcPct val="0"/>
              </a:spcBef>
              <a:spcAft>
                <a:spcPts val="837"/>
              </a:spcAft>
            </a:pPr>
            <a:r>
              <a:rPr altLang="en-US" lang="en-GB"/>
              <a:t>data type changes need to be made each time they are used throughout the application</a:t>
            </a:r>
          </a:p>
        </p:txBody>
      </p:sp>
    </p:spTree>
  </p:cSld>
  <p:clrMapOvr>
    <a:masterClrMapping/>
  </p:clrMapOvr>
  <p:timing/>
</p:sld>
</file>

<file path=ppt/slides/slide5.xml><?xml version="1.0" encoding="utf-8"?>
<p:sld xmlns:a="http://schemas.openxmlformats.org/drawingml/2006/main" xmlns:r="http://schemas.openxmlformats.org/officeDocument/2006/relationships" xmlns:p="http://schemas.openxmlformats.org/presentationml/2006/main" showMasterSp="1">
  <p:cSld>
    <p:spTree>
      <p:nvGrpSpPr>
        <p:cNvPr id="60" name=""/>
        <p:cNvGrpSpPr/>
        <p:nvPr/>
      </p:nvGrpSpPr>
      <p:grpSpPr>
        <a:xfrm rot="0">
          <a:off x="0" y="0"/>
          <a:ext cx="0" cy="0"/>
          <a:chOff x="0" y="0"/>
          <a:chExt cx="0" cy="0"/>
        </a:xfrm>
      </p:grpSpPr>
      <p:sp>
        <p:nvSpPr>
          <p:cNvPr id="1048610"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US"/>
              <a:t>The Rational Unified Process</a:t>
            </a:r>
          </a:p>
        </p:txBody>
      </p:sp>
      <p:sp>
        <p:nvSpPr>
          <p:cNvPr id="1048611" name="Rectangle 3"/>
          <p:cNvSpPr/>
          <p:nvPr>
            <p:ph type="body" sz="full" idx="1"/>
          </p:nvPr>
        </p:nvSpPr>
        <p:spPr>
          <a:xfrm rot="0">
            <a:off x="990600" y="1600200"/>
            <a:ext cx="7772400" cy="5029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r>
              <a:rPr altLang="en-US" sz="2400" lang="en-US"/>
              <a:t>RUP is a method of managing OO Software Development</a:t>
            </a:r>
          </a:p>
          <a:p>
            <a:pPr lvl="0"/>
            <a:r>
              <a:rPr altLang="en-US" sz="2400" lang="en-US"/>
              <a:t>It can be viewed as a Software Development Framework which is extensible and features:</a:t>
            </a:r>
          </a:p>
          <a:p>
            <a:pPr lvl="1"/>
            <a:r>
              <a:rPr altLang="en-US" sz="2400" lang="en-US"/>
              <a:t>Iterative Development</a:t>
            </a:r>
          </a:p>
          <a:p>
            <a:pPr lvl="1"/>
            <a:r>
              <a:rPr altLang="en-US" sz="2400" lang="en-US"/>
              <a:t>Requirements Management</a:t>
            </a:r>
          </a:p>
          <a:p>
            <a:pPr lvl="1"/>
            <a:r>
              <a:rPr altLang="en-US" sz="2400" lang="en-US"/>
              <a:t>Component-Based Architectural Vision</a:t>
            </a:r>
          </a:p>
          <a:p>
            <a:pPr lvl="1"/>
            <a:r>
              <a:rPr altLang="en-US" sz="2400" lang="en-US"/>
              <a:t>Visual Modeling of Systems</a:t>
            </a:r>
          </a:p>
          <a:p>
            <a:pPr lvl="1"/>
            <a:r>
              <a:rPr altLang="en-US" sz="2400" lang="en-US"/>
              <a:t>Quality Management</a:t>
            </a:r>
          </a:p>
          <a:p>
            <a:pPr lvl="1"/>
            <a:r>
              <a:rPr altLang="en-US" sz="2400" lang="en-US"/>
              <a:t>Change Control Management</a:t>
            </a:r>
          </a:p>
        </p:txBody>
      </p:sp>
    </p:spTree>
  </p:cSld>
  <p:clrMapOvr>
    <a:masterClrMapping/>
  </p:clrMapOvr>
  <p:timing/>
</p:sld>
</file>

<file path=ppt/slides/slide6.xml><?xml version="1.0" encoding="utf-8"?>
<p:sld xmlns:a="http://schemas.openxmlformats.org/drawingml/2006/main" xmlns:r="http://schemas.openxmlformats.org/officeDocument/2006/relationships" xmlns:p="http://schemas.openxmlformats.org/presentationml/2006/main" showMasterSp="1">
  <p:cSld>
    <p:spTree>
      <p:nvGrpSpPr>
        <p:cNvPr id="63" name=""/>
        <p:cNvGrpSpPr/>
        <p:nvPr/>
      </p:nvGrpSpPr>
      <p:grpSpPr>
        <a:xfrm rot="0">
          <a:off x="0" y="0"/>
          <a:ext cx="0" cy="0"/>
          <a:chOff x="0" y="0"/>
          <a:chExt cx="0" cy="0"/>
        </a:xfrm>
      </p:grpSpPr>
      <p:sp>
        <p:nvSpPr>
          <p:cNvPr id="1048615"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US"/>
              <a:t>RUP Features</a:t>
            </a:r>
          </a:p>
        </p:txBody>
      </p:sp>
      <p:sp>
        <p:nvSpPr>
          <p:cNvPr id="1048616" name="Rectangle 3"/>
          <p:cNvSpPr/>
          <p:nvPr>
            <p:ph type="body" sz="full" idx="1"/>
          </p:nvPr>
        </p:nvSpPr>
        <p:spPr>
          <a:xfrm rot="0">
            <a:off x="990600" y="1828800"/>
            <a:ext cx="7772400" cy="41148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r>
              <a:rPr altLang="en-US" lang="en-US"/>
              <a:t>Online Repository of Process Information and Description in HTML format</a:t>
            </a:r>
          </a:p>
          <a:p>
            <a:pPr lvl="0"/>
            <a:r>
              <a:rPr altLang="en-US" lang="en-US"/>
              <a:t>Templates for all major artifacts, including:</a:t>
            </a:r>
          </a:p>
          <a:p>
            <a:pPr lvl="1"/>
            <a:r>
              <a:rPr altLang="en-US" lang="en-US"/>
              <a:t>RequisitePro templates (requirements tracking)</a:t>
            </a:r>
          </a:p>
          <a:p>
            <a:pPr lvl="1"/>
            <a:r>
              <a:rPr altLang="en-US" lang="en-US"/>
              <a:t>Word Templates for Use Cases</a:t>
            </a:r>
          </a:p>
          <a:p>
            <a:pPr lvl="1"/>
            <a:r>
              <a:rPr altLang="en-US" lang="en-US"/>
              <a:t>Project Templates for Project Management</a:t>
            </a:r>
          </a:p>
          <a:p>
            <a:pPr lvl="0"/>
            <a:r>
              <a:rPr altLang="en-US" lang="en-US"/>
              <a:t>Process Manuals describing key processes</a:t>
            </a:r>
          </a:p>
        </p:txBody>
      </p:sp>
    </p:spTree>
  </p:cSld>
  <p:clrMapOvr>
    <a:masterClrMapping/>
  </p:clrMapOvr>
  <p:timing/>
</p:sld>
</file>

<file path=ppt/slides/slide7.xml><?xml version="1.0" encoding="utf-8"?>
<p:sld xmlns:a="http://schemas.openxmlformats.org/drawingml/2006/main" xmlns:r="http://schemas.openxmlformats.org/officeDocument/2006/relationships" xmlns:p="http://schemas.openxmlformats.org/presentationml/2006/main" showMasterSp="1">
  <p:cSld>
    <p:spTree>
      <p:nvGrpSpPr>
        <p:cNvPr id="66" name=""/>
        <p:cNvGrpSpPr/>
        <p:nvPr/>
      </p:nvGrpSpPr>
      <p:grpSpPr>
        <a:xfrm rot="0">
          <a:off x="0" y="0"/>
          <a:ext cx="0" cy="0"/>
          <a:chOff x="0" y="0"/>
          <a:chExt cx="0" cy="0"/>
        </a:xfrm>
      </p:grpSpPr>
      <p:sp>
        <p:nvSpPr>
          <p:cNvPr id="1048620"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US"/>
              <a:t>The Phases</a:t>
            </a:r>
          </a:p>
        </p:txBody>
      </p:sp>
      <p:pic>
        <p:nvPicPr>
          <p:cNvPr id="2097154" name="Picture 4" descr="F:\home\jmshack\kemper\rup.bmp"/>
          <p:cNvPicPr>
            <a:picLocks/>
          </p:cNvPicPr>
          <p:nvPr/>
        </p:nvPicPr>
        <p:blipFill>
          <a:blip xmlns:r="http://schemas.openxmlformats.org/officeDocument/2006/relationships" r:embed="rId1"/>
          <a:srcRect l="0" t="0" r="0" b="0"/>
          <a:stretch>
            <a:fillRect/>
          </a:stretch>
        </p:blipFill>
        <p:spPr>
          <a:xfrm rot="0">
            <a:off x="1524000" y="2133600"/>
            <a:ext cx="6629400" cy="3886200"/>
          </a:xfrm>
          <a:prstGeom prst="rect"/>
          <a:noFill/>
          <a:ln>
            <a:noFill/>
          </a:ln>
        </p:spPr>
      </p:pic>
    </p:spTree>
  </p:cSld>
  <p:clrMapOvr>
    <a:masterClrMapping/>
  </p:clrMapOvr>
  <p:timing/>
</p:sld>
</file>

<file path=ppt/slides/slide8.xml><?xml version="1.0" encoding="utf-8"?>
<p:sld xmlns:a="http://schemas.openxmlformats.org/drawingml/2006/main" xmlns:r="http://schemas.openxmlformats.org/officeDocument/2006/relationships" xmlns:p="http://schemas.openxmlformats.org/presentationml/2006/main" showMasterSp="1">
  <p:cSld>
    <p:spTree>
      <p:nvGrpSpPr>
        <p:cNvPr id="69" name=""/>
        <p:cNvGrpSpPr/>
        <p:nvPr/>
      </p:nvGrpSpPr>
      <p:grpSpPr>
        <a:xfrm rot="0">
          <a:off x="0" y="0"/>
          <a:ext cx="0" cy="0"/>
          <a:chOff x="0" y="0"/>
          <a:chExt cx="0" cy="0"/>
        </a:xfrm>
      </p:grpSpPr>
      <p:sp>
        <p:nvSpPr>
          <p:cNvPr id="1048624"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sz="4000" lang="en-US"/>
              <a:t>An Iterative Development Process...</a:t>
            </a:r>
          </a:p>
        </p:txBody>
      </p:sp>
      <p:sp>
        <p:nvSpPr>
          <p:cNvPr id="1048625" name="Rectangle 3"/>
          <p:cNvSpPr/>
          <p:nvPr>
            <p:ph type="body" sz="full" idx="1"/>
          </p:nvPr>
        </p:nvSpPr>
        <p:spPr>
          <a:xfrm rot="0">
            <a:off x="990600" y="1600200"/>
            <a:ext cx="7772400" cy="5029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r>
              <a:rPr altLang="en-US" sz="2000" lang="en-US"/>
              <a:t>Recognizes the reality of changing requirements</a:t>
            </a:r>
          </a:p>
          <a:p>
            <a:pPr lvl="1"/>
            <a:r>
              <a:rPr altLang="en-US" sz="2000" lang="en-US"/>
              <a:t>Caspers Jones’s research on 8000 projects</a:t>
            </a:r>
          </a:p>
          <a:p>
            <a:pPr lvl="2"/>
            <a:r>
              <a:rPr altLang="en-US" sz="2000" lang="en-US"/>
              <a:t>40% of final requirements arrived after the analysis phase, after development had already begun</a:t>
            </a:r>
          </a:p>
          <a:p>
            <a:pPr lvl="0"/>
            <a:r>
              <a:rPr altLang="en-US" sz="2000" lang="en-US"/>
              <a:t>Promotes early risk mitigation, by breaking down the system into mini-projects and focusing on the riskier elements first</a:t>
            </a:r>
          </a:p>
          <a:p>
            <a:pPr lvl="0"/>
            <a:r>
              <a:rPr altLang="en-US" sz="2000" lang="en-US"/>
              <a:t>Allows you to “plan a little, design a little, and code a little”</a:t>
            </a:r>
          </a:p>
          <a:p>
            <a:pPr lvl="0"/>
            <a:r>
              <a:rPr altLang="en-US" sz="2000" lang="en-US"/>
              <a:t>Encourages all participants, including testers, integrators, and technical writers to be involved earlier on</a:t>
            </a:r>
          </a:p>
          <a:p>
            <a:pPr lvl="0"/>
            <a:r>
              <a:rPr altLang="en-US" sz="2000" lang="en-US"/>
              <a:t>Allows the process itself to modulate with each iteration, allowing you to correct errors sooner and put into practice lessons learned in the prior iteration</a:t>
            </a:r>
          </a:p>
          <a:p>
            <a:pPr lvl="0"/>
            <a:r>
              <a:rPr altLang="en-US" sz="2000" lang="en-US"/>
              <a:t>Focuses on component architectures, not final big bang deployments</a:t>
            </a:r>
          </a:p>
        </p:txBody>
      </p:sp>
    </p:spTree>
  </p:cSld>
  <p:clrMapOvr>
    <a:masterClrMapping/>
  </p:clrMapOvr>
  <p:timing/>
</p:sld>
</file>

<file path=ppt/slides/slide9.xml><?xml version="1.0" encoding="utf-8"?>
<p:sld xmlns:a="http://schemas.openxmlformats.org/drawingml/2006/main" xmlns:r="http://schemas.openxmlformats.org/officeDocument/2006/relationships" xmlns:p="http://schemas.openxmlformats.org/presentationml/2006/main" showMasterSp="1">
  <p:cSld>
    <p:spTree>
      <p:nvGrpSpPr>
        <p:cNvPr id="72" name=""/>
        <p:cNvGrpSpPr/>
        <p:nvPr/>
      </p:nvGrpSpPr>
      <p:grpSpPr>
        <a:xfrm rot="0">
          <a:off x="0" y="0"/>
          <a:ext cx="0" cy="0"/>
          <a:chOff x="0" y="0"/>
          <a:chExt cx="0" cy="0"/>
        </a:xfrm>
      </p:grpSpPr>
      <p:sp>
        <p:nvSpPr>
          <p:cNvPr id="1048629"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sz="3600" lang="en-US"/>
              <a:t>An Incremental Development Process...</a:t>
            </a:r>
          </a:p>
        </p:txBody>
      </p:sp>
      <p:sp>
        <p:nvSpPr>
          <p:cNvPr id="1048630" name="Rectangle 3"/>
          <p:cNvSpPr/>
          <p:nvPr>
            <p:ph type="body" sz="full" idx="1"/>
          </p:nvPr>
        </p:nvSpPr>
        <p:spPr>
          <a:xfrm rot="0">
            <a:off x="990600" y="1676400"/>
            <a:ext cx="7772400" cy="44196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r>
              <a:rPr altLang="en-US" sz="2400" lang="en-US"/>
              <a:t>Allows for software to evolve, not be produced in one huge effort</a:t>
            </a:r>
          </a:p>
          <a:p>
            <a:pPr lvl="0"/>
            <a:r>
              <a:rPr altLang="en-US" sz="2400" lang="en-US"/>
              <a:t>Allows software to improve, by giving enough time to the evolutionary process itself</a:t>
            </a:r>
          </a:p>
          <a:p>
            <a:pPr lvl="0"/>
            <a:r>
              <a:rPr altLang="en-US" sz="2400" lang="en-US"/>
              <a:t>Forces attention on stability, for only a stable foundation can support multiple additions</a:t>
            </a:r>
          </a:p>
          <a:p>
            <a:pPr lvl="0"/>
            <a:r>
              <a:rPr altLang="en-US" sz="2400" lang="en-US"/>
              <a:t>Allows the system (a small subset of it) to actually run much sooner than with other processes</a:t>
            </a:r>
          </a:p>
          <a:p>
            <a:pPr lvl="0"/>
            <a:r>
              <a:rPr altLang="en-US" sz="2400" lang="en-US"/>
              <a:t>Allows interim progress to continue through the stubbing of functionality</a:t>
            </a:r>
          </a:p>
          <a:p>
            <a:pPr lvl="0"/>
            <a:r>
              <a:rPr altLang="en-US" sz="2400" lang="en-US"/>
              <a:t>Allows for the management of risk, by exposing problems earlier on in the development process</a:t>
            </a:r>
          </a:p>
        </p:txBody>
      </p:sp>
    </p:spTree>
  </p:cSld>
  <p:clrMapOvr>
    <a:masterClrMapping/>
  </p:clrMapOvr>
  <p:timing/>
</p:sld>
</file>

<file path=ppt/slides/slide10.xml><?xml version="1.0" encoding="utf-8"?>
<p:sld xmlns:a="http://schemas.openxmlformats.org/drawingml/2006/main" xmlns:r="http://schemas.openxmlformats.org/officeDocument/2006/relationships" xmlns:p="http://schemas.openxmlformats.org/presentationml/2006/main" showMasterSp="1">
  <p:cSld>
    <p:spTree>
      <p:nvGrpSpPr>
        <p:cNvPr id="75" name=""/>
        <p:cNvGrpSpPr/>
        <p:nvPr/>
      </p:nvGrpSpPr>
      <p:grpSpPr>
        <a:xfrm rot="0">
          <a:off x="0" y="0"/>
          <a:ext cx="0" cy="0"/>
          <a:chOff x="0" y="0"/>
          <a:chExt cx="0" cy="0"/>
        </a:xfrm>
      </p:grpSpPr>
      <p:sp>
        <p:nvSpPr>
          <p:cNvPr id="1048634"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sz="3600" lang="en-US"/>
              <a:t>Goals and Features of Each Iteration</a:t>
            </a:r>
          </a:p>
        </p:txBody>
      </p:sp>
      <p:sp>
        <p:nvSpPr>
          <p:cNvPr id="1048635" name="Rectangle 3"/>
          <p:cNvSpPr/>
          <p:nvPr>
            <p:ph type="body" sz="full" idx="1"/>
          </p:nvPr>
        </p:nvSpPr>
        <p:spPr>
          <a:xfrm rot="0">
            <a:off x="990600" y="1676400"/>
            <a:ext cx="7772400" cy="49530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r>
              <a:rPr altLang="en-US" sz="2400" lang="en-US"/>
              <a:t>The primary goal of each iteration is to slowly chip away at the risk facing the project, namely:</a:t>
            </a:r>
          </a:p>
          <a:p>
            <a:pPr lvl="1"/>
            <a:r>
              <a:rPr altLang="en-US" sz="2400" lang="en-US"/>
              <a:t>performance risks</a:t>
            </a:r>
          </a:p>
          <a:p>
            <a:pPr lvl="1"/>
            <a:r>
              <a:rPr altLang="en-US" sz="2400" lang="en-US"/>
              <a:t>integration risks (different vendors, tools, etc.)</a:t>
            </a:r>
          </a:p>
          <a:p>
            <a:pPr lvl="1"/>
            <a:r>
              <a:rPr altLang="en-US" sz="2400" lang="en-US"/>
              <a:t>conceptual risks (ferret out analysis and design flaws)</a:t>
            </a:r>
          </a:p>
          <a:p>
            <a:pPr lvl="0"/>
            <a:r>
              <a:rPr altLang="en-US" sz="2400" lang="en-US"/>
              <a:t>Perform a “miniwaterfall” project that ends with a delivery of something tangible in code, available for scrutiny by the interested parties, which produces validation or correctives</a:t>
            </a:r>
          </a:p>
          <a:p>
            <a:pPr lvl="0"/>
            <a:r>
              <a:rPr altLang="en-US" sz="2400" lang="en-US"/>
              <a:t>Each iteration is risk-driven</a:t>
            </a:r>
          </a:p>
          <a:p>
            <a:pPr lvl="0"/>
            <a:r>
              <a:rPr altLang="en-US" sz="2400" lang="en-US"/>
              <a:t>The result of a single iteration is an increment--an incremental improvement of the system, yielding an evolutionary approach</a:t>
            </a:r>
          </a:p>
        </p:txBody>
      </p:sp>
    </p:spTree>
  </p:cSld>
  <p:clrMapOvr>
    <a:masterClrMapping/>
  </p:clrMapOvr>
  <p:timing/>
</p:sld>
</file>

<file path=ppt/slides/slide11.xml><?xml version="1.0" encoding="utf-8"?>
<p:sld xmlns:a="http://schemas.openxmlformats.org/drawingml/2006/main" xmlns:r="http://schemas.openxmlformats.org/officeDocument/2006/relationships" xmlns:p="http://schemas.openxmlformats.org/presentationml/2006/main" showMasterSp="1">
  <p:cSld>
    <p:spTree>
      <p:nvGrpSpPr>
        <p:cNvPr id="78" name=""/>
        <p:cNvGrpSpPr/>
        <p:nvPr/>
      </p:nvGrpSpPr>
      <p:grpSpPr>
        <a:xfrm rot="0">
          <a:off x="0" y="0"/>
          <a:ext cx="0" cy="0"/>
          <a:chOff x="0" y="0"/>
          <a:chExt cx="0" cy="0"/>
        </a:xfrm>
      </p:grpSpPr>
      <p:sp>
        <p:nvSpPr>
          <p:cNvPr id="1048639"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US"/>
              <a:t>Risk Management</a:t>
            </a:r>
          </a:p>
        </p:txBody>
      </p:sp>
      <p:sp>
        <p:nvSpPr>
          <p:cNvPr id="1048640" name="Rectangle 3"/>
          <p:cNvSpPr/>
          <p:nvPr>
            <p:ph type="body" sz="full" idx="1"/>
          </p:nvPr>
        </p:nvSpPr>
        <p:spPr>
          <a:xfrm rot="0">
            <a:off x="990600" y="1828800"/>
            <a:ext cx="7772400" cy="41148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r>
              <a:rPr altLang="en-US" lang="en-US"/>
              <a:t>Identification of the risks</a:t>
            </a:r>
          </a:p>
          <a:p>
            <a:pPr lvl="0"/>
            <a:r>
              <a:rPr altLang="en-US" lang="en-US"/>
              <a:t>Iterative/Incremental Development</a:t>
            </a:r>
          </a:p>
          <a:p>
            <a:pPr lvl="0"/>
            <a:r>
              <a:rPr altLang="en-US" lang="en-US"/>
              <a:t>The prototype or pilot project</a:t>
            </a:r>
          </a:p>
          <a:p>
            <a:pPr lvl="1"/>
            <a:r>
              <a:rPr altLang="en-US" lang="en-US"/>
              <a:t>Booch’s “Tiger Team”</a:t>
            </a:r>
          </a:p>
          <a:p>
            <a:pPr lvl="0"/>
            <a:r>
              <a:rPr altLang="en-US" lang="en-US"/>
              <a:t>Early testing and deployment as opposed to late testing in traditional methods</a:t>
            </a:r>
          </a:p>
        </p:txBody>
      </p:sp>
    </p:spTree>
  </p:cSld>
  <p:clrMapOvr>
    <a:masterClrMapping/>
  </p:clrMapOvr>
  <p:timing/>
</p:sld>
</file>

<file path=ppt/slides/slide12.xml><?xml version="1.0" encoding="utf-8"?>
<p:sld xmlns:a="http://schemas.openxmlformats.org/drawingml/2006/main" xmlns:r="http://schemas.openxmlformats.org/officeDocument/2006/relationships" xmlns:p="http://schemas.openxmlformats.org/presentationml/2006/main" showMasterSp="1">
  <p:cSld>
    <p:spTree>
      <p:nvGrpSpPr>
        <p:cNvPr id="81" name=""/>
        <p:cNvGrpSpPr/>
        <p:nvPr/>
      </p:nvGrpSpPr>
      <p:grpSpPr>
        <a:xfrm rot="0">
          <a:off x="0" y="0"/>
          <a:ext cx="0" cy="0"/>
          <a:chOff x="0" y="0"/>
          <a:chExt cx="0" cy="0"/>
        </a:xfrm>
      </p:grpSpPr>
      <p:sp>
        <p:nvSpPr>
          <p:cNvPr id="1048644"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US"/>
              <a:t>The Development Phases</a:t>
            </a:r>
          </a:p>
        </p:txBody>
      </p:sp>
      <p:sp>
        <p:nvSpPr>
          <p:cNvPr id="1048645" name="Rectangle 3"/>
          <p:cNvSpPr/>
          <p:nvPr>
            <p:ph type="body" sz="full" idx="1"/>
          </p:nvPr>
        </p:nvSpPr>
        <p:spPr>
          <a:xfrm rot="0">
            <a:off x="990600" y="1828800"/>
            <a:ext cx="7772400" cy="41148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r>
              <a:rPr altLang="en-US" lang="en-US"/>
              <a:t>Inception Phase</a:t>
            </a:r>
          </a:p>
          <a:p>
            <a:r>
              <a:rPr altLang="en-US" lang="en-US"/>
              <a:t>Elaboration Phase</a:t>
            </a:r>
          </a:p>
          <a:p>
            <a:r>
              <a:rPr altLang="en-US" lang="en-US"/>
              <a:t>Construction Phase</a:t>
            </a:r>
          </a:p>
          <a:p>
            <a:r>
              <a:rPr altLang="en-US" lang="en-US"/>
              <a:t>Transition Phase</a:t>
            </a:r>
          </a:p>
        </p:txBody>
      </p:sp>
    </p:spTree>
  </p:cSld>
  <p:clrMapOvr>
    <a:masterClrMapping/>
  </p:clrMapOvr>
  <p:timing/>
</p:sld>
</file>

<file path=ppt/slides/slide13.xml><?xml version="1.0" encoding="utf-8"?>
<p:sld xmlns:a="http://schemas.openxmlformats.org/drawingml/2006/main" xmlns:r="http://schemas.openxmlformats.org/officeDocument/2006/relationships" xmlns:p="http://schemas.openxmlformats.org/presentationml/2006/main" showMasterSp="1">
  <p:cSld>
    <p:spTree>
      <p:nvGrpSpPr>
        <p:cNvPr id="84" name=""/>
        <p:cNvGrpSpPr/>
        <p:nvPr/>
      </p:nvGrpSpPr>
      <p:grpSpPr>
        <a:xfrm rot="0">
          <a:off x="0" y="0"/>
          <a:ext cx="0" cy="0"/>
          <a:chOff x="0" y="0"/>
          <a:chExt cx="0" cy="0"/>
        </a:xfrm>
      </p:grpSpPr>
      <p:sp>
        <p:nvSpPr>
          <p:cNvPr id="1048649"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US"/>
              <a:t>Inception Phase</a:t>
            </a:r>
          </a:p>
        </p:txBody>
      </p:sp>
      <p:sp>
        <p:nvSpPr>
          <p:cNvPr id="1048650" name="Rectangle 3"/>
          <p:cNvSpPr/>
          <p:nvPr>
            <p:ph type="body" sz="full" idx="1"/>
          </p:nvPr>
        </p:nvSpPr>
        <p:spPr>
          <a:xfrm rot="0">
            <a:off x="990600" y="1600200"/>
            <a:ext cx="7772400" cy="43434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r>
              <a:rPr altLang="en-US" sz="2400" lang="en-US"/>
              <a:t>Overriding goal is obtaining buy-in from all interested parties</a:t>
            </a:r>
          </a:p>
          <a:p>
            <a:pPr lvl="0"/>
            <a:r>
              <a:rPr altLang="en-US" sz="2400" lang="en-US"/>
              <a:t>Initial requirements capture</a:t>
            </a:r>
          </a:p>
          <a:p>
            <a:pPr lvl="0"/>
            <a:r>
              <a:rPr altLang="en-US" sz="2400" lang="en-US"/>
              <a:t>Cost Benefit Analysis</a:t>
            </a:r>
          </a:p>
          <a:p>
            <a:pPr lvl="0"/>
            <a:r>
              <a:rPr altLang="en-US" sz="2400" lang="en-US"/>
              <a:t>Initial Risk Analysis</a:t>
            </a:r>
          </a:p>
          <a:p>
            <a:pPr lvl="0"/>
            <a:r>
              <a:rPr altLang="en-US" sz="2400" lang="en-US"/>
              <a:t>Project scope definition</a:t>
            </a:r>
          </a:p>
          <a:p>
            <a:pPr lvl="0"/>
            <a:r>
              <a:rPr altLang="en-US" sz="2400" lang="en-US"/>
              <a:t>Defining a candidate architecture</a:t>
            </a:r>
          </a:p>
          <a:p>
            <a:pPr lvl="0"/>
            <a:r>
              <a:rPr altLang="en-US" sz="2400" lang="en-US"/>
              <a:t>Development of a disposable prototype</a:t>
            </a:r>
          </a:p>
          <a:p>
            <a:pPr lvl="0"/>
            <a:r>
              <a:rPr altLang="en-US" sz="2400" lang="en-US"/>
              <a:t>Initial Use Case Model (10% - 20% complete)</a:t>
            </a:r>
          </a:p>
          <a:p>
            <a:pPr lvl="0"/>
            <a:r>
              <a:rPr altLang="en-US" sz="2400" lang="en-US"/>
              <a:t>First pass at a Domain Model</a:t>
            </a:r>
          </a:p>
        </p:txBody>
      </p:sp>
    </p:spTree>
  </p:cSld>
  <p:clrMapOvr>
    <a:masterClrMapping/>
  </p:clrMapOvr>
  <p:timing/>
</p:sld>
</file>

<file path=ppt/slides/slide14.xml><?xml version="1.0" encoding="utf-8"?>
<p:sld xmlns:a="http://schemas.openxmlformats.org/drawingml/2006/main" xmlns:r="http://schemas.openxmlformats.org/officeDocument/2006/relationships" xmlns:p="http://schemas.openxmlformats.org/presentationml/2006/main" showMasterSp="1">
  <p:cSld>
    <p:spTree>
      <p:nvGrpSpPr>
        <p:cNvPr id="87" name=""/>
        <p:cNvGrpSpPr/>
        <p:nvPr/>
      </p:nvGrpSpPr>
      <p:grpSpPr>
        <a:xfrm rot="0">
          <a:off x="0" y="0"/>
          <a:ext cx="0" cy="0"/>
          <a:chOff x="0" y="0"/>
          <a:chExt cx="0" cy="0"/>
        </a:xfrm>
      </p:grpSpPr>
      <p:sp>
        <p:nvSpPr>
          <p:cNvPr id="1048654"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US"/>
              <a:t>Elaboration Phase</a:t>
            </a:r>
          </a:p>
        </p:txBody>
      </p:sp>
      <p:sp>
        <p:nvSpPr>
          <p:cNvPr id="1048655" name="Rectangle 3"/>
          <p:cNvSpPr/>
          <p:nvPr>
            <p:ph type="body" sz="full" idx="1"/>
          </p:nvPr>
        </p:nvSpPr>
        <p:spPr>
          <a:xfrm rot="0">
            <a:off x="990600" y="1600200"/>
            <a:ext cx="7772400" cy="5029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r>
              <a:rPr altLang="en-US" sz="2400" lang="en-US"/>
              <a:t>Requirements Analysis and Capture</a:t>
            </a:r>
          </a:p>
          <a:p>
            <a:pPr lvl="1"/>
            <a:r>
              <a:rPr altLang="en-US" sz="2000" lang="en-US"/>
              <a:t>Use Case Analysis</a:t>
            </a:r>
          </a:p>
          <a:p>
            <a:pPr lvl="2"/>
            <a:r>
              <a:rPr altLang="en-US" sz="1800" lang="en-US"/>
              <a:t>Use Case (80% written and reviewed by end of phase)</a:t>
            </a:r>
          </a:p>
          <a:p>
            <a:pPr lvl="2"/>
            <a:r>
              <a:rPr altLang="en-US" sz="1800" lang="en-US"/>
              <a:t>Use Case Model (80% done)</a:t>
            </a:r>
          </a:p>
          <a:p>
            <a:pPr lvl="2"/>
            <a:r>
              <a:rPr altLang="en-US" sz="1800" lang="en-US"/>
              <a:t>Scenarios</a:t>
            </a:r>
          </a:p>
          <a:p>
            <a:pPr lvl="3"/>
            <a:r>
              <a:rPr altLang="en-US" sz="1600" lang="en-US"/>
              <a:t>Sequence and Collaboration Diagrams</a:t>
            </a:r>
          </a:p>
          <a:p>
            <a:pPr lvl="3"/>
            <a:r>
              <a:rPr altLang="en-US" sz="1600" lang="en-US"/>
              <a:t>Class, Activity, Component, State Diagrams</a:t>
            </a:r>
          </a:p>
          <a:p>
            <a:pPr lvl="1"/>
            <a:r>
              <a:rPr altLang="en-US" sz="2000" lang="en-US"/>
              <a:t>Glossary (so users and developers can speak common vocabulary)</a:t>
            </a:r>
          </a:p>
          <a:p>
            <a:pPr lvl="1"/>
            <a:r>
              <a:rPr altLang="en-US" sz="2000" lang="en-US"/>
              <a:t>Domain Model </a:t>
            </a:r>
          </a:p>
          <a:p>
            <a:pPr lvl="2"/>
            <a:r>
              <a:rPr altLang="en-US" sz="1800" lang="en-US"/>
              <a:t>to understand the problem:  the system’s requirements as they exist within the context of the problem domain</a:t>
            </a:r>
          </a:p>
          <a:p>
            <a:pPr lvl="1"/>
            <a:r>
              <a:rPr altLang="en-US" sz="2000" lang="en-US"/>
              <a:t>Risk Assessment Plan revised</a:t>
            </a:r>
          </a:p>
          <a:p>
            <a:pPr lvl="1"/>
            <a:r>
              <a:rPr altLang="en-US" sz="2000" lang="en-US"/>
              <a:t>Architecture Document</a:t>
            </a:r>
          </a:p>
        </p:txBody>
      </p:sp>
    </p:spTree>
  </p:cSld>
  <p:clrMapOvr>
    <a:masterClrMapping/>
  </p:clrMapOvr>
  <p:timing/>
</p:sld>
</file>

<file path=ppt/slides/slide15.xml><?xml version="1.0" encoding="utf-8"?>
<p:sld xmlns:a="http://schemas.openxmlformats.org/drawingml/2006/main" xmlns:r="http://schemas.openxmlformats.org/officeDocument/2006/relationships" xmlns:p="http://schemas.openxmlformats.org/presentationml/2006/main" showMasterSp="1">
  <p:cSld>
    <p:spTree>
      <p:nvGrpSpPr>
        <p:cNvPr id="90" name=""/>
        <p:cNvGrpSpPr/>
        <p:nvPr/>
      </p:nvGrpSpPr>
      <p:grpSpPr>
        <a:xfrm rot="0">
          <a:off x="0" y="0"/>
          <a:ext cx="0" cy="0"/>
          <a:chOff x="0" y="0"/>
          <a:chExt cx="0" cy="0"/>
        </a:xfrm>
      </p:grpSpPr>
      <p:sp>
        <p:nvSpPr>
          <p:cNvPr id="1048659"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US"/>
              <a:t>Construction Phase</a:t>
            </a:r>
          </a:p>
        </p:txBody>
      </p:sp>
      <p:sp>
        <p:nvSpPr>
          <p:cNvPr id="1048660" name="Rectangle 3"/>
          <p:cNvSpPr/>
          <p:nvPr>
            <p:ph type="body" sz="full" idx="1"/>
          </p:nvPr>
        </p:nvSpPr>
        <p:spPr>
          <a:xfrm rot="0">
            <a:off x="990600" y="1676400"/>
            <a:ext cx="7772400" cy="49530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r>
              <a:rPr altLang="en-US" sz="2400" lang="en-US"/>
              <a:t>Focus is on implementation of the design:</a:t>
            </a:r>
          </a:p>
          <a:p>
            <a:pPr lvl="1"/>
            <a:r>
              <a:rPr altLang="en-US" sz="2400" lang="en-US"/>
              <a:t>cumulative increase in functionality</a:t>
            </a:r>
          </a:p>
          <a:p>
            <a:pPr lvl="1"/>
            <a:r>
              <a:rPr altLang="en-US" sz="2400" lang="en-US"/>
              <a:t>greater depth of implementation</a:t>
            </a:r>
          </a:p>
          <a:p>
            <a:pPr lvl="1"/>
            <a:r>
              <a:rPr altLang="en-US" sz="2400" lang="en-US"/>
              <a:t>greater stability begins to appear</a:t>
            </a:r>
          </a:p>
          <a:p>
            <a:pPr lvl="1"/>
            <a:r>
              <a:rPr altLang="en-US" sz="2400" lang="en-US"/>
              <a:t>implement all details, not only those of central architectural value</a:t>
            </a:r>
          </a:p>
          <a:p>
            <a:pPr lvl="1"/>
            <a:r>
              <a:rPr altLang="en-US" sz="2400" lang="en-US"/>
              <a:t>analysis continues, but design and coding predominate</a:t>
            </a:r>
          </a:p>
        </p:txBody>
      </p:sp>
    </p:spTree>
  </p:cSld>
  <p:clrMapOvr>
    <a:masterClrMapping/>
  </p:clrMapOvr>
  <p:timing/>
</p:sld>
</file>

<file path=ppt/slides/slide16.xml><?xml version="1.0" encoding="utf-8"?>
<p:sld xmlns:a="http://schemas.openxmlformats.org/drawingml/2006/main" xmlns:r="http://schemas.openxmlformats.org/officeDocument/2006/relationships" xmlns:p="http://schemas.openxmlformats.org/presentationml/2006/main" showMasterSp="1">
  <p:cSld>
    <p:spTree>
      <p:nvGrpSpPr>
        <p:cNvPr id="93" name=""/>
        <p:cNvGrpSpPr/>
        <p:nvPr/>
      </p:nvGrpSpPr>
      <p:grpSpPr>
        <a:xfrm rot="0">
          <a:off x="0" y="0"/>
          <a:ext cx="0" cy="0"/>
          <a:chOff x="0" y="0"/>
          <a:chExt cx="0" cy="0"/>
        </a:xfrm>
      </p:grpSpPr>
      <p:sp>
        <p:nvSpPr>
          <p:cNvPr id="1048664"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US"/>
              <a:t>Transition Phase</a:t>
            </a:r>
          </a:p>
        </p:txBody>
      </p:sp>
      <p:sp>
        <p:nvSpPr>
          <p:cNvPr id="1048665" name="Rectangle 3"/>
          <p:cNvSpPr/>
          <p:nvPr>
            <p:ph type="body" sz="full" idx="1"/>
          </p:nvPr>
        </p:nvSpPr>
        <p:spPr>
          <a:xfrm rot="0">
            <a:off x="990600" y="1828800"/>
            <a:ext cx="7772400" cy="41148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r>
              <a:rPr altLang="en-US" sz="2400" lang="en-US"/>
              <a:t>The transition phase consists of the transfer of the system to the user community</a:t>
            </a:r>
          </a:p>
          <a:p>
            <a:pPr lvl="0"/>
            <a:r>
              <a:rPr altLang="en-US" sz="2400" lang="en-US"/>
              <a:t>It includes manufacturing, shipping, installation, training, technical support and maintenance</a:t>
            </a:r>
          </a:p>
          <a:p>
            <a:pPr lvl="0"/>
            <a:r>
              <a:rPr altLang="en-US" sz="2400" lang="en-US"/>
              <a:t>Development team begins to shrink</a:t>
            </a:r>
          </a:p>
          <a:p>
            <a:pPr lvl="0"/>
            <a:r>
              <a:rPr altLang="en-US" sz="2400" lang="en-US"/>
              <a:t>Control is moved to maintenance team</a:t>
            </a:r>
          </a:p>
          <a:p>
            <a:pPr lvl="0"/>
            <a:r>
              <a:rPr altLang="en-US" sz="2400" lang="en-US"/>
              <a:t>Alpha, Beta, and final releases</a:t>
            </a:r>
          </a:p>
          <a:p>
            <a:pPr lvl="0"/>
            <a:r>
              <a:rPr altLang="en-US" sz="2400" lang="en-US"/>
              <a:t>Software updates</a:t>
            </a:r>
          </a:p>
          <a:p>
            <a:pPr lvl="0"/>
            <a:r>
              <a:rPr altLang="en-US" sz="2400" lang="en-US"/>
              <a:t>Integration with existing systems (legacy, existing versions, etc.)</a:t>
            </a:r>
          </a:p>
        </p:txBody>
      </p:sp>
    </p:spTree>
  </p:cSld>
  <p:clrMapOvr>
    <a:masterClrMapping/>
  </p:clrMapOvr>
  <p:timing/>
</p:sld>
</file>

<file path=ppt/slides/slide17.xml><?xml version="1.0" encoding="utf-8"?>
<p:sld xmlns:a="http://schemas.openxmlformats.org/drawingml/2006/main" xmlns:r="http://schemas.openxmlformats.org/officeDocument/2006/relationships" xmlns:p="http://schemas.openxmlformats.org/presentationml/2006/main" showMasterSp="1">
  <p:cSld>
    <p:spTree>
      <p:nvGrpSpPr>
        <p:cNvPr id="96" name=""/>
        <p:cNvGrpSpPr/>
        <p:nvPr/>
      </p:nvGrpSpPr>
      <p:grpSpPr>
        <a:xfrm rot="0">
          <a:off x="0" y="0"/>
          <a:ext cx="0" cy="0"/>
          <a:chOff x="0" y="0"/>
          <a:chExt cx="0" cy="0"/>
        </a:xfrm>
      </p:grpSpPr>
      <p:sp>
        <p:nvSpPr>
          <p:cNvPr id="1048669"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US"/>
              <a:t>Elaboration Phase in Detail</a:t>
            </a:r>
          </a:p>
        </p:txBody>
      </p:sp>
      <p:sp>
        <p:nvSpPr>
          <p:cNvPr id="1048670" name="Rectangle 3"/>
          <p:cNvSpPr/>
          <p:nvPr>
            <p:ph type="body" sz="full" idx="1"/>
          </p:nvPr>
        </p:nvSpPr>
        <p:spPr>
          <a:xfrm rot="0">
            <a:off x="990600" y="1828800"/>
            <a:ext cx="7772400" cy="41148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r>
              <a:rPr altLang="en-US" sz="2400" lang="en-US"/>
              <a:t>Use Case Analysis</a:t>
            </a:r>
          </a:p>
          <a:p>
            <a:pPr lvl="1"/>
            <a:r>
              <a:rPr altLang="en-US" sz="2400" lang="en-US"/>
              <a:t>Find and understand 80% of architecturally significant use cases and actors</a:t>
            </a:r>
          </a:p>
          <a:p>
            <a:pPr lvl="1"/>
            <a:r>
              <a:rPr altLang="en-US" sz="2400" lang="en-US"/>
              <a:t>Prototype User Interfaces</a:t>
            </a:r>
          </a:p>
          <a:p>
            <a:pPr lvl="1"/>
            <a:r>
              <a:rPr altLang="en-US" sz="2400" lang="en-US"/>
              <a:t>Prioritize Use Cases within the Use Case Model</a:t>
            </a:r>
          </a:p>
          <a:p>
            <a:pPr lvl="1"/>
            <a:r>
              <a:rPr altLang="en-US" sz="2400" lang="en-US"/>
              <a:t>Detail the architecturally significant Use Cases (write and review them)</a:t>
            </a:r>
          </a:p>
          <a:p>
            <a:pPr lvl="0"/>
            <a:r>
              <a:rPr altLang="en-US" sz="2400" lang="en-US"/>
              <a:t>Prepare Domain Model of architecturally significant classes, and identify their responsibilities and central interfaces (View of Participating Classes)</a:t>
            </a:r>
          </a:p>
        </p:txBody>
      </p:sp>
    </p:spTree>
  </p:cSld>
  <p:clrMapOvr>
    <a:masterClrMapping/>
  </p:clrMapOvr>
  <p:timing/>
</p:sld>
</file>

<file path=ppt/slides/slide18.xml><?xml version="1.0" encoding="utf-8"?>
<p:sld xmlns:a="http://schemas.openxmlformats.org/drawingml/2006/main" xmlns:r="http://schemas.openxmlformats.org/officeDocument/2006/relationships" xmlns:p="http://schemas.openxmlformats.org/presentationml/2006/main" showMasterSp="1">
  <p:cSld>
    <p:spTree>
      <p:nvGrpSpPr>
        <p:cNvPr id="99" name=""/>
        <p:cNvGrpSpPr/>
        <p:nvPr/>
      </p:nvGrpSpPr>
      <p:grpSpPr>
        <a:xfrm rot="0">
          <a:off x="0" y="0"/>
          <a:ext cx="0" cy="0"/>
          <a:chOff x="0" y="0"/>
          <a:chExt cx="0" cy="0"/>
        </a:xfrm>
      </p:grpSpPr>
      <p:sp>
        <p:nvSpPr>
          <p:cNvPr id="1048674"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US"/>
              <a:t>Use Case Analysis</a:t>
            </a:r>
          </a:p>
        </p:txBody>
      </p:sp>
      <p:sp>
        <p:nvSpPr>
          <p:cNvPr id="1048675" name="Rectangle 3"/>
          <p:cNvSpPr/>
          <p:nvPr>
            <p:ph type="body" sz="full" idx="1"/>
          </p:nvPr>
        </p:nvSpPr>
        <p:spPr>
          <a:xfrm rot="0">
            <a:off x="990600" y="1828800"/>
            <a:ext cx="7772400" cy="4648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r>
              <a:rPr altLang="en-US" sz="2400" lang="en-US"/>
              <a:t>What is a Use Case?</a:t>
            </a:r>
          </a:p>
          <a:p>
            <a:pPr lvl="1"/>
            <a:r>
              <a:rPr altLang="en-US" sz="2400" lang="en-US"/>
              <a:t>A sequence of actions a system performs that yields a valuable result for a particular actor.</a:t>
            </a:r>
          </a:p>
          <a:p>
            <a:pPr lvl="0"/>
            <a:r>
              <a:rPr altLang="en-US" sz="2400" lang="en-US"/>
              <a:t>What is an Actor?</a:t>
            </a:r>
          </a:p>
          <a:p>
            <a:pPr lvl="1"/>
            <a:r>
              <a:rPr altLang="en-US" sz="2400" lang="en-US"/>
              <a:t>A user or outside system that interacts with the system being designed in order to obtain some value from that interaction</a:t>
            </a:r>
          </a:p>
          <a:p>
            <a:pPr lvl="0"/>
            <a:r>
              <a:rPr altLang="en-US" sz="2400" lang="en-US"/>
              <a:t>Use Cases describe scenarios that describe the interaction between users of the system and the system itself.</a:t>
            </a:r>
          </a:p>
          <a:p>
            <a:pPr lvl="0"/>
            <a:r>
              <a:rPr altLang="en-US" sz="2400" lang="en-US"/>
              <a:t>Use Cases describe WHAT the system will do, but never HOW it will be done.</a:t>
            </a:r>
          </a:p>
        </p:txBody>
      </p:sp>
    </p:spTree>
  </p:cSld>
  <p:clrMapOvr>
    <a:masterClrMapping/>
  </p:clrMapOvr>
  <p:timing/>
</p:sld>
</file>

<file path=ppt/slides/slide19.xml><?xml version="1.0" encoding="utf-8"?>
<p:sld xmlns:a="http://schemas.openxmlformats.org/drawingml/2006/main" xmlns:r="http://schemas.openxmlformats.org/officeDocument/2006/relationships" xmlns:p="http://schemas.openxmlformats.org/presentationml/2006/main" showMasterSp="1">
  <p:cSld>
    <p:spTree>
      <p:nvGrpSpPr>
        <p:cNvPr id="102" name=""/>
        <p:cNvGrpSpPr/>
        <p:nvPr/>
      </p:nvGrpSpPr>
      <p:grpSpPr>
        <a:xfrm rot="0">
          <a:off x="0" y="0"/>
          <a:ext cx="0" cy="0"/>
          <a:chOff x="0" y="0"/>
          <a:chExt cx="0" cy="0"/>
        </a:xfrm>
      </p:grpSpPr>
      <p:sp>
        <p:nvSpPr>
          <p:cNvPr id="1048679"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US"/>
              <a:t>What’s in a Use Case?</a:t>
            </a:r>
          </a:p>
        </p:txBody>
      </p:sp>
      <p:sp>
        <p:nvSpPr>
          <p:cNvPr id="1048680" name="Rectangle 3"/>
          <p:cNvSpPr/>
          <p:nvPr>
            <p:ph type="body" sz="full" idx="1"/>
          </p:nvPr>
        </p:nvSpPr>
        <p:spPr>
          <a:xfrm rot="0">
            <a:off x="990600" y="1600200"/>
            <a:ext cx="7772400" cy="51054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r>
              <a:rPr altLang="en-US" sz="2000" lang="en-US"/>
              <a:t>Define the start state and any preconditions that accompany it</a:t>
            </a:r>
          </a:p>
          <a:p>
            <a:pPr lvl="0"/>
            <a:r>
              <a:rPr altLang="en-US" sz="2000" lang="en-US"/>
              <a:t>Define when the Use Case starts</a:t>
            </a:r>
          </a:p>
          <a:p>
            <a:pPr lvl="0"/>
            <a:r>
              <a:rPr altLang="en-US" sz="2000" lang="en-US"/>
              <a:t>Define the order of activity in the Main Flow of Events</a:t>
            </a:r>
          </a:p>
          <a:p>
            <a:pPr lvl="0"/>
            <a:r>
              <a:rPr altLang="en-US" sz="2000" lang="en-US"/>
              <a:t>Define any Alternative Flows of Events</a:t>
            </a:r>
          </a:p>
          <a:p>
            <a:pPr lvl="0"/>
            <a:r>
              <a:rPr altLang="en-US" sz="2000" lang="en-US"/>
              <a:t>Define any Exceptional Flows of Events</a:t>
            </a:r>
          </a:p>
          <a:p>
            <a:pPr lvl="0"/>
            <a:r>
              <a:rPr altLang="en-US" sz="2000" lang="en-US"/>
              <a:t>Define any Post Conditions and the end state</a:t>
            </a:r>
          </a:p>
          <a:p>
            <a:pPr lvl="0"/>
            <a:r>
              <a:rPr altLang="en-US" sz="2000" lang="en-US"/>
              <a:t>Mention any design issues as an appendix</a:t>
            </a:r>
          </a:p>
          <a:p>
            <a:pPr lvl="0"/>
            <a:r>
              <a:rPr altLang="en-US" sz="2000" lang="en-US"/>
              <a:t>Accompanying diagrams:  State, Activity, Sequence Diagrams</a:t>
            </a:r>
          </a:p>
          <a:p>
            <a:pPr lvl="0"/>
            <a:r>
              <a:rPr altLang="en-US" sz="2000" lang="en-US"/>
              <a:t>View of Participating Objects (relevant Analysis Model Classes)</a:t>
            </a:r>
          </a:p>
          <a:p>
            <a:pPr lvl="0"/>
            <a:r>
              <a:rPr altLang="en-US" sz="2000" lang="en-US"/>
              <a:t>Logical View:  A View of the Actors involved with this Use Case, and any Use Cases used or extended by this Use Case</a:t>
            </a:r>
          </a:p>
        </p:txBody>
      </p:sp>
    </p:spTree>
  </p:cSld>
  <p:clrMapOvr>
    <a:masterClrMapping/>
  </p:clrMapOvr>
  <p:timing/>
</p:sld>
</file>

<file path=ppt/slides/slide20.xml><?xml version="1.0" encoding="utf-8"?>
<p:sld xmlns:a="http://schemas.openxmlformats.org/drawingml/2006/main" xmlns:r="http://schemas.openxmlformats.org/officeDocument/2006/relationships" xmlns:p="http://schemas.openxmlformats.org/presentationml/2006/main" showMasterSp="1">
  <p:cSld>
    <p:spTree>
      <p:nvGrpSpPr>
        <p:cNvPr id="105" name=""/>
        <p:cNvGrpSpPr/>
        <p:nvPr/>
      </p:nvGrpSpPr>
      <p:grpSpPr>
        <a:xfrm rot="0">
          <a:off x="0" y="0"/>
          <a:ext cx="0" cy="0"/>
          <a:chOff x="0" y="0"/>
          <a:chExt cx="0" cy="0"/>
        </a:xfrm>
      </p:grpSpPr>
      <p:sp>
        <p:nvSpPr>
          <p:cNvPr id="1048684" name="Rectangle 2"/>
          <p:cNvSpPr/>
          <p:nvPr>
            <p:ph type="title" sz="full" idx="0"/>
          </p:nvPr>
        </p:nvSpPr>
        <p:spPr>
          <a:xfrm rot="0">
            <a:off x="1066800" y="609600"/>
            <a:ext cx="7805737" cy="647700"/>
          </a:xfrm>
          <a:prstGeom prst="rect"/>
          <a:noFill/>
          <a:ln>
            <a:noFill/>
          </a:ln>
        </p:spPr>
        <p:txBody>
          <a:bodyPr anchor="ctr" bIns="0" lIns="0" rIns="0" tIns="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sz="3200" lang="en-GB"/>
              <a:t>Use Cases Describe Function not Form</a:t>
            </a:r>
          </a:p>
        </p:txBody>
      </p:sp>
      <p:sp>
        <p:nvSpPr>
          <p:cNvPr id="1048685" name="Rectangle 3"/>
          <p:cNvSpPr/>
          <p:nvPr>
            <p:ph type="body" sz="full" idx="1"/>
          </p:nvPr>
        </p:nvSpPr>
        <p:spPr>
          <a:xfrm rot="0">
            <a:off x="914400" y="1600200"/>
            <a:ext cx="7805737" cy="900112"/>
          </a:xfrm>
          <a:prstGeom prst="rect"/>
          <a:noFill/>
          <a:ln>
            <a:noFill/>
          </a:ln>
        </p:spPr>
        <p:txBody>
          <a:bodyPr anchor="t" bIns="0" lIns="0" rIns="0" tIns="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spcBef>
                <a:spcPct val="0"/>
              </a:spcBef>
            </a:pPr>
            <a:r>
              <a:rPr altLang="en-US" sz="1800" lang="en-GB"/>
              <a:t>Use Cases describe </a:t>
            </a:r>
            <a:r>
              <a:rPr altLang="en-US" sz="1800" i="1" lang="en-GB"/>
              <a:t>WHAT</a:t>
            </a:r>
            <a:r>
              <a:rPr altLang="en-US" sz="1800" lang="en-GB"/>
              <a:t> the system will do, but never </a:t>
            </a:r>
            <a:r>
              <a:rPr altLang="en-US" sz="1800" i="1" lang="en-GB"/>
              <a:t>HOW</a:t>
            </a:r>
            <a:r>
              <a:rPr altLang="en-US" sz="1800" lang="en-GB"/>
              <a:t> it will be done.</a:t>
            </a:r>
          </a:p>
          <a:p>
            <a:pPr lvl="0">
              <a:spcBef>
                <a:spcPct val="0"/>
              </a:spcBef>
            </a:pPr>
            <a:r>
              <a:rPr altLang="en-US" sz="1800" lang="en-GB"/>
              <a:t>Use Cases are Analysis Products, not Design Products.</a:t>
            </a:r>
          </a:p>
        </p:txBody>
      </p:sp>
      <p:pic>
        <p:nvPicPr>
          <p:cNvPr id="2097155" name="Picture 4"/>
          <p:cNvPicPr>
            <a:picLocks/>
          </p:cNvPicPr>
          <p:nvPr/>
        </p:nvPicPr>
        <p:blipFill>
          <a:blip xmlns:r="http://schemas.openxmlformats.org/officeDocument/2006/relationships" r:embed="rId1"/>
          <a:srcRect l="0" t="0" r="0" b="0"/>
          <a:stretch>
            <a:fillRect/>
          </a:stretch>
        </p:blipFill>
        <p:spPr>
          <a:xfrm rot="0">
            <a:off x="1066800" y="2286000"/>
            <a:ext cx="7669212" cy="4219575"/>
          </a:xfrm>
          <a:prstGeom prst="rect"/>
          <a:noFill/>
          <a:ln>
            <a:noFill/>
          </a:ln>
        </p:spPr>
      </p:pic>
    </p:spTree>
  </p:cSld>
  <p:clrMapOvr>
    <a:masterClrMapping/>
  </p:clrMapOvr>
  <p:timing/>
</p:sld>
</file>

<file path=ppt/slides/slide21.xml><?xml version="1.0" encoding="utf-8"?>
<p:sld xmlns:a="http://schemas.openxmlformats.org/drawingml/2006/main" xmlns:r="http://schemas.openxmlformats.org/officeDocument/2006/relationships" xmlns:p="http://schemas.openxmlformats.org/presentationml/2006/main" showMasterSp="1">
  <p:cSld>
    <p:spTree>
      <p:nvGrpSpPr>
        <p:cNvPr id="108" name=""/>
        <p:cNvGrpSpPr/>
        <p:nvPr/>
      </p:nvGrpSpPr>
      <p:grpSpPr>
        <a:xfrm rot="0">
          <a:off x="0" y="0"/>
          <a:ext cx="0" cy="0"/>
          <a:chOff x="0" y="0"/>
          <a:chExt cx="0" cy="0"/>
        </a:xfrm>
      </p:grpSpPr>
      <p:sp>
        <p:nvSpPr>
          <p:cNvPr id="1048689"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sz="3600" lang="en-US"/>
              <a:t>Use Cases Describe Function not Form</a:t>
            </a:r>
          </a:p>
        </p:txBody>
      </p:sp>
      <p:sp>
        <p:nvSpPr>
          <p:cNvPr id="1048690" name="Rectangle 3"/>
          <p:cNvSpPr/>
          <p:nvPr>
            <p:ph type="body" sz="full" idx="1"/>
          </p:nvPr>
        </p:nvSpPr>
        <p:spPr>
          <a:xfrm rot="0">
            <a:off x="990600" y="1600200"/>
            <a:ext cx="7772400" cy="5029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r>
              <a:rPr altLang="en-US" lang="en-US"/>
              <a:t>Use Cases describe WHAT the system should do, but never HOW it will be done</a:t>
            </a:r>
          </a:p>
          <a:p>
            <a:r>
              <a:rPr altLang="en-US" lang="en-US"/>
              <a:t>Use cases are Analysis products, not design products</a:t>
            </a:r>
          </a:p>
        </p:txBody>
      </p:sp>
    </p:spTree>
  </p:cSld>
  <p:clrMapOvr>
    <a:masterClrMapping/>
  </p:clrMapOvr>
  <p:timing/>
</p:sld>
</file>

<file path=ppt/slides/slide22.xml><?xml version="1.0" encoding="utf-8"?>
<p:sld xmlns:a="http://schemas.openxmlformats.org/drawingml/2006/main" xmlns:r="http://schemas.openxmlformats.org/officeDocument/2006/relationships" xmlns:p="http://schemas.openxmlformats.org/presentationml/2006/main" showMasterSp="1">
  <p:cSld>
    <p:spTree>
      <p:nvGrpSpPr>
        <p:cNvPr id="111" name=""/>
        <p:cNvGrpSpPr/>
        <p:nvPr/>
      </p:nvGrpSpPr>
      <p:grpSpPr>
        <a:xfrm rot="0">
          <a:off x="0" y="0"/>
          <a:ext cx="0" cy="0"/>
          <a:chOff x="0" y="0"/>
          <a:chExt cx="0" cy="0"/>
        </a:xfrm>
      </p:grpSpPr>
      <p:sp>
        <p:nvSpPr>
          <p:cNvPr id="1048694"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US"/>
              <a:t>Benefits  of Use Cases</a:t>
            </a:r>
          </a:p>
        </p:txBody>
      </p:sp>
      <p:sp>
        <p:nvSpPr>
          <p:cNvPr id="1048695" name="Rectangle 3"/>
          <p:cNvSpPr/>
          <p:nvPr>
            <p:ph type="body" sz="full" idx="1"/>
          </p:nvPr>
        </p:nvSpPr>
        <p:spPr>
          <a:xfrm rot="0">
            <a:off x="990600" y="1676400"/>
            <a:ext cx="7772400" cy="426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r>
              <a:rPr altLang="en-US" sz="2400" lang="en-US"/>
              <a:t>Use cases are the primary vehicle for requirements capture in RUP</a:t>
            </a:r>
          </a:p>
          <a:p>
            <a:pPr lvl="0"/>
            <a:r>
              <a:rPr altLang="en-US" sz="2400" lang="en-US"/>
              <a:t>Use cases are described using the language of the customer (language of the domain which is defined in the glossary)</a:t>
            </a:r>
          </a:p>
          <a:p>
            <a:pPr lvl="0"/>
            <a:r>
              <a:rPr altLang="en-US" sz="2400" lang="en-US"/>
              <a:t>Use cases provide a contractual delivery process (RUP is Use Case Driven)</a:t>
            </a:r>
          </a:p>
          <a:p>
            <a:pPr lvl="0"/>
            <a:r>
              <a:rPr altLang="en-US" sz="2400" lang="en-US"/>
              <a:t>Use cases provide an easily-understood communication mechanism</a:t>
            </a:r>
          </a:p>
          <a:p>
            <a:pPr lvl="0"/>
            <a:r>
              <a:rPr altLang="en-US" sz="2400" lang="en-US"/>
              <a:t>When requirements are traced, they make it difficult for requirements to fall through the cracks</a:t>
            </a:r>
          </a:p>
          <a:p>
            <a:pPr lvl="0"/>
            <a:r>
              <a:rPr altLang="en-US" sz="2400" lang="en-US"/>
              <a:t>Use cases provide a concise summary of what the system should do at an abstract (low modification cost) level.</a:t>
            </a:r>
          </a:p>
        </p:txBody>
      </p:sp>
    </p:spTree>
  </p:cSld>
  <p:clrMapOvr>
    <a:masterClrMapping/>
  </p:clrMapOvr>
  <p:timing/>
</p:sld>
</file>

<file path=ppt/slides/slide23.xml><?xml version="1.0" encoding="utf-8"?>
<p:sld xmlns:a="http://schemas.openxmlformats.org/drawingml/2006/main" xmlns:r="http://schemas.openxmlformats.org/officeDocument/2006/relationships" xmlns:p="http://schemas.openxmlformats.org/presentationml/2006/main" showMasterSp="1">
  <p:cSld>
    <p:spTree>
      <p:nvGrpSpPr>
        <p:cNvPr id="114" name=""/>
        <p:cNvGrpSpPr/>
        <p:nvPr/>
      </p:nvGrpSpPr>
      <p:grpSpPr>
        <a:xfrm rot="0">
          <a:off x="0" y="0"/>
          <a:ext cx="0" cy="0"/>
          <a:chOff x="0" y="0"/>
          <a:chExt cx="0" cy="0"/>
        </a:xfrm>
      </p:grpSpPr>
      <p:sp>
        <p:nvSpPr>
          <p:cNvPr id="1048699"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US"/>
              <a:t>Difficulties with Use Cases</a:t>
            </a:r>
          </a:p>
        </p:txBody>
      </p:sp>
      <p:sp>
        <p:nvSpPr>
          <p:cNvPr id="1048700" name="Rectangle 3"/>
          <p:cNvSpPr/>
          <p:nvPr>
            <p:ph type="body" sz="full" idx="1"/>
          </p:nvPr>
        </p:nvSpPr>
        <p:spPr>
          <a:xfrm rot="0">
            <a:off x="990600" y="1524000"/>
            <a:ext cx="7772400" cy="51816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r>
              <a:rPr altLang="en-US" sz="2400" lang="en-US"/>
              <a:t>As functional decompositions, it is often difficult to make the transition from functional description to object description to class design</a:t>
            </a:r>
          </a:p>
          <a:p>
            <a:pPr lvl="0"/>
            <a:r>
              <a:rPr altLang="en-US" sz="2400" lang="en-US"/>
              <a:t>Reuse at the class level can be hindered by each developer “taking a Use Case and running with it”.  Since UCs do not talk about classes, developers often wind up in a vacuum during object analysis, and can often wind up doing things their own way, making reuse difficult</a:t>
            </a:r>
          </a:p>
          <a:p>
            <a:pPr lvl="0"/>
            <a:r>
              <a:rPr altLang="en-US" sz="2400" lang="en-US"/>
              <a:t>Use Cases make stating non-functional requirements difficult (where do you say that X must execute at Y/sec?)</a:t>
            </a:r>
          </a:p>
          <a:p>
            <a:pPr lvl="0"/>
            <a:r>
              <a:rPr altLang="en-US" sz="2400" lang="en-US"/>
              <a:t>Testing functionality is straightforward, but unit testing the particular implementations and non-functional requirements is not obvious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1">
  <p:cSld>
    <p:spTree>
      <p:nvGrpSpPr>
        <p:cNvPr id="117" name=""/>
        <p:cNvGrpSpPr/>
        <p:nvPr/>
      </p:nvGrpSpPr>
      <p:grpSpPr>
        <a:xfrm rot="0">
          <a:off x="0" y="0"/>
          <a:ext cx="0" cy="0"/>
          <a:chOff x="0" y="0"/>
          <a:chExt cx="0" cy="0"/>
        </a:xfrm>
      </p:grpSpPr>
      <p:sp>
        <p:nvSpPr>
          <p:cNvPr id="1048704"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US"/>
              <a:t>Use Case Model Survey</a:t>
            </a:r>
          </a:p>
        </p:txBody>
      </p:sp>
      <p:sp>
        <p:nvSpPr>
          <p:cNvPr id="1048705" name="Rectangle 3"/>
          <p:cNvSpPr/>
          <p:nvPr>
            <p:ph type="body" sz="full" idx="1"/>
          </p:nvPr>
        </p:nvSpPr>
        <p:spPr>
          <a:xfrm rot="0">
            <a:off x="990600" y="1676400"/>
            <a:ext cx="7772400" cy="49530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r>
              <a:rPr altLang="en-US" sz="2800" lang="en-US"/>
              <a:t>The Use Case Model Survey is to illustrate, in graphical form, the universe of Use Cases that the system is contracted to deliver.</a:t>
            </a:r>
          </a:p>
          <a:p>
            <a:pPr lvl="0"/>
            <a:r>
              <a:rPr altLang="en-US" sz="2800" lang="en-US"/>
              <a:t>Each Use Case in the system appears in the Survey with a short description of its main function.</a:t>
            </a:r>
          </a:p>
          <a:p>
            <a:pPr lvl="1"/>
            <a:r>
              <a:rPr altLang="en-US" sz="2400" lang="en-US"/>
              <a:t>Participants:</a:t>
            </a:r>
          </a:p>
          <a:p>
            <a:pPr lvl="2"/>
            <a:r>
              <a:rPr altLang="en-US" sz="2000" lang="en-US"/>
              <a:t>Domain Expert</a:t>
            </a:r>
          </a:p>
          <a:p>
            <a:pPr lvl="2"/>
            <a:r>
              <a:rPr altLang="en-US" sz="2000" lang="en-US"/>
              <a:t>Architect</a:t>
            </a:r>
          </a:p>
          <a:p>
            <a:pPr lvl="2"/>
            <a:r>
              <a:rPr altLang="en-US" sz="2000" lang="en-US"/>
              <a:t>Analyst/Designer (Use Case author)</a:t>
            </a:r>
          </a:p>
          <a:p>
            <a:pPr lvl="2"/>
            <a:r>
              <a:rPr altLang="en-US" sz="2000" lang="en-US"/>
              <a:t>Testing Engineer</a:t>
            </a:r>
          </a:p>
          <a:p>
            <a:pPr lvl="2"/>
            <a:endParaRPr altLang="en-US" sz="2000"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1">
  <p:cSld>
    <p:spTree>
      <p:nvGrpSpPr>
        <p:cNvPr id="120" name=""/>
        <p:cNvGrpSpPr/>
        <p:nvPr/>
      </p:nvGrpSpPr>
      <p:grpSpPr>
        <a:xfrm rot="0">
          <a:off x="0" y="0"/>
          <a:ext cx="0" cy="0"/>
          <a:chOff x="0" y="0"/>
          <a:chExt cx="0" cy="0"/>
        </a:xfrm>
      </p:grpSpPr>
      <p:sp>
        <p:nvSpPr>
          <p:cNvPr id="1048709"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US"/>
              <a:t>Sample Use Case Model Survey</a:t>
            </a:r>
          </a:p>
        </p:txBody>
      </p:sp>
      <p:pic>
        <p:nvPicPr>
          <p:cNvPr id="2097156" name="Picture 4" descr="F:\mnt\cheiron\home\jmshack\kemper\lectures\use.case.survey.bmp"/>
          <p:cNvPicPr>
            <a:picLocks/>
          </p:cNvPicPr>
          <p:nvPr/>
        </p:nvPicPr>
        <p:blipFill>
          <a:blip xmlns:r="http://schemas.openxmlformats.org/officeDocument/2006/relationships" r:embed="rId1"/>
          <a:srcRect l="0" t="0" r="0" b="0"/>
          <a:stretch>
            <a:fillRect/>
          </a:stretch>
        </p:blipFill>
        <p:spPr>
          <a:xfrm rot="0">
            <a:off x="2057400" y="1981200"/>
            <a:ext cx="5414962" cy="4295775"/>
          </a:xfrm>
          <a:prstGeom prst="rect"/>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1">
  <p:cSld>
    <p:spTree>
      <p:nvGrpSpPr>
        <p:cNvPr id="123" name=""/>
        <p:cNvGrpSpPr/>
        <p:nvPr/>
      </p:nvGrpSpPr>
      <p:grpSpPr>
        <a:xfrm rot="0">
          <a:off x="0" y="0"/>
          <a:ext cx="0" cy="0"/>
          <a:chOff x="0" y="0"/>
          <a:chExt cx="0" cy="0"/>
        </a:xfrm>
      </p:grpSpPr>
      <p:sp>
        <p:nvSpPr>
          <p:cNvPr id="1048713"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US"/>
              <a:t>Analysis Model</a:t>
            </a:r>
          </a:p>
        </p:txBody>
      </p:sp>
      <p:sp>
        <p:nvSpPr>
          <p:cNvPr id="1048714" name="Rectangle 3"/>
          <p:cNvSpPr/>
          <p:nvPr>
            <p:ph type="body" sz="full" idx="1"/>
          </p:nvPr>
        </p:nvSpPr>
        <p:spPr>
          <a:xfrm rot="0">
            <a:off x="990600" y="1600200"/>
            <a:ext cx="7772400" cy="43434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r>
              <a:rPr altLang="en-US" sz="2000" lang="en-US"/>
              <a:t>In Analysis, we analyze and refine the requirements described in the Use Cases in order to achieve a more precise view of the requirements, without being overwhelmed with the details</a:t>
            </a:r>
          </a:p>
          <a:p>
            <a:pPr lvl="0"/>
            <a:r>
              <a:rPr altLang="en-US" sz="2000" lang="en-US"/>
              <a:t>Again, the Analysis Model is still focusing on WHAT we’re going to do, not HOW we’re going to do it (Design Model).  But what we’re going to do is drawn from the point of view of the developer, not from the point of view of the customer</a:t>
            </a:r>
          </a:p>
          <a:p>
            <a:pPr lvl="0"/>
            <a:r>
              <a:rPr altLang="en-US" sz="2000" lang="en-US"/>
              <a:t>Whereas Use Cases are described in the language of the customer, the Analysis Model is described in the language of the developer:</a:t>
            </a:r>
          </a:p>
          <a:p>
            <a:pPr lvl="1"/>
            <a:r>
              <a:rPr altLang="en-US" sz="1800" lang="en-US"/>
              <a:t>Boundary Classes</a:t>
            </a:r>
          </a:p>
          <a:p>
            <a:pPr lvl="1"/>
            <a:r>
              <a:rPr altLang="en-US" sz="1800" lang="en-US"/>
              <a:t>Entity Classes</a:t>
            </a:r>
          </a:p>
          <a:p>
            <a:pPr lvl="1"/>
            <a:r>
              <a:rPr altLang="en-US" sz="1800" lang="en-US"/>
              <a:t>Control Classes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1">
  <p:cSld>
    <p:spTree>
      <p:nvGrpSpPr>
        <p:cNvPr id="126" name=""/>
        <p:cNvGrpSpPr/>
        <p:nvPr/>
      </p:nvGrpSpPr>
      <p:grpSpPr>
        <a:xfrm rot="0">
          <a:off x="0" y="0"/>
          <a:ext cx="0" cy="0"/>
          <a:chOff x="0" y="0"/>
          <a:chExt cx="0" cy="0"/>
        </a:xfrm>
      </p:grpSpPr>
      <p:sp>
        <p:nvSpPr>
          <p:cNvPr id="1048718"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sz="3200" lang="en-US"/>
              <a:t>Why spend time on the Analysis Model, why not just “face the cliff”?</a:t>
            </a:r>
          </a:p>
        </p:txBody>
      </p:sp>
      <p:sp>
        <p:nvSpPr>
          <p:cNvPr id="1048719" name="Rectangle 3"/>
          <p:cNvSpPr/>
          <p:nvPr>
            <p:ph type="body" sz="full" idx="1"/>
          </p:nvPr>
        </p:nvSpPr>
        <p:spPr>
          <a:xfrm rot="0">
            <a:off x="990600" y="1600200"/>
            <a:ext cx="7772400" cy="5029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r>
              <a:rPr altLang="en-US" sz="2000" lang="en-US"/>
              <a:t>By performing analysis, designers can inexpensively come to a  better understanding of the requirements of the system</a:t>
            </a:r>
          </a:p>
          <a:p>
            <a:pPr lvl="0"/>
            <a:r>
              <a:rPr altLang="en-US" sz="2000" lang="en-US"/>
              <a:t>By providing such an abstract overview, newcomers can understand the overall architecture of the system efficiently, from a ‘bird’s eye view’, without having to get bogged down with implementation details.</a:t>
            </a:r>
          </a:p>
          <a:p>
            <a:pPr lvl="0"/>
            <a:r>
              <a:rPr altLang="en-US" sz="2000" lang="en-US"/>
              <a:t>The Analysis Model is a simple abstraction of what the system is going to do from the point of view of the developers.  By “speaking the developer’s language”, comprehension is improved and by abstracting, simplicity is achieved</a:t>
            </a:r>
          </a:p>
          <a:p>
            <a:pPr lvl="0"/>
            <a:r>
              <a:rPr altLang="en-US" sz="2000" lang="en-US"/>
              <a:t>Nevertheless, the cost of maintaining the AM through construction is weighed against the value of having it all along.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1">
  <p:cSld>
    <p:spTree>
      <p:nvGrpSpPr>
        <p:cNvPr id="129" name=""/>
        <p:cNvGrpSpPr/>
        <p:nvPr/>
      </p:nvGrpSpPr>
      <p:grpSpPr>
        <a:xfrm rot="0">
          <a:off x="0" y="0"/>
          <a:ext cx="0" cy="0"/>
          <a:chOff x="0" y="0"/>
          <a:chExt cx="0" cy="0"/>
        </a:xfrm>
      </p:grpSpPr>
      <p:sp>
        <p:nvSpPr>
          <p:cNvPr id="1048723"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US"/>
              <a:t>Boundary Classes</a:t>
            </a:r>
          </a:p>
        </p:txBody>
      </p:sp>
      <p:sp>
        <p:nvSpPr>
          <p:cNvPr id="1048724" name="Rectangle 3"/>
          <p:cNvSpPr/>
          <p:nvPr>
            <p:ph type="body" sz="full" idx="1"/>
          </p:nvPr>
        </p:nvSpPr>
        <p:spPr>
          <a:xfrm rot="0">
            <a:off x="990600" y="1676400"/>
            <a:ext cx="7772400" cy="26670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r>
              <a:rPr altLang="en-US" sz="2000" lang="en-US"/>
              <a:t>Boundary classes are used in the Analysis Model to model interactions between the system and its actors (users or external systems)</a:t>
            </a:r>
          </a:p>
          <a:p>
            <a:pPr lvl="0"/>
            <a:r>
              <a:rPr altLang="en-US" sz="2000" lang="en-US"/>
              <a:t>Boundary classes are often implemented in some GUI format (dialogs, widgets, beans, etc.)</a:t>
            </a:r>
          </a:p>
          <a:p>
            <a:pPr lvl="0"/>
            <a:r>
              <a:rPr altLang="en-US" sz="2000" lang="en-US"/>
              <a:t>Boundary classes can often be abstractions of external APIs (in the case of an external system actor)</a:t>
            </a:r>
          </a:p>
          <a:p>
            <a:pPr lvl="0"/>
            <a:r>
              <a:rPr altLang="en-US" sz="2000" lang="en-US"/>
              <a:t>Every boundary class must be associated with at least one actor:</a:t>
            </a:r>
          </a:p>
        </p:txBody>
      </p:sp>
      <p:pic>
        <p:nvPicPr>
          <p:cNvPr id="2097157" name="Picture 4" descr="F:\mnt\cheiron\home\jmshack\kemper\lectures\boundary.class.bmp"/>
          <p:cNvPicPr>
            <a:picLocks/>
          </p:cNvPicPr>
          <p:nvPr/>
        </p:nvPicPr>
        <p:blipFill>
          <a:blip xmlns:r="http://schemas.openxmlformats.org/officeDocument/2006/relationships" r:embed="rId1"/>
          <a:srcRect l="0" t="0" r="0" b="0"/>
          <a:stretch>
            <a:fillRect/>
          </a:stretch>
        </p:blipFill>
        <p:spPr>
          <a:xfrm rot="0">
            <a:off x="2743200" y="4572000"/>
            <a:ext cx="3876675" cy="1266825"/>
          </a:xfrm>
          <a:prstGeom prst="rect"/>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1">
  <p:cSld>
    <p:spTree>
      <p:nvGrpSpPr>
        <p:cNvPr id="132" name=""/>
        <p:cNvGrpSpPr/>
        <p:nvPr/>
      </p:nvGrpSpPr>
      <p:grpSpPr>
        <a:xfrm rot="0">
          <a:off x="0" y="0"/>
          <a:ext cx="0" cy="0"/>
          <a:chOff x="0" y="0"/>
          <a:chExt cx="0" cy="0"/>
        </a:xfrm>
      </p:grpSpPr>
      <p:sp>
        <p:nvSpPr>
          <p:cNvPr id="1048728"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US"/>
              <a:t>Entity Classes</a:t>
            </a:r>
          </a:p>
        </p:txBody>
      </p:sp>
      <p:sp>
        <p:nvSpPr>
          <p:cNvPr id="1048729" name="Rectangle 3"/>
          <p:cNvSpPr/>
          <p:nvPr>
            <p:ph type="body" sz="full" idx="1"/>
          </p:nvPr>
        </p:nvSpPr>
        <p:spPr>
          <a:xfrm rot="0">
            <a:off x="990600" y="1676400"/>
            <a:ext cx="7772400" cy="25908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r>
              <a:rPr altLang="en-US" lang="en-US"/>
              <a:t>Entity classes are used within the Analysis Model to model persistent information</a:t>
            </a:r>
          </a:p>
          <a:p>
            <a:r>
              <a:rPr altLang="en-US" lang="en-US"/>
              <a:t>Often, entity classes are created from objects within the business object model or domain model</a:t>
            </a:r>
          </a:p>
        </p:txBody>
      </p:sp>
      <p:pic>
        <p:nvPicPr>
          <p:cNvPr id="2097158" name="Picture 4" descr="F:\mnt\cheiron\home\jmshack\kemper\lectures\entity.class.bmp"/>
          <p:cNvPicPr>
            <a:picLocks/>
          </p:cNvPicPr>
          <p:nvPr/>
        </p:nvPicPr>
        <p:blipFill>
          <a:blip xmlns:r="http://schemas.openxmlformats.org/officeDocument/2006/relationships" r:embed="rId1"/>
          <a:srcRect l="0" t="0" r="0" b="0"/>
          <a:stretch>
            <a:fillRect/>
          </a:stretch>
        </p:blipFill>
        <p:spPr>
          <a:xfrm rot="0">
            <a:off x="3276600" y="4572000"/>
            <a:ext cx="3438525" cy="1304925"/>
          </a:xfrm>
          <a:prstGeom prst="rect"/>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1">
  <p:cSld>
    <p:spTree>
      <p:nvGrpSpPr>
        <p:cNvPr id="135" name=""/>
        <p:cNvGrpSpPr/>
        <p:nvPr/>
      </p:nvGrpSpPr>
      <p:grpSpPr>
        <a:xfrm rot="0">
          <a:off x="0" y="0"/>
          <a:ext cx="0" cy="0"/>
          <a:chOff x="0" y="0"/>
          <a:chExt cx="0" cy="0"/>
        </a:xfrm>
      </p:grpSpPr>
      <p:sp>
        <p:nvSpPr>
          <p:cNvPr id="1048733" name="Rectangle 2"/>
          <p:cNvSpPr/>
          <p:nvPr>
            <p:ph type="title" sz="full" idx="0"/>
          </p:nvPr>
        </p:nvSpPr>
        <p:spPr>
          <a:xfrm rot="0">
            <a:off x="990600" y="457200"/>
            <a:ext cx="7772400" cy="1143000"/>
          </a:xfrm>
          <a:prstGeom prst="rect"/>
          <a:noFill/>
          <a:ln>
            <a:noFill/>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ctr" lvl="0"/>
            <a:r>
              <a:rPr altLang="en-US" lang="en-US"/>
              <a:t>Control Classes</a:t>
            </a:r>
          </a:p>
        </p:txBody>
      </p:sp>
      <p:sp>
        <p:nvSpPr>
          <p:cNvPr id="1048734" name="Rectangle 3"/>
          <p:cNvSpPr/>
          <p:nvPr>
            <p:ph type="body" sz="full" idx="1"/>
          </p:nvPr>
        </p:nvSpPr>
        <p:spPr>
          <a:xfrm rot="0">
            <a:off x="990600" y="1600200"/>
            <a:ext cx="7772400" cy="22098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Clr>
                <a:schemeClr val="accent1"/>
              </a:buClr>
              <a:buSzPct val="90000"/>
              <a:buFont typeface="Monotype Sorts" pitchFamily="2" charset="2"/>
              <a:buChar char="4"/>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Clr>
                <a:schemeClr val="accent1"/>
              </a:buClr>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Clr>
                <a:schemeClr val="accent1"/>
              </a:buClr>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Clr>
                <a:schemeClr val="accent1"/>
              </a:buClr>
              <a:buSzPct val="100000"/>
              <a:buFontTx/>
              <a:buChar char="»"/>
              <a:defRPr baseline="0" b="0" sz="2000" i="0" u="none">
                <a:solidFill>
                  <a:schemeClr val="dk1"/>
                </a:solidFill>
                <a:latin typeface="Times New Roman" pitchFamily="18" charset="0"/>
                <a:sym typeface="Times New Roman" pitchFamily="18" charset="0"/>
              </a:defRPr>
            </a:lvl5pPr>
          </a:lstStyle>
          <a:p>
            <a:pPr lvl="0"/>
            <a:r>
              <a:rPr altLang="en-US" sz="2000" lang="en-US"/>
              <a:t>The Great Et Cetera</a:t>
            </a:r>
          </a:p>
          <a:p>
            <a:pPr lvl="0"/>
            <a:r>
              <a:rPr altLang="en-US" sz="2000" lang="en-US"/>
              <a:t>Control classes model abstractions that coordinate, sequence, transact, and otherwise control other objects</a:t>
            </a:r>
          </a:p>
          <a:p>
            <a:pPr lvl="0"/>
            <a:r>
              <a:rPr altLang="en-US" sz="2000" lang="en-US"/>
              <a:t>In Smalltalk MVC mechanism, these are controllers</a:t>
            </a:r>
          </a:p>
          <a:p>
            <a:pPr lvl="0"/>
            <a:r>
              <a:rPr altLang="en-US" sz="2000" lang="en-US"/>
              <a:t>Control classes are often encapsulated interactions between other objects, as they handle and coordinate actions and control flows.</a:t>
            </a:r>
          </a:p>
        </p:txBody>
      </p:sp>
      <p:pic>
        <p:nvPicPr>
          <p:cNvPr id="2097159" name="Picture 4" descr="F:\mnt\cheiron\home\jmshack\kemper\lectures\control.class.bmp"/>
          <p:cNvPicPr>
            <a:picLocks/>
          </p:cNvPicPr>
          <p:nvPr/>
        </p:nvPicPr>
        <p:blipFill>
          <a:blip xmlns:r="http://schemas.openxmlformats.org/officeDocument/2006/relationships" r:embed="rId1"/>
          <a:srcRect l="0" t="0" r="0" b="0"/>
          <a:stretch>
            <a:fillRect/>
          </a:stretch>
        </p:blipFill>
        <p:spPr>
          <a:xfrm rot="0">
            <a:off x="1981200" y="3886200"/>
            <a:ext cx="5534025" cy="2514600"/>
          </a:xfrm>
          <a:prstGeom prst="rect"/>
          <a:noFill/>
          <a:ln>
            <a:noFill/>
          </a:ln>
        </p:spPr>
      </p:pic>
    </p:spTree>
  </p:cSld>
  <p:clrMapOvr>
    <a:masterClrMapping/>
  </p:clrMapOvr>
</p:sld>
</file>

<file path=ppt/theme/theme1.xml><?xml version="1.0" encoding="utf-8"?>
<a:theme xmlns:a="http://schemas.openxmlformats.org/drawingml/2006/main" name="Office 主题">
  <a:themeElements>
    <a:clrScheme name="Default Color Scheme">
      <a:dk1>
        <a:srgbClr val="402000"/>
      </a:dk1>
      <a:lt1>
        <a:srgbClr val="FBFAE2"/>
      </a:lt1>
      <a:dk2>
        <a:srgbClr val="A08366"/>
      </a:dk2>
      <a:lt2>
        <a:srgbClr val="996633"/>
      </a:lt2>
      <a:accent1>
        <a:srgbClr val="CE9964"/>
      </a:accent1>
      <a:accent2>
        <a:srgbClr val="CD3333"/>
      </a:accent2>
      <a:accent3>
        <a:srgbClr val="FDFCEE"/>
      </a:accent3>
      <a:accent4>
        <a:srgbClr val="361A00"/>
      </a:accent4>
      <a:accent5>
        <a:srgbClr val="E3CAB8"/>
      </a:accent5>
      <a:accent6>
        <a:srgbClr val="B82D2D"/>
      </a:accent6>
      <a:hlink>
        <a:srgbClr val="9A7F32"/>
      </a:hlink>
      <a:folHlink>
        <a:srgbClr val="ECA07A"/>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Default Color Scheme 1">
        <a:dk1>
          <a:srgbClr val="402000"/>
        </a:dk1>
        <a:lt1>
          <a:srgbClr val="FBFAE2"/>
        </a:lt1>
        <a:dk2>
          <a:srgbClr val="A08366"/>
        </a:dk2>
        <a:lt2>
          <a:srgbClr val="996633"/>
        </a:lt2>
        <a:accent1>
          <a:srgbClr val="CE9964"/>
        </a:accent1>
        <a:accent2>
          <a:srgbClr val="CD3333"/>
        </a:accent2>
        <a:accent3>
          <a:srgbClr val="FDFCEE"/>
        </a:accent3>
        <a:accent4>
          <a:srgbClr val="361A00"/>
        </a:accent4>
        <a:accent5>
          <a:srgbClr val="E3CAB8"/>
        </a:accent5>
        <a:accent6>
          <a:srgbClr val="B82D2D"/>
        </a:accent6>
        <a:hlink>
          <a:srgbClr val="9A7F32"/>
        </a:hlink>
        <a:folHlink>
          <a:srgbClr val="ECA07A"/>
        </a:folHlink>
      </a:clrScheme>
    </a:extraClrScheme>
    <a:extraClrScheme>
      <a:clrScheme name="Default Color Scheme 2">
        <a:dk1>
          <a:srgbClr val="402000"/>
        </a:dk1>
        <a:lt1>
          <a:srgbClr val="FFFFFF"/>
        </a:lt1>
        <a:dk2>
          <a:srgbClr val="A08366"/>
        </a:dk2>
        <a:lt2>
          <a:srgbClr val="996633"/>
        </a:lt2>
        <a:accent1>
          <a:srgbClr val="CE9964"/>
        </a:accent1>
        <a:accent2>
          <a:srgbClr val="CD3333"/>
        </a:accent2>
        <a:accent3>
          <a:srgbClr val="FFFFFF"/>
        </a:accent3>
        <a:accent4>
          <a:srgbClr val="361A00"/>
        </a:accent4>
        <a:accent5>
          <a:srgbClr val="E3CAB8"/>
        </a:accent5>
        <a:accent6>
          <a:srgbClr val="B82D2D"/>
        </a:accent6>
        <a:hlink>
          <a:srgbClr val="9A7F32"/>
        </a:hlink>
        <a:folHlink>
          <a:srgbClr val="ECA07A"/>
        </a:folHlink>
      </a:clrScheme>
    </a:extraClrScheme>
    <a:extraClrScheme>
      <a:clrScheme name="Default Color Scheme 3">
        <a:dk1>
          <a:srgbClr val="000000"/>
        </a:dk1>
        <a:lt1>
          <a:srgbClr val="FFFFFF"/>
        </a:lt1>
        <a:dk2>
          <a:srgbClr val="393939"/>
        </a:dk2>
        <a:lt2>
          <a:srgbClr val="000000"/>
        </a:lt2>
        <a:accent1>
          <a:srgbClr val="CBCBCB"/>
        </a:accent1>
        <a:accent2>
          <a:srgbClr val="868686"/>
        </a:accent2>
        <a:accent3>
          <a:srgbClr val="FFFFFF"/>
        </a:accent3>
        <a:accent4>
          <a:srgbClr val="000000"/>
        </a:accent4>
        <a:accent5>
          <a:srgbClr val="E1E1E1"/>
        </a:accent5>
        <a:accent6>
          <a:srgbClr val="787878"/>
        </a:accent6>
        <a:hlink>
          <a:srgbClr val="4D4D4D"/>
        </a:hlink>
        <a:folHlink>
          <a:srgbClr val="EAEAEA"/>
        </a:folHlink>
      </a:clrScheme>
    </a:extraClrScheme>
    <a:extraClrScheme>
      <a:clrScheme name="Default Color Scheme 4">
        <a:dk1>
          <a:srgbClr val="1C1C1C"/>
        </a:dk1>
        <a:lt1>
          <a:srgbClr val="FFFFFF"/>
        </a:lt1>
        <a:dk2>
          <a:srgbClr val="666699"/>
        </a:dk2>
        <a:lt2>
          <a:srgbClr val="000066"/>
        </a:lt2>
        <a:accent1>
          <a:srgbClr val="FF5050"/>
        </a:accent1>
        <a:accent2>
          <a:srgbClr val="009999"/>
        </a:accent2>
        <a:accent3>
          <a:srgbClr val="FFFFFF"/>
        </a:accent3>
        <a:accent4>
          <a:srgbClr val="161616"/>
        </a:accent4>
        <a:accent5>
          <a:srgbClr val="FFB3B3"/>
        </a:accent5>
        <a:accent6>
          <a:srgbClr val="008989"/>
        </a:accent6>
        <a:hlink>
          <a:srgbClr val="3366CC"/>
        </a:hlink>
        <a:folHlink>
          <a:srgbClr val="B2B2B2"/>
        </a:folHlink>
      </a:clrScheme>
    </a:extraClrScheme>
  </a:extraClrSchemeLst>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title>Introduction to the Rational Unified Process</dc:title>
  <dc:creator>Mark Shacklette</dc:creator>
  <cp:lastModifiedBy>user</cp:lastModifiedBy>
  <dcterms:created xsi:type="dcterms:W3CDTF">2000-08-27T21:19:12Z</dcterms:created>
  <dcterms:modified xsi:type="dcterms:W3CDTF">2026-09-14T08:25:27Z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1f5100ed60e74e1c818b2dc75d43e96c_23</vt:lpwstr>
  </property>
</Properties>
</file>