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slideMasters/slideMaster2.xml" ContentType="application/vnd.openxmlformats-officedocument.presentationml.slideMaster+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slide19.xml" ContentType="application/vnd.openxmlformats-officedocument.presentationml.slide+xml"/>
  <Override PartName="/ppt/notesSlides/notesSlide18.xml" ContentType="application/vnd.openxmlformats-officedocument.presentationml.notesSlide+xml"/>
  <Override PartName="/ppt/slides/slide20.xml" ContentType="application/vnd.openxmlformats-officedocument.presentationml.slide+xml"/>
  <Override PartName="/ppt/notesSlides/notesSlide19.xml" ContentType="application/vnd.openxmlformats-officedocument.presentationml.notesSlide+xml"/>
  <Override PartName="/ppt/slides/slide21.xml" ContentType="application/vnd.openxmlformats-officedocument.presentationml.slide+xml"/>
  <Override PartName="/ppt/notesSlides/notesSlide20.xml" ContentType="application/vnd.openxmlformats-officedocument.presentationml.notesSlide+xml"/>
  <Override PartName="/ppt/slides/slide22.xml" ContentType="application/vnd.openxmlformats-officedocument.presentationml.slide+xml"/>
  <Override PartName="/ppt/notesSlides/notesSlide21.xml" ContentType="application/vnd.openxmlformats-officedocument.presentationml.notesSlide+xml"/>
  <Override PartName="/ppt/slides/slide23.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trictFirstAndLastChars="0">
  <p:sldMasterIdLst>
    <p:sldMasterId id="2147483648" r:id="rId1"/>
    <p:sldMasterId id="2147483649" r:id="rId2"/>
  </p:sldMasterIdLst>
  <p:notesMasterIdLst>
    <p:notesMasterId r:id="rId3"/>
  </p:notesMasterIdLst>
  <p:sldIdLst>
    <p:sldId id="257" r:id="rId4"/>
    <p:sldId id="258" r:id="rId5"/>
    <p:sldId id="259" r:id="rId6"/>
    <p:sldId id="260" r:id="rId7"/>
    <p:sldId id="261" r:id="rId8"/>
    <p:sldId id="262" r:id="rId9"/>
    <p:sldId id="263" r:id="rId10"/>
    <p:sldId id="264" r:id="rId11"/>
    <p:sldId id="265" r:id="rId12"/>
    <p:sldId id="266"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y="7559675" cx="10080625"/>
  <p:notesSz cx="7559675" cy="10691495"/>
  <p:defaultTextStyle>
    <a:defPPr>
      <a:defRPr lang="en-GB"/>
    </a:defPPr>
    <a:lvl1pPr algn="l" defTabSz="449580" eaLnBrk="0" fontAlgn="base" hangingPunct="0" rtl="0">
      <a:spcBef>
        <a:spcPct val="0"/>
      </a:spcBef>
      <a:spcAft>
        <a:spcPct val="0"/>
      </a:spcAft>
      <a:defRPr kern="1200">
        <a:solidFill>
          <a:schemeClr val="bg1"/>
        </a:solidFill>
        <a:latin typeface="Arial" panose="020B0604020202020204" pitchFamily="34" charset="0"/>
        <a:ea typeface="Arial Unicode MS" panose="020B0604020202020204" pitchFamily="34" charset="-128"/>
        <a:cs typeface="+mn-cs"/>
      </a:defRPr>
    </a:lvl1pPr>
    <a:lvl2pPr algn="l" defTabSz="449580" eaLnBrk="0" fontAlgn="base" hangingPunct="0" indent="-285750" marL="742950" rtl="0">
      <a:spcBef>
        <a:spcPct val="0"/>
      </a:spcBef>
      <a:spcAft>
        <a:spcPct val="0"/>
      </a:spcAft>
      <a:defRPr kern="1200">
        <a:solidFill>
          <a:schemeClr val="bg1"/>
        </a:solidFill>
        <a:latin typeface="Arial" panose="020B0604020202020204" pitchFamily="34" charset="0"/>
        <a:ea typeface="Arial Unicode MS" panose="020B0604020202020204" pitchFamily="34" charset="-128"/>
        <a:cs typeface="+mn-cs"/>
      </a:defRPr>
    </a:lvl2pPr>
    <a:lvl3pPr algn="l" defTabSz="449580" eaLnBrk="0" fontAlgn="base" hangingPunct="0" indent="-228600" marL="1143000" rtl="0">
      <a:spcBef>
        <a:spcPct val="0"/>
      </a:spcBef>
      <a:spcAft>
        <a:spcPct val="0"/>
      </a:spcAft>
      <a:defRPr kern="1200">
        <a:solidFill>
          <a:schemeClr val="bg1"/>
        </a:solidFill>
        <a:latin typeface="Arial" panose="020B0604020202020204" pitchFamily="34" charset="0"/>
        <a:ea typeface="Arial Unicode MS" panose="020B0604020202020204" pitchFamily="34" charset="-128"/>
        <a:cs typeface="+mn-cs"/>
      </a:defRPr>
    </a:lvl3pPr>
    <a:lvl4pPr algn="l" defTabSz="449580" eaLnBrk="0" fontAlgn="base" hangingPunct="0" indent="-228600" marL="1600200" rtl="0">
      <a:spcBef>
        <a:spcPct val="0"/>
      </a:spcBef>
      <a:spcAft>
        <a:spcPct val="0"/>
      </a:spcAft>
      <a:defRPr kern="1200">
        <a:solidFill>
          <a:schemeClr val="bg1"/>
        </a:solidFill>
        <a:latin typeface="Arial" panose="020B0604020202020204" pitchFamily="34" charset="0"/>
        <a:ea typeface="Arial Unicode MS" panose="020B0604020202020204" pitchFamily="34" charset="-128"/>
        <a:cs typeface="+mn-cs"/>
      </a:defRPr>
    </a:lvl4pPr>
    <a:lvl5pPr algn="l" defTabSz="449580" eaLnBrk="0" fontAlgn="base" hangingPunct="0" indent="-228600" marL="2057400" rtl="0">
      <a:spcBef>
        <a:spcPct val="0"/>
      </a:spcBef>
      <a:spcAft>
        <a:spcPct val="0"/>
      </a:spcAft>
      <a:defRPr kern="1200">
        <a:solidFill>
          <a:schemeClr val="bg1"/>
        </a:solidFill>
        <a:latin typeface="Arial" panose="020B0604020202020204" pitchFamily="34" charset="0"/>
        <a:ea typeface="Arial Unicode MS" panose="020B0604020202020204" pitchFamily="34" charset="-128"/>
        <a:cs typeface="+mn-cs"/>
      </a:defRPr>
    </a:lvl5pPr>
    <a:lvl6pPr algn="l" defTabSz="914400" eaLnBrk="1" hangingPunct="1" latinLnBrk="0" marL="2286000" rtl="0">
      <a:defRPr kern="1200">
        <a:solidFill>
          <a:schemeClr val="bg1"/>
        </a:solidFill>
        <a:latin typeface="Arial" panose="020B0604020202020204" pitchFamily="34" charset="0"/>
        <a:ea typeface="Arial Unicode MS" panose="020B0604020202020204" pitchFamily="34" charset="-128"/>
        <a:cs typeface="+mn-cs"/>
      </a:defRPr>
    </a:lvl6pPr>
    <a:lvl7pPr algn="l" defTabSz="914400" eaLnBrk="1" hangingPunct="1" latinLnBrk="0" marL="2743200" rtl="0">
      <a:defRPr kern="1200">
        <a:solidFill>
          <a:schemeClr val="bg1"/>
        </a:solidFill>
        <a:latin typeface="Arial" panose="020B0604020202020204" pitchFamily="34" charset="0"/>
        <a:ea typeface="Arial Unicode MS" panose="020B0604020202020204" pitchFamily="34" charset="-128"/>
        <a:cs typeface="+mn-cs"/>
      </a:defRPr>
    </a:lvl7pPr>
    <a:lvl8pPr algn="l" defTabSz="914400" eaLnBrk="1" hangingPunct="1" latinLnBrk="0" marL="3200400" rtl="0">
      <a:defRPr kern="1200">
        <a:solidFill>
          <a:schemeClr val="bg1"/>
        </a:solidFill>
        <a:latin typeface="Arial" panose="020B0604020202020204" pitchFamily="34" charset="0"/>
        <a:ea typeface="Arial Unicode MS" panose="020B0604020202020204" pitchFamily="34" charset="-128"/>
        <a:cs typeface="+mn-cs"/>
      </a:defRPr>
    </a:lvl8pPr>
    <a:lvl9pPr algn="l" defTabSz="914400" eaLnBrk="1" hangingPunct="1" latinLnBrk="0" marL="3657600" rtl="0">
      <a:defRPr kern="1200">
        <a:solidFill>
          <a:schemeClr val="bg1"/>
        </a:solidFill>
        <a:latin typeface="Arial" panose="020B0604020202020204" pitchFamily="34" charset="0"/>
        <a:ea typeface="Arial Unicode MS" panose="020B0604020202020204" pitchFamily="34" charset="-128"/>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showGuides="1">
      <p:cViewPr varScale="1">
        <p:scale>
          <a:sx n="56" d="100"/>
          <a:sy n="56" d="100"/>
        </p:scale>
        <p:origin x="1416" y="44"/>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tableStyles" Target="tableStyles.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p:bgPr>
    </p:bg>
    <p:spTree>
      <p:nvGrpSpPr>
        <p:cNvPr id="141" name=""/>
        <p:cNvGrpSpPr/>
        <p:nvPr/>
      </p:nvGrpSpPr>
      <p:grpSpPr>
        <a:xfrm>
          <a:off x="0" y="0"/>
          <a:ext cx="0" cy="0"/>
          <a:chOff x="0" y="0"/>
          <a:chExt cx="0" cy="0"/>
        </a:xfrm>
      </p:grpSpPr>
      <p:sp>
        <p:nvSpPr>
          <p:cNvPr id="1048767" name="AutoShape 1"/>
          <p:cNvSpPr>
            <a:spLocks noChangeArrowheads="1"/>
          </p:cNvSpPr>
          <p:nvPr/>
        </p:nvSpPr>
        <p:spPr bwMode="auto">
          <a:xfrm>
            <a:off x="0" y="0"/>
            <a:ext cx="7559675" cy="10691813"/>
          </a:xfrm>
          <a:prstGeom prst="roundRect">
            <a:avLst>
              <a:gd name="adj" fmla="val 19"/>
            </a:avLst>
          </a:prstGeom>
          <a:solidFill>
            <a:srgbClr val="FFFFFF"/>
          </a:solid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
        <p:nvSpPr>
          <p:cNvPr id="1048768" name="AutoShape 2"/>
          <p:cNvSpPr>
            <a:spLocks noChangeArrowheads="1"/>
          </p:cNvSpPr>
          <p:nvPr/>
        </p:nvSpPr>
        <p:spPr bwMode="auto">
          <a:xfrm>
            <a:off x="0" y="0"/>
            <a:ext cx="7559675" cy="10691813"/>
          </a:xfrm>
          <a:prstGeom prst="roundRect">
            <a:avLst>
              <a:gd name="adj" fmla="val 19"/>
            </a:avLst>
          </a:prstGeom>
          <a:solidFill>
            <a:srgbClr val="FFFFFF"/>
          </a:solid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
        <p:nvSpPr>
          <p:cNvPr id="1048769" name="AutoShape 3"/>
          <p:cNvSpPr>
            <a:spLocks noChangeArrowheads="1"/>
          </p:cNvSpPr>
          <p:nvPr/>
        </p:nvSpPr>
        <p:spPr bwMode="auto">
          <a:xfrm>
            <a:off x="0" y="0"/>
            <a:ext cx="7559675" cy="10691813"/>
          </a:xfrm>
          <a:prstGeom prst="roundRect">
            <a:avLst>
              <a:gd name="adj" fmla="val 19"/>
            </a:avLst>
          </a:prstGeom>
          <a:solidFill>
            <a:srgbClr val="FFFFFF"/>
          </a:solid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
        <p:nvSpPr>
          <p:cNvPr id="1048770" name="AutoShape 4"/>
          <p:cNvSpPr>
            <a:spLocks noChangeArrowheads="1"/>
          </p:cNvSpPr>
          <p:nvPr/>
        </p:nvSpPr>
        <p:spPr bwMode="auto">
          <a:xfrm>
            <a:off x="0" y="0"/>
            <a:ext cx="7559675" cy="10691813"/>
          </a:xfrm>
          <a:prstGeom prst="roundRect">
            <a:avLst>
              <a:gd name="adj" fmla="val 19"/>
            </a:avLst>
          </a:prstGeom>
          <a:solidFill>
            <a:srgbClr val="FFFFFF"/>
          </a:solid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
        <p:nvSpPr>
          <p:cNvPr id="1048771" name="AutoShape 5"/>
          <p:cNvSpPr>
            <a:spLocks noChangeArrowheads="1"/>
          </p:cNvSpPr>
          <p:nvPr/>
        </p:nvSpPr>
        <p:spPr bwMode="auto">
          <a:xfrm>
            <a:off x="0" y="0"/>
            <a:ext cx="7559675" cy="10691813"/>
          </a:xfrm>
          <a:prstGeom prst="roundRect">
            <a:avLst>
              <a:gd name="adj" fmla="val 19"/>
            </a:avLst>
          </a:prstGeom>
          <a:solidFill>
            <a:srgbClr val="FFFFFF"/>
          </a:solid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
        <p:nvSpPr>
          <p:cNvPr id="1048772" name="Rectangle 6"/>
          <p:cNvSpPr>
            <a:spLocks noChangeAspect="1" noRot="1" noGrp="1" noChangeArrowheads="1"/>
          </p:cNvSpPr>
          <p:nvPr>
            <p:ph type="sldImg"/>
          </p:nvPr>
        </p:nvSpPr>
        <p:spPr bwMode="auto">
          <a:xfrm>
            <a:off x="1106488" y="812800"/>
            <a:ext cx="5335587" cy="3998913"/>
          </a:xfrm>
          <a:prstGeom prst="rect"/>
          <a:noFill/>
          <a:ln>
            <a:noFill/>
          </a:ln>
          <a:effectLst/>
        </p:spPr>
      </p:sp>
      <p:sp>
        <p:nvSpPr>
          <p:cNvPr id="1048773" name="Rectangle 7"/>
          <p:cNvSpPr>
            <a:spLocks noGrp="1" noChangeArrowheads="1"/>
          </p:cNvSpPr>
          <p:nvPr>
            <p:ph type="body"/>
          </p:nvPr>
        </p:nvSpPr>
        <p:spPr bwMode="auto">
          <a:xfrm>
            <a:off x="755650" y="5078413"/>
            <a:ext cx="6038850" cy="4802187"/>
          </a:xfrm>
          <a:prstGeom prst="rect"/>
          <a:noFill/>
          <a:ln>
            <a:noFill/>
          </a:ln>
          <a:effectLst/>
        </p:spPr>
        <p:txBody>
          <a:bodyPr anchor="t" anchorCtr="0" bIns="0" compatLnSpc="1" lIns="0" numCol="1" rIns="0" tIns="0" vert="horz" wrap="square"/>
          <a:p>
            <a:pPr lvl="0"/>
            <a:endParaRPr altLang="en-US" lang="en-US" noProof="0"/>
          </a:p>
        </p:txBody>
      </p:sp>
      <p:sp>
        <p:nvSpPr>
          <p:cNvPr id="1048774" name="Rectangle 8"/>
          <p:cNvSpPr>
            <a:spLocks noGrp="1" noChangeArrowheads="1"/>
          </p:cNvSpPr>
          <p:nvPr>
            <p:ph type="hdr"/>
          </p:nvPr>
        </p:nvSpPr>
        <p:spPr bwMode="auto">
          <a:xfrm>
            <a:off x="0" y="0"/>
            <a:ext cx="3270250" cy="525463"/>
          </a:xfrm>
          <a:prstGeom prst="rect"/>
          <a:noFill/>
          <a:ln>
            <a:noFill/>
          </a:ln>
          <a:effectLst/>
        </p:spPr>
        <p:txBody>
          <a:bodyPr anchor="t" anchorCtr="0" bIns="0" compatLnSpc="1" lIns="0" numCol="1" rIns="0" tIns="0" vert="horz" wrap="square"/>
          <a:lstStyle>
            <a:lvl1pPr eaLnBrk="1">
              <a:lnSpc>
                <a:spcPct val="93000"/>
              </a:lnSpc>
              <a:buSzPct val="100000"/>
              <a:tabLst>
                <a:tab algn="l" pos="448945"/>
                <a:tab algn="l" pos="898525"/>
                <a:tab algn="l" pos="1347470"/>
                <a:tab algn="l" pos="1797050"/>
                <a:tab algn="l" pos="2245995"/>
                <a:tab algn="l" pos="2695575"/>
                <a:tab algn="l" pos="3144520"/>
              </a:tabLst>
              <a:defRPr sz="1400">
                <a:solidFill>
                  <a:srgbClr val="000000"/>
                </a:solidFill>
                <a:latin typeface="Times New Roman" panose="02020603050405020304" pitchFamily="18" charset="0"/>
              </a:defRPr>
            </a:lvl1pPr>
          </a:lstStyle>
          <a:p>
            <a:endParaRPr altLang="en-US" lang="en-IN"/>
          </a:p>
        </p:txBody>
      </p:sp>
      <p:sp>
        <p:nvSpPr>
          <p:cNvPr id="1048775" name="Rectangle 9"/>
          <p:cNvSpPr>
            <a:spLocks noGrp="1" noChangeArrowheads="1"/>
          </p:cNvSpPr>
          <p:nvPr>
            <p:ph type="dt"/>
          </p:nvPr>
        </p:nvSpPr>
        <p:spPr bwMode="auto">
          <a:xfrm>
            <a:off x="4279900" y="0"/>
            <a:ext cx="3270250" cy="525463"/>
          </a:xfrm>
          <a:prstGeom prst="rect"/>
          <a:noFill/>
          <a:ln>
            <a:noFill/>
          </a:ln>
          <a:effectLst/>
        </p:spPr>
        <p:txBody>
          <a:bodyPr anchor="t" anchorCtr="0" bIns="0" compatLnSpc="1" lIns="0" numCol="1" rIns="0" tIns="0" vert="horz" wrap="square"/>
          <a:lstStyle>
            <a:lvl1pPr algn="r" eaLnBrk="1">
              <a:lnSpc>
                <a:spcPct val="93000"/>
              </a:lnSpc>
              <a:buSzPct val="100000"/>
              <a:tabLst>
                <a:tab algn="l" pos="448945"/>
                <a:tab algn="l" pos="898525"/>
                <a:tab algn="l" pos="1347470"/>
                <a:tab algn="l" pos="1797050"/>
                <a:tab algn="l" pos="2245995"/>
                <a:tab algn="l" pos="2695575"/>
                <a:tab algn="l" pos="3144520"/>
              </a:tabLst>
              <a:defRPr sz="1400">
                <a:solidFill>
                  <a:srgbClr val="000000"/>
                </a:solidFill>
                <a:latin typeface="Times New Roman" panose="02020603050405020304" pitchFamily="18" charset="0"/>
              </a:defRPr>
            </a:lvl1pPr>
          </a:lstStyle>
          <a:p>
            <a:endParaRPr altLang="en-US" lang="en-IN"/>
          </a:p>
        </p:txBody>
      </p:sp>
      <p:sp>
        <p:nvSpPr>
          <p:cNvPr id="1048776" name="Rectangle 10"/>
          <p:cNvSpPr>
            <a:spLocks noGrp="1" noChangeArrowheads="1"/>
          </p:cNvSpPr>
          <p:nvPr>
            <p:ph type="ftr"/>
          </p:nvPr>
        </p:nvSpPr>
        <p:spPr bwMode="auto">
          <a:xfrm>
            <a:off x="0" y="10156825"/>
            <a:ext cx="3270250" cy="525463"/>
          </a:xfrm>
          <a:prstGeom prst="rect"/>
          <a:noFill/>
          <a:ln>
            <a:noFill/>
          </a:ln>
          <a:effectLst/>
        </p:spPr>
        <p:txBody>
          <a:bodyPr anchor="b" anchorCtr="0" bIns="0" compatLnSpc="1" lIns="0" numCol="1" rIns="0" tIns="0" vert="horz" wrap="square"/>
          <a:lstStyle>
            <a:lvl1pPr eaLnBrk="1">
              <a:lnSpc>
                <a:spcPct val="93000"/>
              </a:lnSpc>
              <a:buSzPct val="100000"/>
              <a:tabLst>
                <a:tab algn="l" pos="448945"/>
                <a:tab algn="l" pos="898525"/>
                <a:tab algn="l" pos="1347470"/>
                <a:tab algn="l" pos="1797050"/>
                <a:tab algn="l" pos="2245995"/>
                <a:tab algn="l" pos="2695575"/>
                <a:tab algn="l" pos="3144520"/>
              </a:tabLst>
              <a:defRPr sz="1400">
                <a:solidFill>
                  <a:srgbClr val="000000"/>
                </a:solidFill>
                <a:latin typeface="Times New Roman" panose="02020603050405020304" pitchFamily="18" charset="0"/>
              </a:defRPr>
            </a:lvl1pPr>
          </a:lstStyle>
          <a:p>
            <a:endParaRPr altLang="en-US" lang="en-IN"/>
          </a:p>
        </p:txBody>
      </p:sp>
      <p:sp>
        <p:nvSpPr>
          <p:cNvPr id="1048777" name="Rectangle 11"/>
          <p:cNvSpPr>
            <a:spLocks noGrp="1" noChangeArrowheads="1"/>
          </p:cNvSpPr>
          <p:nvPr>
            <p:ph type="sldNum"/>
          </p:nvPr>
        </p:nvSpPr>
        <p:spPr bwMode="auto">
          <a:xfrm>
            <a:off x="4279900" y="10156825"/>
            <a:ext cx="3270250" cy="525463"/>
          </a:xfrm>
          <a:prstGeom prst="rect"/>
          <a:noFill/>
          <a:ln>
            <a:noFill/>
          </a:ln>
          <a:effectLst/>
        </p:spPr>
        <p:txBody>
          <a:bodyPr anchor="b" anchorCtr="0" bIns="0" compatLnSpc="1" lIns="0" numCol="1" rIns="0" tIns="0" vert="horz" wrap="square"/>
          <a:lstStyle>
            <a:lvl1pPr algn="r" eaLnBrk="1">
              <a:lnSpc>
                <a:spcPct val="93000"/>
              </a:lnSpc>
              <a:buSzPct val="100000"/>
              <a:tabLst>
                <a:tab algn="l" pos="448945"/>
                <a:tab algn="l" pos="898525"/>
                <a:tab algn="l" pos="1347470"/>
                <a:tab algn="l" pos="1797050"/>
                <a:tab algn="l" pos="2245995"/>
                <a:tab algn="l" pos="2695575"/>
                <a:tab algn="l" pos="3144520"/>
              </a:tabLst>
              <a:defRPr sz="1400">
                <a:solidFill>
                  <a:srgbClr val="000000"/>
                </a:solidFill>
                <a:latin typeface="Times New Roman" panose="02020603050405020304" pitchFamily="18" charset="0"/>
              </a:defRPr>
            </a:lvl1pPr>
          </a:lstStyle>
          <a:p>
            <a:fld id="{A57AF370-01AE-4E21-A036-7E274B0543E6}" type="slidenum">
              <a:rPr altLang="en-US" lang="en-IN"/>
            </a:fld>
            <a:endParaRPr altLang="en-US" lang="en-IN"/>
          </a:p>
        </p:txBody>
      </p:sp>
    </p:spTree>
  </p:cSld>
  <p:clrMap accent1="accent1" accent2="accent2" accent3="accent3" accent4="accent4" accent5="accent5" accent6="accent6" bg1="lt1" bg2="lt2" tx1="dk1" tx2="dk2" hlink="hlink" folHlink="folHlink"/>
  <p:notesStyle>
    <a:lvl1pPr algn="l" defTabSz="449580" eaLnBrk="0" fontAlgn="base" hangingPunct="0" rtl="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algn="l" defTabSz="449580" eaLnBrk="0" fontAlgn="base" hangingPunct="0" indent="-285750" marL="742950" rtl="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algn="l" defTabSz="449580" eaLnBrk="0" fontAlgn="base" hangingPunct="0" indent="-228600" marL="1143000" rtl="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algn="l" defTabSz="449580" eaLnBrk="0" fontAlgn="base" hangingPunct="0" indent="-228600" marL="1600200" rtl="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algn="l" defTabSz="449580" eaLnBrk="0" fontAlgn="base" hangingPunct="0" indent="-228600" marL="2057400" rtl="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29" name=""/>
        <p:cNvGrpSpPr/>
        <p:nvPr/>
      </p:nvGrpSpPr>
      <p:grpSpPr>
        <a:xfrm>
          <a:off x="0" y="0"/>
          <a:ext cx="0" cy="0"/>
          <a:chOff x="0" y="0"/>
          <a:chExt cx="0" cy="0"/>
        </a:xfrm>
      </p:grpSpPr>
      <p:sp>
        <p:nvSpPr>
          <p:cNvPr id="1048586"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7F36222A-967C-40FD-88A1-D4FF33FD7EF9}"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587" name="Rectangle 1"/>
          <p:cNvSpPr txBox="1">
            <a:spLocks noChangeAspect="1" noRot="1" noGrp="1" noChangeArrowheads="1" noTextEdit="1"/>
          </p:cNvSpPr>
          <p:nvPr>
            <p:ph type="sldImg"/>
          </p:nvPr>
        </p:nvSpPr>
        <p:spPr>
          <a:xfrm>
            <a:off x="1106488" y="812800"/>
            <a:ext cx="5345112" cy="4008438"/>
          </a:xfrm>
          <a:solidFill>
            <a:srgbClr val="FFFFFF"/>
          </a:solidFill>
          <a:ln>
            <a:solidFill>
              <a:srgbClr val="000000"/>
            </a:solidFill>
            <a:miter lim="800000"/>
          </a:ln>
        </p:spPr>
      </p:sp>
      <p:sp>
        <p:nvSpPr>
          <p:cNvPr id="1048588" name="Text Box 2"/>
          <p:cNvSpPr txBox="1">
            <a:spLocks noChangeArrowheads="1"/>
          </p:cNvSpPr>
          <p:nvPr/>
        </p:nvSpPr>
        <p:spPr bwMode="auto">
          <a:xfrm>
            <a:off x="755650" y="5078413"/>
            <a:ext cx="6048375" cy="4811712"/>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46" name=""/>
        <p:cNvGrpSpPr/>
        <p:nvPr/>
      </p:nvGrpSpPr>
      <p:grpSpPr>
        <a:xfrm>
          <a:off x="0" y="0"/>
          <a:ext cx="0" cy="0"/>
          <a:chOff x="0" y="0"/>
          <a:chExt cx="0" cy="0"/>
        </a:xfrm>
      </p:grpSpPr>
      <p:sp>
        <p:nvSpPr>
          <p:cNvPr id="1048596"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2E5F3EBA-3F94-4DC0-8BC4-359A341A5600}"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597" name="Rectangle 1"/>
          <p:cNvSpPr txBox="1">
            <a:spLocks noChangeAspect="1" noRot="1" noGrp="1" noChangeArrowheads="1" noTextEdit="1"/>
          </p:cNvSpPr>
          <p:nvPr>
            <p:ph type="sldImg"/>
          </p:nvPr>
        </p:nvSpPr>
        <p:spPr>
          <a:xfrm>
            <a:off x="1106488" y="812800"/>
            <a:ext cx="5345112" cy="4008438"/>
          </a:xfrm>
          <a:solidFill>
            <a:srgbClr val="FFFFFF"/>
          </a:solidFill>
          <a:ln>
            <a:solidFill>
              <a:srgbClr val="000000"/>
            </a:solidFill>
            <a:miter lim="800000"/>
          </a:ln>
        </p:spPr>
      </p:sp>
      <p:sp>
        <p:nvSpPr>
          <p:cNvPr id="1048598" name="Text Box 2"/>
          <p:cNvSpPr txBox="1">
            <a:spLocks noChangeArrowheads="1"/>
          </p:cNvSpPr>
          <p:nvPr/>
        </p:nvSpPr>
        <p:spPr bwMode="auto">
          <a:xfrm>
            <a:off x="755650" y="5078413"/>
            <a:ext cx="6048375" cy="4811712"/>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49" name=""/>
        <p:cNvGrpSpPr/>
        <p:nvPr/>
      </p:nvGrpSpPr>
      <p:grpSpPr>
        <a:xfrm>
          <a:off x="0" y="0"/>
          <a:ext cx="0" cy="0"/>
          <a:chOff x="0" y="0"/>
          <a:chExt cx="0" cy="0"/>
        </a:xfrm>
      </p:grpSpPr>
      <p:sp>
        <p:nvSpPr>
          <p:cNvPr id="1048601"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45E0D51C-5F40-46BD-84BC-0D0A7E82DBDB}"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02" name="Rectangle 1"/>
          <p:cNvSpPr txBox="1">
            <a:spLocks noChangeAspect="1" noRot="1" noGrp="1" noChangeArrowheads="1" noTextEdit="1"/>
          </p:cNvSpPr>
          <p:nvPr>
            <p:ph type="sldImg"/>
          </p:nvPr>
        </p:nvSpPr>
        <p:spPr>
          <a:xfrm>
            <a:off x="1106488" y="812800"/>
            <a:ext cx="5345112" cy="4008438"/>
          </a:xfrm>
          <a:solidFill>
            <a:srgbClr val="FFFFFF"/>
          </a:solidFill>
          <a:ln>
            <a:solidFill>
              <a:srgbClr val="000000"/>
            </a:solidFill>
            <a:miter lim="800000"/>
          </a:ln>
        </p:spPr>
      </p:sp>
      <p:sp>
        <p:nvSpPr>
          <p:cNvPr id="1048603" name="Text Box 2"/>
          <p:cNvSpPr txBox="1">
            <a:spLocks noChangeArrowheads="1"/>
          </p:cNvSpPr>
          <p:nvPr/>
        </p:nvSpPr>
        <p:spPr bwMode="auto">
          <a:xfrm>
            <a:off x="755650" y="5078413"/>
            <a:ext cx="6048375" cy="4811712"/>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52" name=""/>
        <p:cNvGrpSpPr/>
        <p:nvPr/>
      </p:nvGrpSpPr>
      <p:grpSpPr>
        <a:xfrm>
          <a:off x="0" y="0"/>
          <a:ext cx="0" cy="0"/>
          <a:chOff x="0" y="0"/>
          <a:chExt cx="0" cy="0"/>
        </a:xfrm>
      </p:grpSpPr>
      <p:sp>
        <p:nvSpPr>
          <p:cNvPr id="1048606"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7861D5C4-516B-4C3C-AC5B-0FBA29401E76}"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07" name="Rectangle 1"/>
          <p:cNvSpPr txBox="1">
            <a:spLocks noChangeAspect="1" noRot="1" noGrp="1" noChangeArrowheads="1" noTextEdit="1"/>
          </p:cNvSpPr>
          <p:nvPr>
            <p:ph type="sldImg"/>
          </p:nvPr>
        </p:nvSpPr>
        <p:spPr>
          <a:xfrm>
            <a:off x="1106488" y="812800"/>
            <a:ext cx="5340350" cy="4003675"/>
          </a:xfrm>
          <a:solidFill>
            <a:srgbClr val="FFFFFF"/>
          </a:solidFill>
          <a:ln>
            <a:solidFill>
              <a:srgbClr val="000000"/>
            </a:solidFill>
            <a:miter lim="800000"/>
          </a:ln>
        </p:spPr>
      </p:sp>
      <p:sp>
        <p:nvSpPr>
          <p:cNvPr id="1048608" name="Text Box 2"/>
          <p:cNvSpPr txBox="1">
            <a:spLocks noChangeArrowheads="1"/>
          </p:cNvSpPr>
          <p:nvPr/>
        </p:nvSpPr>
        <p:spPr bwMode="auto">
          <a:xfrm>
            <a:off x="755650" y="5078413"/>
            <a:ext cx="6043613" cy="4806950"/>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55" name=""/>
        <p:cNvGrpSpPr/>
        <p:nvPr/>
      </p:nvGrpSpPr>
      <p:grpSpPr>
        <a:xfrm>
          <a:off x="0" y="0"/>
          <a:ext cx="0" cy="0"/>
          <a:chOff x="0" y="0"/>
          <a:chExt cx="0" cy="0"/>
        </a:xfrm>
      </p:grpSpPr>
      <p:sp>
        <p:nvSpPr>
          <p:cNvPr id="1048611"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56733FF2-5073-496D-AB96-7F40C463CB44}"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12" name="Rectangle 1"/>
          <p:cNvSpPr txBox="1">
            <a:spLocks noChangeAspect="1" noRot="1" noGrp="1" noChangeArrowheads="1" noTextEdit="1"/>
          </p:cNvSpPr>
          <p:nvPr>
            <p:ph type="sldImg"/>
          </p:nvPr>
        </p:nvSpPr>
        <p:spPr>
          <a:xfrm>
            <a:off x="1106488" y="812800"/>
            <a:ext cx="5340350" cy="4003675"/>
          </a:xfrm>
          <a:solidFill>
            <a:srgbClr val="FFFFFF"/>
          </a:solidFill>
          <a:ln>
            <a:solidFill>
              <a:srgbClr val="000000"/>
            </a:solidFill>
            <a:miter lim="800000"/>
          </a:ln>
        </p:spPr>
      </p:sp>
      <p:sp>
        <p:nvSpPr>
          <p:cNvPr id="1048613" name="Text Box 2"/>
          <p:cNvSpPr txBox="1">
            <a:spLocks noChangeArrowheads="1"/>
          </p:cNvSpPr>
          <p:nvPr/>
        </p:nvSpPr>
        <p:spPr bwMode="auto">
          <a:xfrm>
            <a:off x="755650" y="5078413"/>
            <a:ext cx="6043613" cy="4806950"/>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58" name=""/>
        <p:cNvGrpSpPr/>
        <p:nvPr/>
      </p:nvGrpSpPr>
      <p:grpSpPr>
        <a:xfrm>
          <a:off x="0" y="0"/>
          <a:ext cx="0" cy="0"/>
          <a:chOff x="0" y="0"/>
          <a:chExt cx="0" cy="0"/>
        </a:xfrm>
      </p:grpSpPr>
      <p:sp>
        <p:nvSpPr>
          <p:cNvPr id="1048616"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06F08193-80CD-4A44-A983-7700905A01A9}"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17" name="Rectangle 1"/>
          <p:cNvSpPr txBox="1">
            <a:spLocks noChangeAspect="1" noRot="1" noGrp="1" noChangeArrowheads="1" noTextEdit="1"/>
          </p:cNvSpPr>
          <p:nvPr>
            <p:ph type="sldImg"/>
          </p:nvPr>
        </p:nvSpPr>
        <p:spPr>
          <a:xfrm>
            <a:off x="1106488" y="812800"/>
            <a:ext cx="5345112" cy="4008438"/>
          </a:xfrm>
          <a:solidFill>
            <a:srgbClr val="FFFFFF"/>
          </a:solidFill>
          <a:ln>
            <a:solidFill>
              <a:srgbClr val="000000"/>
            </a:solidFill>
            <a:miter lim="800000"/>
          </a:ln>
        </p:spPr>
      </p:sp>
      <p:sp>
        <p:nvSpPr>
          <p:cNvPr id="1048618" name="Text Box 2"/>
          <p:cNvSpPr txBox="1">
            <a:spLocks noChangeArrowheads="1"/>
          </p:cNvSpPr>
          <p:nvPr/>
        </p:nvSpPr>
        <p:spPr bwMode="auto">
          <a:xfrm>
            <a:off x="755650" y="5078413"/>
            <a:ext cx="6048375" cy="4811712"/>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61" name=""/>
        <p:cNvGrpSpPr/>
        <p:nvPr/>
      </p:nvGrpSpPr>
      <p:grpSpPr>
        <a:xfrm>
          <a:off x="0" y="0"/>
          <a:ext cx="0" cy="0"/>
          <a:chOff x="0" y="0"/>
          <a:chExt cx="0" cy="0"/>
        </a:xfrm>
      </p:grpSpPr>
      <p:sp>
        <p:nvSpPr>
          <p:cNvPr id="1048620"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4B879B6E-1D5C-43D0-8949-5B56BD7A1F31}"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21" name="Rectangle 1"/>
          <p:cNvSpPr txBox="1">
            <a:spLocks noChangeAspect="1" noRot="1" noGrp="1" noChangeArrowheads="1" noTextEdit="1"/>
          </p:cNvSpPr>
          <p:nvPr>
            <p:ph type="sldImg"/>
          </p:nvPr>
        </p:nvSpPr>
        <p:spPr>
          <a:xfrm>
            <a:off x="1106488" y="812800"/>
            <a:ext cx="5345112" cy="4008438"/>
          </a:xfrm>
          <a:solidFill>
            <a:srgbClr val="FFFFFF"/>
          </a:solidFill>
          <a:ln>
            <a:solidFill>
              <a:srgbClr val="000000"/>
            </a:solidFill>
            <a:miter lim="800000"/>
          </a:ln>
        </p:spPr>
      </p:sp>
      <p:sp>
        <p:nvSpPr>
          <p:cNvPr id="1048622" name="Text Box 2"/>
          <p:cNvSpPr txBox="1">
            <a:spLocks noChangeArrowheads="1"/>
          </p:cNvSpPr>
          <p:nvPr/>
        </p:nvSpPr>
        <p:spPr bwMode="auto">
          <a:xfrm>
            <a:off x="755650" y="5078413"/>
            <a:ext cx="6048375" cy="4811712"/>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64" name=""/>
        <p:cNvGrpSpPr/>
        <p:nvPr/>
      </p:nvGrpSpPr>
      <p:grpSpPr>
        <a:xfrm>
          <a:off x="0" y="0"/>
          <a:ext cx="0" cy="0"/>
          <a:chOff x="0" y="0"/>
          <a:chExt cx="0" cy="0"/>
        </a:xfrm>
      </p:grpSpPr>
      <p:sp>
        <p:nvSpPr>
          <p:cNvPr id="1048625"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891EFFFF-9B11-470C-86D8-85C0B5AE573C}"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26" name="Rectangle 1"/>
          <p:cNvSpPr txBox="1">
            <a:spLocks noChangeAspect="1" noRot="1" noGrp="1" noChangeArrowheads="1" noTextEdit="1"/>
          </p:cNvSpPr>
          <p:nvPr>
            <p:ph type="sldImg"/>
          </p:nvPr>
        </p:nvSpPr>
        <p:spPr>
          <a:xfrm>
            <a:off x="1106488" y="812800"/>
            <a:ext cx="5343525" cy="4006850"/>
          </a:xfrm>
          <a:solidFill>
            <a:srgbClr val="FFFFFF"/>
          </a:solidFill>
          <a:ln>
            <a:solidFill>
              <a:srgbClr val="000000"/>
            </a:solidFill>
            <a:miter lim="800000"/>
          </a:ln>
        </p:spPr>
      </p:sp>
      <p:sp>
        <p:nvSpPr>
          <p:cNvPr id="1048627" name="Text Box 2"/>
          <p:cNvSpPr txBox="1">
            <a:spLocks noChangeArrowheads="1"/>
          </p:cNvSpPr>
          <p:nvPr/>
        </p:nvSpPr>
        <p:spPr bwMode="auto">
          <a:xfrm>
            <a:off x="755650" y="5078413"/>
            <a:ext cx="6046788" cy="4810125"/>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67" name=""/>
        <p:cNvGrpSpPr/>
        <p:nvPr/>
      </p:nvGrpSpPr>
      <p:grpSpPr>
        <a:xfrm>
          <a:off x="0" y="0"/>
          <a:ext cx="0" cy="0"/>
          <a:chOff x="0" y="0"/>
          <a:chExt cx="0" cy="0"/>
        </a:xfrm>
      </p:grpSpPr>
      <p:sp>
        <p:nvSpPr>
          <p:cNvPr id="1048628"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215E0FB7-A69E-4FA4-B939-EA4D662702B0}"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29" name="Rectangle 1"/>
          <p:cNvSpPr txBox="1">
            <a:spLocks noChangeAspect="1" noRot="1" noGrp="1" noChangeArrowheads="1" noTextEdit="1"/>
          </p:cNvSpPr>
          <p:nvPr>
            <p:ph type="sldImg"/>
          </p:nvPr>
        </p:nvSpPr>
        <p:spPr>
          <a:xfrm>
            <a:off x="1106488" y="812800"/>
            <a:ext cx="5343525" cy="4006850"/>
          </a:xfrm>
          <a:solidFill>
            <a:srgbClr val="FFFFFF"/>
          </a:solidFill>
          <a:ln>
            <a:solidFill>
              <a:srgbClr val="000000"/>
            </a:solidFill>
            <a:miter lim="800000"/>
          </a:ln>
        </p:spPr>
      </p:sp>
      <p:sp>
        <p:nvSpPr>
          <p:cNvPr id="1048630" name="Text Box 2"/>
          <p:cNvSpPr txBox="1">
            <a:spLocks noChangeArrowheads="1"/>
          </p:cNvSpPr>
          <p:nvPr/>
        </p:nvSpPr>
        <p:spPr bwMode="auto">
          <a:xfrm>
            <a:off x="755650" y="5078413"/>
            <a:ext cx="6046788" cy="4810125"/>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84" name=""/>
        <p:cNvGrpSpPr/>
        <p:nvPr/>
      </p:nvGrpSpPr>
      <p:grpSpPr>
        <a:xfrm>
          <a:off x="0" y="0"/>
          <a:ext cx="0" cy="0"/>
          <a:chOff x="0" y="0"/>
          <a:chExt cx="0" cy="0"/>
        </a:xfrm>
      </p:grpSpPr>
      <p:sp>
        <p:nvSpPr>
          <p:cNvPr id="1048636"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3E3013EE-D002-4CB6-89DC-FEB54E485E92}"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37" name="Rectangle 1"/>
          <p:cNvSpPr txBox="1">
            <a:spLocks noChangeAspect="1" noRot="1" noGrp="1" noChangeArrowheads="1" noTextEdit="1"/>
          </p:cNvSpPr>
          <p:nvPr>
            <p:ph type="sldImg"/>
          </p:nvPr>
        </p:nvSpPr>
        <p:spPr>
          <a:xfrm>
            <a:off x="1106488" y="812800"/>
            <a:ext cx="5345112" cy="4008438"/>
          </a:xfrm>
          <a:solidFill>
            <a:srgbClr val="FFFFFF"/>
          </a:solidFill>
          <a:ln>
            <a:solidFill>
              <a:srgbClr val="000000"/>
            </a:solidFill>
            <a:miter lim="800000"/>
          </a:ln>
        </p:spPr>
      </p:sp>
      <p:sp>
        <p:nvSpPr>
          <p:cNvPr id="1048638" name="Text Box 2"/>
          <p:cNvSpPr txBox="1">
            <a:spLocks noChangeArrowheads="1"/>
          </p:cNvSpPr>
          <p:nvPr/>
        </p:nvSpPr>
        <p:spPr bwMode="auto">
          <a:xfrm>
            <a:off x="755650" y="5078413"/>
            <a:ext cx="6048375" cy="4811712"/>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88" name=""/>
        <p:cNvGrpSpPr/>
        <p:nvPr/>
      </p:nvGrpSpPr>
      <p:grpSpPr>
        <a:xfrm>
          <a:off x="0" y="0"/>
          <a:ext cx="0" cy="0"/>
          <a:chOff x="0" y="0"/>
          <a:chExt cx="0" cy="0"/>
        </a:xfrm>
      </p:grpSpPr>
      <p:sp>
        <p:nvSpPr>
          <p:cNvPr id="1048643"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8D7C9D76-8F36-40B0-9F2A-9CECEE7A26BB}"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44" name="Rectangle 1"/>
          <p:cNvSpPr txBox="1">
            <a:spLocks noChangeAspect="1" noRot="1" noGrp="1" noChangeArrowheads="1" noTextEdit="1"/>
          </p:cNvSpPr>
          <p:nvPr>
            <p:ph type="sldImg"/>
          </p:nvPr>
        </p:nvSpPr>
        <p:spPr>
          <a:xfrm>
            <a:off x="1106488" y="812800"/>
            <a:ext cx="5341937" cy="4005263"/>
          </a:xfrm>
          <a:solidFill>
            <a:srgbClr val="FFFFFF"/>
          </a:solidFill>
          <a:ln>
            <a:solidFill>
              <a:srgbClr val="000000"/>
            </a:solidFill>
            <a:miter lim="800000"/>
          </a:ln>
        </p:spPr>
      </p:sp>
      <p:sp>
        <p:nvSpPr>
          <p:cNvPr id="1048645" name="Text Box 2"/>
          <p:cNvSpPr txBox="1">
            <a:spLocks noChangeArrowheads="1"/>
          </p:cNvSpPr>
          <p:nvPr/>
        </p:nvSpPr>
        <p:spPr bwMode="auto">
          <a:xfrm>
            <a:off x="755650" y="5078413"/>
            <a:ext cx="6045200" cy="4808537"/>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92" name=""/>
        <p:cNvGrpSpPr/>
        <p:nvPr/>
      </p:nvGrpSpPr>
      <p:grpSpPr>
        <a:xfrm>
          <a:off x="0" y="0"/>
          <a:ext cx="0" cy="0"/>
          <a:chOff x="0" y="0"/>
          <a:chExt cx="0" cy="0"/>
        </a:xfrm>
      </p:grpSpPr>
      <p:sp>
        <p:nvSpPr>
          <p:cNvPr id="1048646"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61FA7B62-03D6-44FD-AE44-77E5E8FE1EA1}"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47" name="Rectangle 1"/>
          <p:cNvSpPr txBox="1">
            <a:spLocks noChangeAspect="1" noRot="1" noGrp="1" noChangeArrowheads="1" noTextEdit="1"/>
          </p:cNvSpPr>
          <p:nvPr>
            <p:ph type="sldImg"/>
          </p:nvPr>
        </p:nvSpPr>
        <p:spPr>
          <a:xfrm>
            <a:off x="1106488" y="812800"/>
            <a:ext cx="5345112" cy="4008438"/>
          </a:xfrm>
          <a:solidFill>
            <a:srgbClr val="FFFFFF"/>
          </a:solidFill>
          <a:ln>
            <a:solidFill>
              <a:srgbClr val="000000"/>
            </a:solidFill>
            <a:miter lim="800000"/>
          </a:ln>
        </p:spPr>
      </p:sp>
      <p:sp>
        <p:nvSpPr>
          <p:cNvPr id="1048648" name="Text Box 2"/>
          <p:cNvSpPr txBox="1">
            <a:spLocks noChangeArrowheads="1"/>
          </p:cNvSpPr>
          <p:nvPr/>
        </p:nvSpPr>
        <p:spPr bwMode="auto">
          <a:xfrm>
            <a:off x="755650" y="5078413"/>
            <a:ext cx="6048375" cy="4811712"/>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95" name=""/>
        <p:cNvGrpSpPr/>
        <p:nvPr/>
      </p:nvGrpSpPr>
      <p:grpSpPr>
        <a:xfrm>
          <a:off x="0" y="0"/>
          <a:ext cx="0" cy="0"/>
          <a:chOff x="0" y="0"/>
          <a:chExt cx="0" cy="0"/>
        </a:xfrm>
      </p:grpSpPr>
      <p:sp>
        <p:nvSpPr>
          <p:cNvPr id="1048651"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01AD2C6A-4CFA-4A2D-929D-847B397A5CDF}"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52" name="Rectangle 1"/>
          <p:cNvSpPr txBox="1">
            <a:spLocks noChangeAspect="1" noRot="1" noGrp="1" noChangeArrowheads="1" noTextEdit="1"/>
          </p:cNvSpPr>
          <p:nvPr>
            <p:ph type="sldImg"/>
          </p:nvPr>
        </p:nvSpPr>
        <p:spPr>
          <a:xfrm>
            <a:off x="1106488" y="812800"/>
            <a:ext cx="5345112" cy="4008438"/>
          </a:xfrm>
          <a:solidFill>
            <a:srgbClr val="FFFFFF"/>
          </a:solidFill>
          <a:ln>
            <a:solidFill>
              <a:srgbClr val="000000"/>
            </a:solidFill>
            <a:miter lim="800000"/>
          </a:ln>
        </p:spPr>
      </p:sp>
      <p:sp>
        <p:nvSpPr>
          <p:cNvPr id="1048653" name="Text Box 2"/>
          <p:cNvSpPr txBox="1">
            <a:spLocks noChangeArrowheads="1"/>
          </p:cNvSpPr>
          <p:nvPr/>
        </p:nvSpPr>
        <p:spPr bwMode="auto">
          <a:xfrm>
            <a:off x="755650" y="5078413"/>
            <a:ext cx="6048375" cy="4811712"/>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98" name=""/>
        <p:cNvGrpSpPr/>
        <p:nvPr/>
      </p:nvGrpSpPr>
      <p:grpSpPr>
        <a:xfrm>
          <a:off x="0" y="0"/>
          <a:ext cx="0" cy="0"/>
          <a:chOff x="0" y="0"/>
          <a:chExt cx="0" cy="0"/>
        </a:xfrm>
      </p:grpSpPr>
      <p:sp>
        <p:nvSpPr>
          <p:cNvPr id="1048655"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C10D91ED-BB49-4220-891C-2A3D60885D9F}"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56" name="Rectangle 1"/>
          <p:cNvSpPr txBox="1">
            <a:spLocks noChangeAspect="1" noRot="1" noGrp="1" noChangeArrowheads="1" noTextEdit="1"/>
          </p:cNvSpPr>
          <p:nvPr>
            <p:ph type="sldImg"/>
          </p:nvPr>
        </p:nvSpPr>
        <p:spPr>
          <a:xfrm>
            <a:off x="1106488" y="812800"/>
            <a:ext cx="5345112" cy="4008438"/>
          </a:xfrm>
          <a:solidFill>
            <a:srgbClr val="FFFFFF"/>
          </a:solidFill>
          <a:ln>
            <a:solidFill>
              <a:srgbClr val="000000"/>
            </a:solidFill>
            <a:miter lim="800000"/>
          </a:ln>
        </p:spPr>
      </p:sp>
      <p:sp>
        <p:nvSpPr>
          <p:cNvPr id="1048657" name="Text Box 2"/>
          <p:cNvSpPr txBox="1">
            <a:spLocks noChangeArrowheads="1"/>
          </p:cNvSpPr>
          <p:nvPr/>
        </p:nvSpPr>
        <p:spPr bwMode="auto">
          <a:xfrm>
            <a:off x="755650" y="5078413"/>
            <a:ext cx="6048375" cy="4811712"/>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101" name=""/>
        <p:cNvGrpSpPr/>
        <p:nvPr/>
      </p:nvGrpSpPr>
      <p:grpSpPr>
        <a:xfrm>
          <a:off x="0" y="0"/>
          <a:ext cx="0" cy="0"/>
          <a:chOff x="0" y="0"/>
          <a:chExt cx="0" cy="0"/>
        </a:xfrm>
      </p:grpSpPr>
      <p:sp>
        <p:nvSpPr>
          <p:cNvPr id="1048659"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080C55CA-ED46-4AA6-B29A-9F4B07248EE2}"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60" name="Rectangle 1"/>
          <p:cNvSpPr txBox="1">
            <a:spLocks noChangeAspect="1" noRot="1" noGrp="1" noChangeArrowheads="1" noTextEdit="1"/>
          </p:cNvSpPr>
          <p:nvPr>
            <p:ph type="sldImg"/>
          </p:nvPr>
        </p:nvSpPr>
        <p:spPr>
          <a:xfrm>
            <a:off x="1106488" y="812800"/>
            <a:ext cx="5345112" cy="4008438"/>
          </a:xfrm>
          <a:solidFill>
            <a:srgbClr val="FFFFFF"/>
          </a:solidFill>
          <a:ln>
            <a:solidFill>
              <a:srgbClr val="000000"/>
            </a:solidFill>
            <a:miter lim="800000"/>
          </a:ln>
        </p:spPr>
      </p:sp>
      <p:sp>
        <p:nvSpPr>
          <p:cNvPr id="1048661" name="Text Box 2"/>
          <p:cNvSpPr txBox="1">
            <a:spLocks noChangeArrowheads="1"/>
          </p:cNvSpPr>
          <p:nvPr/>
        </p:nvSpPr>
        <p:spPr bwMode="auto">
          <a:xfrm>
            <a:off x="755650" y="5078413"/>
            <a:ext cx="6048375" cy="4811712"/>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105" name=""/>
        <p:cNvGrpSpPr/>
        <p:nvPr/>
      </p:nvGrpSpPr>
      <p:grpSpPr>
        <a:xfrm>
          <a:off x="0" y="0"/>
          <a:ext cx="0" cy="0"/>
          <a:chOff x="0" y="0"/>
          <a:chExt cx="0" cy="0"/>
        </a:xfrm>
      </p:grpSpPr>
      <p:sp>
        <p:nvSpPr>
          <p:cNvPr id="1048666"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DDA73E23-6BFE-4A4C-8DD1-FE9CFFECB363}"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67" name="Rectangle 1"/>
          <p:cNvSpPr txBox="1">
            <a:spLocks noChangeAspect="1" noRot="1" noGrp="1" noChangeArrowheads="1" noTextEdit="1"/>
          </p:cNvSpPr>
          <p:nvPr>
            <p:ph type="sldImg"/>
          </p:nvPr>
        </p:nvSpPr>
        <p:spPr>
          <a:xfrm>
            <a:off x="1106488" y="812800"/>
            <a:ext cx="5341937" cy="4005263"/>
          </a:xfrm>
          <a:solidFill>
            <a:srgbClr val="FFFFFF"/>
          </a:solidFill>
          <a:ln>
            <a:solidFill>
              <a:srgbClr val="000000"/>
            </a:solidFill>
            <a:miter lim="800000"/>
          </a:ln>
        </p:spPr>
      </p:sp>
      <p:sp>
        <p:nvSpPr>
          <p:cNvPr id="1048668" name="Text Box 2"/>
          <p:cNvSpPr txBox="1">
            <a:spLocks noChangeArrowheads="1"/>
          </p:cNvSpPr>
          <p:nvPr/>
        </p:nvSpPr>
        <p:spPr bwMode="auto">
          <a:xfrm>
            <a:off x="755650" y="5078413"/>
            <a:ext cx="6045200" cy="4808537"/>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108" name=""/>
        <p:cNvGrpSpPr/>
        <p:nvPr/>
      </p:nvGrpSpPr>
      <p:grpSpPr>
        <a:xfrm>
          <a:off x="0" y="0"/>
          <a:ext cx="0" cy="0"/>
          <a:chOff x="0" y="0"/>
          <a:chExt cx="0" cy="0"/>
        </a:xfrm>
      </p:grpSpPr>
      <p:sp>
        <p:nvSpPr>
          <p:cNvPr id="1048671"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456DF917-FB40-4CA4-8B3B-74AE49F7C4C3}"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72" name="Rectangle 1"/>
          <p:cNvSpPr txBox="1">
            <a:spLocks noChangeAspect="1" noRot="1" noGrp="1" noChangeArrowheads="1" noTextEdit="1"/>
          </p:cNvSpPr>
          <p:nvPr>
            <p:ph type="sldImg"/>
          </p:nvPr>
        </p:nvSpPr>
        <p:spPr>
          <a:xfrm>
            <a:off x="1106488" y="812800"/>
            <a:ext cx="5341937" cy="4005263"/>
          </a:xfrm>
          <a:solidFill>
            <a:srgbClr val="FFFFFF"/>
          </a:solidFill>
          <a:ln>
            <a:solidFill>
              <a:srgbClr val="000000"/>
            </a:solidFill>
            <a:miter lim="800000"/>
          </a:ln>
        </p:spPr>
      </p:sp>
      <p:sp>
        <p:nvSpPr>
          <p:cNvPr id="1048673" name="Text Box 2"/>
          <p:cNvSpPr txBox="1">
            <a:spLocks noChangeArrowheads="1"/>
          </p:cNvSpPr>
          <p:nvPr/>
        </p:nvSpPr>
        <p:spPr bwMode="auto">
          <a:xfrm>
            <a:off x="755650" y="5078413"/>
            <a:ext cx="6045200" cy="4808537"/>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112" name=""/>
        <p:cNvGrpSpPr/>
        <p:nvPr/>
      </p:nvGrpSpPr>
      <p:grpSpPr>
        <a:xfrm>
          <a:off x="0" y="0"/>
          <a:ext cx="0" cy="0"/>
          <a:chOff x="0" y="0"/>
          <a:chExt cx="0" cy="0"/>
        </a:xfrm>
      </p:grpSpPr>
      <p:sp>
        <p:nvSpPr>
          <p:cNvPr id="1048677"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6E0DF316-78C9-405E-94C1-F6405DF469C6}"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78" name="Rectangle 1"/>
          <p:cNvSpPr txBox="1">
            <a:spLocks noChangeAspect="1" noRot="1" noGrp="1" noChangeArrowheads="1" noTextEdit="1"/>
          </p:cNvSpPr>
          <p:nvPr>
            <p:ph type="sldImg"/>
          </p:nvPr>
        </p:nvSpPr>
        <p:spPr>
          <a:xfrm>
            <a:off x="1106488" y="812800"/>
            <a:ext cx="5341937" cy="4005263"/>
          </a:xfrm>
          <a:solidFill>
            <a:srgbClr val="FFFFFF"/>
          </a:solidFill>
          <a:ln>
            <a:solidFill>
              <a:srgbClr val="000000"/>
            </a:solidFill>
            <a:miter lim="800000"/>
          </a:ln>
        </p:spPr>
      </p:sp>
      <p:sp>
        <p:nvSpPr>
          <p:cNvPr id="1048679" name="Text Box 2"/>
          <p:cNvSpPr txBox="1">
            <a:spLocks noChangeArrowheads="1"/>
          </p:cNvSpPr>
          <p:nvPr/>
        </p:nvSpPr>
        <p:spPr bwMode="auto">
          <a:xfrm>
            <a:off x="755650" y="5078413"/>
            <a:ext cx="6045200" cy="4808537"/>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115" name=""/>
        <p:cNvGrpSpPr/>
        <p:nvPr/>
      </p:nvGrpSpPr>
      <p:grpSpPr>
        <a:xfrm>
          <a:off x="0" y="0"/>
          <a:ext cx="0" cy="0"/>
          <a:chOff x="0" y="0"/>
          <a:chExt cx="0" cy="0"/>
        </a:xfrm>
      </p:grpSpPr>
      <p:sp>
        <p:nvSpPr>
          <p:cNvPr id="1048681"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11C4998F-822D-42AD-A957-D794DA74F1A6}"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82" name="Rectangle 1"/>
          <p:cNvSpPr txBox="1">
            <a:spLocks noChangeAspect="1" noRot="1" noGrp="1" noChangeArrowheads="1" noTextEdit="1"/>
          </p:cNvSpPr>
          <p:nvPr>
            <p:ph type="sldImg"/>
          </p:nvPr>
        </p:nvSpPr>
        <p:spPr>
          <a:xfrm>
            <a:off x="1106488" y="812800"/>
            <a:ext cx="5341937" cy="4005263"/>
          </a:xfrm>
          <a:solidFill>
            <a:srgbClr val="FFFFFF"/>
          </a:solidFill>
          <a:ln>
            <a:solidFill>
              <a:srgbClr val="000000"/>
            </a:solidFill>
            <a:miter lim="800000"/>
          </a:ln>
        </p:spPr>
      </p:sp>
      <p:sp>
        <p:nvSpPr>
          <p:cNvPr id="1048683" name="Text Box 2"/>
          <p:cNvSpPr txBox="1">
            <a:spLocks noChangeArrowheads="1"/>
          </p:cNvSpPr>
          <p:nvPr/>
        </p:nvSpPr>
        <p:spPr bwMode="auto">
          <a:xfrm>
            <a:off x="755650" y="5078413"/>
            <a:ext cx="6045200" cy="4808537"/>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118" name=""/>
        <p:cNvGrpSpPr/>
        <p:nvPr/>
      </p:nvGrpSpPr>
      <p:grpSpPr>
        <a:xfrm>
          <a:off x="0" y="0"/>
          <a:ext cx="0" cy="0"/>
          <a:chOff x="0" y="0"/>
          <a:chExt cx="0" cy="0"/>
        </a:xfrm>
      </p:grpSpPr>
      <p:sp>
        <p:nvSpPr>
          <p:cNvPr id="1048685"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3E5DE591-5403-4C88-9A20-B9C9877B8205}"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86" name="Rectangle 1"/>
          <p:cNvSpPr txBox="1">
            <a:spLocks noChangeAspect="1" noRot="1" noGrp="1" noChangeArrowheads="1" noTextEdit="1"/>
          </p:cNvSpPr>
          <p:nvPr>
            <p:ph type="sldImg"/>
          </p:nvPr>
        </p:nvSpPr>
        <p:spPr>
          <a:xfrm>
            <a:off x="1106488" y="812800"/>
            <a:ext cx="5341937" cy="4005263"/>
          </a:xfrm>
          <a:solidFill>
            <a:srgbClr val="FFFFFF"/>
          </a:solidFill>
          <a:ln>
            <a:solidFill>
              <a:srgbClr val="000000"/>
            </a:solidFill>
            <a:miter lim="800000"/>
          </a:ln>
        </p:spPr>
      </p:sp>
      <p:sp>
        <p:nvSpPr>
          <p:cNvPr id="1048687" name="Text Box 2"/>
          <p:cNvSpPr txBox="1">
            <a:spLocks noChangeArrowheads="1"/>
          </p:cNvSpPr>
          <p:nvPr/>
        </p:nvSpPr>
        <p:spPr bwMode="auto">
          <a:xfrm>
            <a:off x="755650" y="5078413"/>
            <a:ext cx="6045200" cy="4808537"/>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121" name=""/>
        <p:cNvGrpSpPr/>
        <p:nvPr/>
      </p:nvGrpSpPr>
      <p:grpSpPr>
        <a:xfrm>
          <a:off x="0" y="0"/>
          <a:ext cx="0" cy="0"/>
          <a:chOff x="0" y="0"/>
          <a:chExt cx="0" cy="0"/>
        </a:xfrm>
      </p:grpSpPr>
      <p:sp>
        <p:nvSpPr>
          <p:cNvPr id="1048689" name="Rectangle 11"/>
          <p:cNvSpPr>
            <a:spLocks noGrp="1" noChangeArrowheads="1"/>
          </p:cNvSpPr>
          <p:nvPr>
            <p:ph type="sldNum" sz="quarter"/>
          </p:nvPr>
        </p:nvSpPr>
        <p:spPr>
          <a:noFill/>
        </p:spPr>
        <p:txBody>
          <a:bodyPr/>
          <a:lstStyle>
            <a:lvl1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448945"/>
                <a:tab algn="l" pos="898525"/>
                <a:tab algn="l" pos="1347470"/>
                <a:tab algn="l" pos="1797050"/>
                <a:tab algn="l" pos="2245995"/>
                <a:tab algn="l" pos="2695575"/>
                <a:tab algn="l" pos="3144520"/>
              </a:tabLst>
              <a:defRPr>
                <a:solidFill>
                  <a:schemeClr val="bg1"/>
                </a:solidFill>
                <a:latin typeface="Arial" panose="020B0604020202020204" pitchFamily="34" charset="0"/>
                <a:ea typeface="Arial Unicode MS" panose="020B0604020202020204" pitchFamily="34" charset="-128"/>
              </a:defRPr>
            </a:lvl9pPr>
          </a:lstStyle>
          <a:p>
            <a:pPr>
              <a:lnSpc>
                <a:spcPct val="93000"/>
              </a:lnSpc>
              <a:buClrTx/>
              <a:buFontTx/>
              <a:buNone/>
            </a:pPr>
            <a:fld id="{9F051024-2FB6-4F41-BAFE-56F2DC4FB543}" type="slidenum">
              <a:rPr altLang="en-US" lang="en-IN">
                <a:solidFill>
                  <a:srgbClr val="000000"/>
                </a:solidFill>
                <a:latin typeface="Times New Roman" panose="02020603050405020304" pitchFamily="18" charset="0"/>
              </a:rPr>
            </a:fld>
            <a:endParaRPr altLang="en-US" lang="en-IN">
              <a:solidFill>
                <a:srgbClr val="000000"/>
              </a:solidFill>
              <a:latin typeface="Times New Roman" panose="02020603050405020304" pitchFamily="18" charset="0"/>
            </a:endParaRPr>
          </a:p>
        </p:txBody>
      </p:sp>
      <p:sp>
        <p:nvSpPr>
          <p:cNvPr id="1048690" name="Rectangle 1"/>
          <p:cNvSpPr txBox="1">
            <a:spLocks noChangeAspect="1" noRot="1" noGrp="1" noChangeArrowheads="1" noTextEdit="1"/>
          </p:cNvSpPr>
          <p:nvPr>
            <p:ph type="sldImg"/>
          </p:nvPr>
        </p:nvSpPr>
        <p:spPr>
          <a:xfrm>
            <a:off x="1106488" y="812800"/>
            <a:ext cx="5341937" cy="4005263"/>
          </a:xfrm>
          <a:solidFill>
            <a:srgbClr val="FFFFFF"/>
          </a:solidFill>
          <a:ln>
            <a:solidFill>
              <a:srgbClr val="000000"/>
            </a:solidFill>
            <a:miter lim="800000"/>
          </a:ln>
        </p:spPr>
      </p:sp>
      <p:sp>
        <p:nvSpPr>
          <p:cNvPr id="1048691" name="Text Box 2"/>
          <p:cNvSpPr txBox="1">
            <a:spLocks noChangeArrowheads="1"/>
          </p:cNvSpPr>
          <p:nvPr/>
        </p:nvSpPr>
        <p:spPr bwMode="auto">
          <a:xfrm>
            <a:off x="755650" y="5078413"/>
            <a:ext cx="6045200" cy="4808537"/>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31" name=""/>
        <p:cNvGrpSpPr/>
        <p:nvPr/>
      </p:nvGrpSpPr>
      <p:grpSpPr>
        <a:xfrm>
          <a:off x="0" y="0"/>
          <a:ext cx="0" cy="0"/>
          <a:chOff x="0" y="0"/>
          <a:chExt cx="0" cy="0"/>
        </a:xfrm>
      </p:grpSpPr>
      <p:sp>
        <p:nvSpPr>
          <p:cNvPr id="1048714" name="Title 1"/>
          <p:cNvSpPr>
            <a:spLocks noGrp="1"/>
          </p:cNvSpPr>
          <p:nvPr>
            <p:ph type="ctrTitle"/>
          </p:nvPr>
        </p:nvSpPr>
        <p:spPr>
          <a:xfrm>
            <a:off x="1260475" y="1236663"/>
            <a:ext cx="7559675" cy="2632075"/>
          </a:xfrm>
        </p:spPr>
        <p:txBody>
          <a:bodyPr anchor="b"/>
          <a:lstStyle>
            <a:lvl1pPr algn="ctr">
              <a:defRPr sz="6000"/>
            </a:lvl1pPr>
          </a:lstStyle>
          <a:p>
            <a:r>
              <a:rPr lang="en-US"/>
              <a:t>Click to edit Master title style</a:t>
            </a:r>
            <a:endParaRPr lang="en-US"/>
          </a:p>
        </p:txBody>
      </p:sp>
      <p:sp>
        <p:nvSpPr>
          <p:cNvPr id="1048715" name="Subtitle 2"/>
          <p:cNvSpPr>
            <a:spLocks noGrp="1"/>
          </p:cNvSpPr>
          <p:nvPr>
            <p:ph type="subTitle" idx="1"/>
          </p:nvPr>
        </p:nvSpPr>
        <p:spPr>
          <a:xfrm>
            <a:off x="1260475" y="3970338"/>
            <a:ext cx="7559675" cy="1825625"/>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endParaRPr lang="en-US"/>
          </a:p>
        </p:txBody>
      </p:sp>
      <p:sp>
        <p:nvSpPr>
          <p:cNvPr id="1048716" name="Rectangle 3"/>
          <p:cNvSpPr>
            <a:spLocks noGrp="1" noChangeArrowheads="1"/>
          </p:cNvSpPr>
          <p:nvPr>
            <p:ph type="dt" idx="10"/>
          </p:nvPr>
        </p:nvSpPr>
        <p:spPr/>
        <p:txBody>
          <a:bodyPr/>
          <a:p>
            <a:endParaRPr altLang="en-US" lang="en-IN"/>
          </a:p>
        </p:txBody>
      </p:sp>
      <p:sp>
        <p:nvSpPr>
          <p:cNvPr id="1048717" name="Rectangle 4"/>
          <p:cNvSpPr>
            <a:spLocks noGrp="1" noChangeArrowheads="1"/>
          </p:cNvSpPr>
          <p:nvPr>
            <p:ph type="ftr" idx="11"/>
          </p:nvPr>
        </p:nvSpPr>
        <p:spPr/>
        <p:txBody>
          <a:bodyPr/>
          <a:p>
            <a:endParaRPr altLang="en-US" lang="en-IN"/>
          </a:p>
        </p:txBody>
      </p:sp>
      <p:sp>
        <p:nvSpPr>
          <p:cNvPr id="1048718" name="Rectangle 5"/>
          <p:cNvSpPr>
            <a:spLocks noGrp="1" noChangeArrowheads="1"/>
          </p:cNvSpPr>
          <p:nvPr>
            <p:ph type="sldNum" idx="12"/>
          </p:nvPr>
        </p:nvSpPr>
        <p:spPr/>
        <p:txBody>
          <a:bodyPr/>
          <a:p>
            <a:fld id="{830EDA4E-16F4-4C59-AAA8-BBE2CEA5F65E}" type="slidenum">
              <a:rPr altLang="en-US" lang="en-IN"/>
            </a:fld>
            <a:endParaRPr altLang="en-US"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3" name=""/>
        <p:cNvGrpSpPr/>
        <p:nvPr/>
      </p:nvGrpSpPr>
      <p:grpSpPr>
        <a:xfrm>
          <a:off x="0" y="0"/>
          <a:ext cx="0" cy="0"/>
          <a:chOff x="0" y="0"/>
          <a:chExt cx="0" cy="0"/>
        </a:xfrm>
      </p:grpSpPr>
      <p:sp>
        <p:nvSpPr>
          <p:cNvPr id="1048589" name="Title 1"/>
          <p:cNvSpPr>
            <a:spLocks noGrp="1"/>
          </p:cNvSpPr>
          <p:nvPr>
            <p:ph type="title"/>
          </p:nvPr>
        </p:nvSpPr>
        <p:spPr/>
        <p:txBody>
          <a:bodyPr/>
          <a:p>
            <a:r>
              <a:rPr lang="en-US"/>
              <a:t>Click to edit Master title style</a:t>
            </a:r>
            <a:endParaRPr lang="en-US"/>
          </a:p>
        </p:txBody>
      </p:sp>
      <p:sp>
        <p:nvSpPr>
          <p:cNvPr id="1048590" name="Content Placeholder 2"/>
          <p:cNvSpPr>
            <a:spLocks noGrp="1"/>
          </p:cNvSpPr>
          <p:nvPr>
            <p:ph idx="1"/>
          </p:nvPr>
        </p:nvSpPr>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591" name="Rectangle 3"/>
          <p:cNvSpPr>
            <a:spLocks noGrp="1" noChangeArrowheads="1"/>
          </p:cNvSpPr>
          <p:nvPr>
            <p:ph type="dt" idx="10"/>
          </p:nvPr>
        </p:nvSpPr>
        <p:spPr/>
        <p:txBody>
          <a:bodyPr/>
          <a:p>
            <a:endParaRPr altLang="en-US" lang="en-IN"/>
          </a:p>
        </p:txBody>
      </p:sp>
      <p:sp>
        <p:nvSpPr>
          <p:cNvPr id="1048592" name="Rectangle 4"/>
          <p:cNvSpPr>
            <a:spLocks noGrp="1" noChangeArrowheads="1"/>
          </p:cNvSpPr>
          <p:nvPr>
            <p:ph type="ftr" idx="11"/>
          </p:nvPr>
        </p:nvSpPr>
        <p:spPr/>
        <p:txBody>
          <a:bodyPr/>
          <a:p>
            <a:endParaRPr altLang="en-US" lang="en-IN"/>
          </a:p>
        </p:txBody>
      </p:sp>
      <p:sp>
        <p:nvSpPr>
          <p:cNvPr id="1048593" name="Rectangle 5"/>
          <p:cNvSpPr>
            <a:spLocks noGrp="1" noChangeArrowheads="1"/>
          </p:cNvSpPr>
          <p:nvPr>
            <p:ph type="sldNum" idx="12"/>
          </p:nvPr>
        </p:nvSpPr>
        <p:spPr/>
        <p:txBody>
          <a:bodyPr/>
          <a:p>
            <a:fld id="{4DA63DA2-7901-44D9-A3FB-9CB30EE3DB00}" type="slidenum">
              <a:rPr altLang="en-US" lang="en-IN"/>
            </a:fld>
            <a:endParaRPr altLang="en-US"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36" name=""/>
        <p:cNvGrpSpPr/>
        <p:nvPr/>
      </p:nvGrpSpPr>
      <p:grpSpPr>
        <a:xfrm>
          <a:off x="0" y="0"/>
          <a:ext cx="0" cy="0"/>
          <a:chOff x="0" y="0"/>
          <a:chExt cx="0" cy="0"/>
        </a:xfrm>
      </p:grpSpPr>
      <p:sp>
        <p:nvSpPr>
          <p:cNvPr id="1048739" name="Title 1"/>
          <p:cNvSpPr>
            <a:spLocks noGrp="1"/>
          </p:cNvSpPr>
          <p:nvPr>
            <p:ph type="title"/>
          </p:nvPr>
        </p:nvSpPr>
        <p:spPr>
          <a:xfrm>
            <a:off x="687388" y="1884363"/>
            <a:ext cx="8694737" cy="3144837"/>
          </a:xfrm>
        </p:spPr>
        <p:txBody>
          <a:bodyPr anchor="b"/>
          <a:lstStyle>
            <a:lvl1pPr>
              <a:defRPr sz="6000"/>
            </a:lvl1pPr>
          </a:lstStyle>
          <a:p>
            <a:r>
              <a:rPr lang="en-US"/>
              <a:t>Click to edit Master title style</a:t>
            </a:r>
            <a:endParaRPr lang="en-US"/>
          </a:p>
        </p:txBody>
      </p:sp>
      <p:sp>
        <p:nvSpPr>
          <p:cNvPr id="1048740" name="Text Placeholder 2"/>
          <p:cNvSpPr>
            <a:spLocks noGrp="1"/>
          </p:cNvSpPr>
          <p:nvPr>
            <p:ph type="body" idx="1"/>
          </p:nvPr>
        </p:nvSpPr>
        <p:spPr>
          <a:xfrm>
            <a:off x="687388" y="5059363"/>
            <a:ext cx="8694737" cy="1652587"/>
          </a:xfrm>
        </p:spPr>
        <p:txBody>
          <a:bodyPr/>
          <a:lstStyle>
            <a:lvl1pPr indent="0" marL="0">
              <a:buNone/>
              <a:defRPr sz="2400"/>
            </a:lvl1pPr>
            <a:lvl2pPr indent="0" marL="457200">
              <a:buNone/>
              <a:defRPr sz="2000"/>
            </a:lvl2pPr>
            <a:lvl3pPr indent="0" marL="914400">
              <a:buNone/>
              <a:defRPr sz="1800"/>
            </a:lvl3pPr>
            <a:lvl4pPr indent="0" marL="1371600">
              <a:buNone/>
              <a:defRPr sz="1600"/>
            </a:lvl4pPr>
            <a:lvl5pPr indent="0" marL="1828800">
              <a:buNone/>
              <a:defRPr sz="1600"/>
            </a:lvl5pPr>
            <a:lvl6pPr indent="0" marL="2286000">
              <a:buNone/>
              <a:defRPr sz="1600"/>
            </a:lvl6pPr>
            <a:lvl7pPr indent="0" marL="2743200">
              <a:buNone/>
              <a:defRPr sz="1600"/>
            </a:lvl7pPr>
            <a:lvl8pPr indent="0" marL="3200400">
              <a:buNone/>
              <a:defRPr sz="1600"/>
            </a:lvl8pPr>
            <a:lvl9pPr indent="0" marL="3657600">
              <a:buNone/>
              <a:defRPr sz="1600"/>
            </a:lvl9pPr>
          </a:lstStyle>
          <a:p>
            <a:pPr lvl="0"/>
            <a:r>
              <a:rPr lang="en-US"/>
              <a:t>Click to edit Master text styles</a:t>
            </a:r>
            <a:endParaRPr lang="en-US"/>
          </a:p>
        </p:txBody>
      </p:sp>
      <p:sp>
        <p:nvSpPr>
          <p:cNvPr id="1048741" name="Rectangle 3"/>
          <p:cNvSpPr>
            <a:spLocks noGrp="1" noChangeArrowheads="1"/>
          </p:cNvSpPr>
          <p:nvPr>
            <p:ph type="dt" idx="10"/>
          </p:nvPr>
        </p:nvSpPr>
        <p:spPr/>
        <p:txBody>
          <a:bodyPr/>
          <a:p>
            <a:endParaRPr altLang="en-US" lang="en-IN"/>
          </a:p>
        </p:txBody>
      </p:sp>
      <p:sp>
        <p:nvSpPr>
          <p:cNvPr id="1048742" name="Rectangle 4"/>
          <p:cNvSpPr>
            <a:spLocks noGrp="1" noChangeArrowheads="1"/>
          </p:cNvSpPr>
          <p:nvPr>
            <p:ph type="ftr" idx="11"/>
          </p:nvPr>
        </p:nvSpPr>
        <p:spPr/>
        <p:txBody>
          <a:bodyPr/>
          <a:p>
            <a:endParaRPr altLang="en-US" lang="en-IN"/>
          </a:p>
        </p:txBody>
      </p:sp>
      <p:sp>
        <p:nvSpPr>
          <p:cNvPr id="1048743" name="Rectangle 5"/>
          <p:cNvSpPr>
            <a:spLocks noGrp="1" noChangeArrowheads="1"/>
          </p:cNvSpPr>
          <p:nvPr>
            <p:ph type="sldNum" idx="12"/>
          </p:nvPr>
        </p:nvSpPr>
        <p:spPr/>
        <p:txBody>
          <a:bodyPr/>
          <a:p>
            <a:fld id="{1D10C0F1-63A1-4FB5-A1FC-46F4335FE811}" type="slidenum">
              <a:rPr altLang="en-US" lang="en-IN"/>
            </a:fld>
            <a:endParaRPr altLang="en-US"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37" name=""/>
        <p:cNvGrpSpPr/>
        <p:nvPr/>
      </p:nvGrpSpPr>
      <p:grpSpPr>
        <a:xfrm>
          <a:off x="0" y="0"/>
          <a:ext cx="0" cy="0"/>
          <a:chOff x="0" y="0"/>
          <a:chExt cx="0" cy="0"/>
        </a:xfrm>
      </p:grpSpPr>
      <p:sp>
        <p:nvSpPr>
          <p:cNvPr id="1048744" name="Title 1"/>
          <p:cNvSpPr>
            <a:spLocks noGrp="1"/>
          </p:cNvSpPr>
          <p:nvPr>
            <p:ph type="title"/>
          </p:nvPr>
        </p:nvSpPr>
        <p:spPr/>
        <p:txBody>
          <a:bodyPr/>
          <a:p>
            <a:r>
              <a:rPr lang="en-US"/>
              <a:t>Click to edit Master title style</a:t>
            </a:r>
            <a:endParaRPr lang="en-US"/>
          </a:p>
        </p:txBody>
      </p:sp>
      <p:sp>
        <p:nvSpPr>
          <p:cNvPr id="1048745" name="Content Placeholder 2"/>
          <p:cNvSpPr>
            <a:spLocks noGrp="1"/>
          </p:cNvSpPr>
          <p:nvPr>
            <p:ph sz="half" idx="1"/>
          </p:nvPr>
        </p:nvSpPr>
        <p:spPr>
          <a:xfrm>
            <a:off x="503238" y="1768475"/>
            <a:ext cx="4454525" cy="4375150"/>
          </a:xfrm>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46" name="Content Placeholder 3"/>
          <p:cNvSpPr>
            <a:spLocks noGrp="1"/>
          </p:cNvSpPr>
          <p:nvPr>
            <p:ph sz="half" idx="2"/>
          </p:nvPr>
        </p:nvSpPr>
        <p:spPr>
          <a:xfrm>
            <a:off x="5110163" y="1768475"/>
            <a:ext cx="4454525" cy="4375150"/>
          </a:xfrm>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47" name="Rectangle 3"/>
          <p:cNvSpPr>
            <a:spLocks noGrp="1" noChangeArrowheads="1"/>
          </p:cNvSpPr>
          <p:nvPr>
            <p:ph type="dt" idx="10"/>
          </p:nvPr>
        </p:nvSpPr>
        <p:spPr/>
        <p:txBody>
          <a:bodyPr/>
          <a:p>
            <a:endParaRPr altLang="en-US" lang="en-IN"/>
          </a:p>
        </p:txBody>
      </p:sp>
      <p:sp>
        <p:nvSpPr>
          <p:cNvPr id="1048748" name="Rectangle 4"/>
          <p:cNvSpPr>
            <a:spLocks noGrp="1" noChangeArrowheads="1"/>
          </p:cNvSpPr>
          <p:nvPr>
            <p:ph type="ftr" idx="11"/>
          </p:nvPr>
        </p:nvSpPr>
        <p:spPr/>
        <p:txBody>
          <a:bodyPr/>
          <a:p>
            <a:endParaRPr altLang="en-US" lang="en-IN"/>
          </a:p>
        </p:txBody>
      </p:sp>
      <p:sp>
        <p:nvSpPr>
          <p:cNvPr id="1048749" name="Rectangle 5"/>
          <p:cNvSpPr>
            <a:spLocks noGrp="1" noChangeArrowheads="1"/>
          </p:cNvSpPr>
          <p:nvPr>
            <p:ph type="sldNum" idx="12"/>
          </p:nvPr>
        </p:nvSpPr>
        <p:spPr/>
        <p:txBody>
          <a:bodyPr/>
          <a:p>
            <a:fld id="{2157EB77-B6BC-4C51-80C4-56E6E36E6D15}" type="slidenum">
              <a:rPr altLang="en-US" lang="en-IN"/>
            </a:fld>
            <a:endParaRPr altLang="en-US"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38" name=""/>
        <p:cNvGrpSpPr/>
        <p:nvPr/>
      </p:nvGrpSpPr>
      <p:grpSpPr>
        <a:xfrm>
          <a:off x="0" y="0"/>
          <a:ext cx="0" cy="0"/>
          <a:chOff x="0" y="0"/>
          <a:chExt cx="0" cy="0"/>
        </a:xfrm>
      </p:grpSpPr>
      <p:sp>
        <p:nvSpPr>
          <p:cNvPr id="1048750" name="Title 1"/>
          <p:cNvSpPr>
            <a:spLocks noGrp="1"/>
          </p:cNvSpPr>
          <p:nvPr>
            <p:ph type="title"/>
          </p:nvPr>
        </p:nvSpPr>
        <p:spPr>
          <a:xfrm>
            <a:off x="693738" y="403225"/>
            <a:ext cx="8694737" cy="1460500"/>
          </a:xfrm>
        </p:spPr>
        <p:txBody>
          <a:bodyPr/>
          <a:p>
            <a:r>
              <a:rPr lang="en-US"/>
              <a:t>Click to edit Master title style</a:t>
            </a:r>
            <a:endParaRPr lang="en-US"/>
          </a:p>
        </p:txBody>
      </p:sp>
      <p:sp>
        <p:nvSpPr>
          <p:cNvPr id="1048751" name="Text Placeholder 2"/>
          <p:cNvSpPr>
            <a:spLocks noGrp="1"/>
          </p:cNvSpPr>
          <p:nvPr>
            <p:ph type="body" idx="1"/>
          </p:nvPr>
        </p:nvSpPr>
        <p:spPr>
          <a:xfrm>
            <a:off x="693738" y="1852613"/>
            <a:ext cx="4265612" cy="908050"/>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endParaRPr lang="en-US"/>
          </a:p>
        </p:txBody>
      </p:sp>
      <p:sp>
        <p:nvSpPr>
          <p:cNvPr id="1048752" name="Content Placeholder 3"/>
          <p:cNvSpPr>
            <a:spLocks noGrp="1"/>
          </p:cNvSpPr>
          <p:nvPr>
            <p:ph sz="half" idx="2"/>
          </p:nvPr>
        </p:nvSpPr>
        <p:spPr>
          <a:xfrm>
            <a:off x="693738" y="2760663"/>
            <a:ext cx="4265612" cy="4062412"/>
          </a:xfrm>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53" name="Text Placeholder 4"/>
          <p:cNvSpPr>
            <a:spLocks noGrp="1"/>
          </p:cNvSpPr>
          <p:nvPr>
            <p:ph type="body" sz="quarter" idx="3"/>
          </p:nvPr>
        </p:nvSpPr>
        <p:spPr>
          <a:xfrm>
            <a:off x="5103813" y="1852613"/>
            <a:ext cx="4284662" cy="908050"/>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endParaRPr lang="en-US"/>
          </a:p>
        </p:txBody>
      </p:sp>
      <p:sp>
        <p:nvSpPr>
          <p:cNvPr id="1048754" name="Content Placeholder 5"/>
          <p:cNvSpPr>
            <a:spLocks noGrp="1"/>
          </p:cNvSpPr>
          <p:nvPr>
            <p:ph sz="quarter" idx="4"/>
          </p:nvPr>
        </p:nvSpPr>
        <p:spPr>
          <a:xfrm>
            <a:off x="5103813" y="2760663"/>
            <a:ext cx="4284662" cy="4062412"/>
          </a:xfrm>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55" name="Rectangle 3"/>
          <p:cNvSpPr>
            <a:spLocks noGrp="1" noChangeArrowheads="1"/>
          </p:cNvSpPr>
          <p:nvPr>
            <p:ph type="dt" idx="10"/>
          </p:nvPr>
        </p:nvSpPr>
        <p:spPr/>
        <p:txBody>
          <a:bodyPr/>
          <a:p>
            <a:endParaRPr altLang="en-US" lang="en-IN"/>
          </a:p>
        </p:txBody>
      </p:sp>
      <p:sp>
        <p:nvSpPr>
          <p:cNvPr id="1048756" name="Rectangle 4"/>
          <p:cNvSpPr>
            <a:spLocks noGrp="1" noChangeArrowheads="1"/>
          </p:cNvSpPr>
          <p:nvPr>
            <p:ph type="ftr" idx="11"/>
          </p:nvPr>
        </p:nvSpPr>
        <p:spPr/>
        <p:txBody>
          <a:bodyPr/>
          <a:p>
            <a:endParaRPr altLang="en-US" lang="en-IN"/>
          </a:p>
        </p:txBody>
      </p:sp>
      <p:sp>
        <p:nvSpPr>
          <p:cNvPr id="1048757" name="Rectangle 5"/>
          <p:cNvSpPr>
            <a:spLocks noGrp="1" noChangeArrowheads="1"/>
          </p:cNvSpPr>
          <p:nvPr>
            <p:ph type="sldNum" idx="12"/>
          </p:nvPr>
        </p:nvSpPr>
        <p:spPr/>
        <p:txBody>
          <a:bodyPr/>
          <a:p>
            <a:fld id="{00F55EC5-E5BA-46F9-B5FD-35DD208C0FA3}" type="slidenum">
              <a:rPr altLang="en-US" lang="en-IN"/>
            </a:fld>
            <a:endParaRPr altLang="en-US"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32" name=""/>
        <p:cNvGrpSpPr/>
        <p:nvPr/>
      </p:nvGrpSpPr>
      <p:grpSpPr>
        <a:xfrm>
          <a:off x="0" y="0"/>
          <a:ext cx="0" cy="0"/>
          <a:chOff x="0" y="0"/>
          <a:chExt cx="0" cy="0"/>
        </a:xfrm>
      </p:grpSpPr>
      <p:sp>
        <p:nvSpPr>
          <p:cNvPr id="1048719" name="Title 1"/>
          <p:cNvSpPr>
            <a:spLocks noGrp="1"/>
          </p:cNvSpPr>
          <p:nvPr>
            <p:ph type="title"/>
          </p:nvPr>
        </p:nvSpPr>
        <p:spPr/>
        <p:txBody>
          <a:bodyPr/>
          <a:p>
            <a:r>
              <a:rPr lang="en-US"/>
              <a:t>Click to edit Master title style</a:t>
            </a:r>
            <a:endParaRPr lang="en-US"/>
          </a:p>
        </p:txBody>
      </p:sp>
      <p:sp>
        <p:nvSpPr>
          <p:cNvPr id="1048720" name="Rectangle 3"/>
          <p:cNvSpPr>
            <a:spLocks noGrp="1" noChangeArrowheads="1"/>
          </p:cNvSpPr>
          <p:nvPr>
            <p:ph type="dt" idx="10"/>
          </p:nvPr>
        </p:nvSpPr>
        <p:spPr/>
        <p:txBody>
          <a:bodyPr/>
          <a:p>
            <a:endParaRPr altLang="en-US" lang="en-IN"/>
          </a:p>
        </p:txBody>
      </p:sp>
      <p:sp>
        <p:nvSpPr>
          <p:cNvPr id="1048721" name="Rectangle 4"/>
          <p:cNvSpPr>
            <a:spLocks noGrp="1" noChangeArrowheads="1"/>
          </p:cNvSpPr>
          <p:nvPr>
            <p:ph type="ftr" idx="11"/>
          </p:nvPr>
        </p:nvSpPr>
        <p:spPr/>
        <p:txBody>
          <a:bodyPr/>
          <a:p>
            <a:endParaRPr altLang="en-US" lang="en-IN"/>
          </a:p>
        </p:txBody>
      </p:sp>
      <p:sp>
        <p:nvSpPr>
          <p:cNvPr id="1048722" name="Rectangle 5"/>
          <p:cNvSpPr>
            <a:spLocks noGrp="1" noChangeArrowheads="1"/>
          </p:cNvSpPr>
          <p:nvPr>
            <p:ph type="sldNum" idx="12"/>
          </p:nvPr>
        </p:nvSpPr>
        <p:spPr/>
        <p:txBody>
          <a:bodyPr/>
          <a:p>
            <a:fld id="{2BEC63B7-D47C-4D9E-86CF-2859D978D367}" type="slidenum">
              <a:rPr altLang="en-US" lang="en-IN"/>
            </a:fld>
            <a:endParaRPr altLang="en-US"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39" name=""/>
        <p:cNvGrpSpPr/>
        <p:nvPr/>
      </p:nvGrpSpPr>
      <p:grpSpPr>
        <a:xfrm>
          <a:off x="0" y="0"/>
          <a:ext cx="0" cy="0"/>
          <a:chOff x="0" y="0"/>
          <a:chExt cx="0" cy="0"/>
        </a:xfrm>
      </p:grpSpPr>
      <p:sp>
        <p:nvSpPr>
          <p:cNvPr id="1048758" name="Rectangle 3"/>
          <p:cNvSpPr>
            <a:spLocks noGrp="1" noChangeArrowheads="1"/>
          </p:cNvSpPr>
          <p:nvPr>
            <p:ph type="dt" idx="10"/>
          </p:nvPr>
        </p:nvSpPr>
        <p:spPr/>
        <p:txBody>
          <a:bodyPr/>
          <a:p>
            <a:endParaRPr altLang="en-US" lang="en-IN"/>
          </a:p>
        </p:txBody>
      </p:sp>
      <p:sp>
        <p:nvSpPr>
          <p:cNvPr id="1048759" name="Rectangle 4"/>
          <p:cNvSpPr>
            <a:spLocks noGrp="1" noChangeArrowheads="1"/>
          </p:cNvSpPr>
          <p:nvPr>
            <p:ph type="ftr" idx="11"/>
          </p:nvPr>
        </p:nvSpPr>
        <p:spPr/>
        <p:txBody>
          <a:bodyPr/>
          <a:p>
            <a:endParaRPr altLang="en-US" lang="en-IN"/>
          </a:p>
        </p:txBody>
      </p:sp>
      <p:sp>
        <p:nvSpPr>
          <p:cNvPr id="1048760" name="Rectangle 5"/>
          <p:cNvSpPr>
            <a:spLocks noGrp="1" noChangeArrowheads="1"/>
          </p:cNvSpPr>
          <p:nvPr>
            <p:ph type="sldNum" idx="12"/>
          </p:nvPr>
        </p:nvSpPr>
        <p:spPr/>
        <p:txBody>
          <a:bodyPr/>
          <a:p>
            <a:fld id="{3AAA38EA-18EF-4C9C-B6D2-B4B862EFBA74}" type="slidenum">
              <a:rPr altLang="en-US" lang="en-IN"/>
            </a:fld>
            <a:endParaRPr altLang="en-US"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40" name=""/>
        <p:cNvGrpSpPr/>
        <p:nvPr/>
      </p:nvGrpSpPr>
      <p:grpSpPr>
        <a:xfrm>
          <a:off x="0" y="0"/>
          <a:ext cx="0" cy="0"/>
          <a:chOff x="0" y="0"/>
          <a:chExt cx="0" cy="0"/>
        </a:xfrm>
      </p:grpSpPr>
      <p:sp>
        <p:nvSpPr>
          <p:cNvPr id="1048761" name="Title 1"/>
          <p:cNvSpPr>
            <a:spLocks noGrp="1"/>
          </p:cNvSpPr>
          <p:nvPr>
            <p:ph type="title"/>
          </p:nvPr>
        </p:nvSpPr>
        <p:spPr>
          <a:xfrm>
            <a:off x="693738" y="503238"/>
            <a:ext cx="3251200" cy="1765300"/>
          </a:xfrm>
        </p:spPr>
        <p:txBody>
          <a:bodyPr anchor="b"/>
          <a:lstStyle>
            <a:lvl1pPr>
              <a:defRPr sz="3200"/>
            </a:lvl1pPr>
          </a:lstStyle>
          <a:p>
            <a:r>
              <a:rPr lang="en-US"/>
              <a:t>Click to edit Master title style</a:t>
            </a:r>
            <a:endParaRPr lang="en-US"/>
          </a:p>
        </p:txBody>
      </p:sp>
      <p:sp>
        <p:nvSpPr>
          <p:cNvPr id="1048762" name="Content Placeholder 2"/>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63" name="Text Placeholder 3"/>
          <p:cNvSpPr>
            <a:spLocks noGrp="1"/>
          </p:cNvSpPr>
          <p:nvPr>
            <p:ph type="body" sz="half" idx="2"/>
          </p:nvPr>
        </p:nvSpPr>
        <p:spPr>
          <a:xfrm>
            <a:off x="693738" y="2268538"/>
            <a:ext cx="3251200" cy="4200525"/>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endParaRPr lang="en-US"/>
          </a:p>
        </p:txBody>
      </p:sp>
      <p:sp>
        <p:nvSpPr>
          <p:cNvPr id="1048764" name="Rectangle 3"/>
          <p:cNvSpPr>
            <a:spLocks noGrp="1" noChangeArrowheads="1"/>
          </p:cNvSpPr>
          <p:nvPr>
            <p:ph type="dt" idx="10"/>
          </p:nvPr>
        </p:nvSpPr>
        <p:spPr/>
        <p:txBody>
          <a:bodyPr/>
          <a:p>
            <a:endParaRPr altLang="en-US" lang="en-IN"/>
          </a:p>
        </p:txBody>
      </p:sp>
      <p:sp>
        <p:nvSpPr>
          <p:cNvPr id="1048765" name="Rectangle 4"/>
          <p:cNvSpPr>
            <a:spLocks noGrp="1" noChangeArrowheads="1"/>
          </p:cNvSpPr>
          <p:nvPr>
            <p:ph type="ftr" idx="11"/>
          </p:nvPr>
        </p:nvSpPr>
        <p:spPr/>
        <p:txBody>
          <a:bodyPr/>
          <a:p>
            <a:endParaRPr altLang="en-US" lang="en-IN"/>
          </a:p>
        </p:txBody>
      </p:sp>
      <p:sp>
        <p:nvSpPr>
          <p:cNvPr id="1048766" name="Rectangle 5"/>
          <p:cNvSpPr>
            <a:spLocks noGrp="1" noChangeArrowheads="1"/>
          </p:cNvSpPr>
          <p:nvPr>
            <p:ph type="sldNum" idx="12"/>
          </p:nvPr>
        </p:nvSpPr>
        <p:spPr/>
        <p:txBody>
          <a:bodyPr/>
          <a:p>
            <a:fld id="{8D8B2496-827F-42E5-B7A8-4D75635A7AFE}" type="slidenum">
              <a:rPr altLang="en-US" lang="en-IN"/>
            </a:fld>
            <a:endParaRPr altLang="en-US"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34" name=""/>
        <p:cNvGrpSpPr/>
        <p:nvPr/>
      </p:nvGrpSpPr>
      <p:grpSpPr>
        <a:xfrm>
          <a:off x="0" y="0"/>
          <a:ext cx="0" cy="0"/>
          <a:chOff x="0" y="0"/>
          <a:chExt cx="0" cy="0"/>
        </a:xfrm>
      </p:grpSpPr>
      <p:sp>
        <p:nvSpPr>
          <p:cNvPr id="1048728" name="Title 1"/>
          <p:cNvSpPr>
            <a:spLocks noGrp="1"/>
          </p:cNvSpPr>
          <p:nvPr>
            <p:ph type="title"/>
          </p:nvPr>
        </p:nvSpPr>
        <p:spPr>
          <a:xfrm>
            <a:off x="693738" y="503238"/>
            <a:ext cx="3251200" cy="1765300"/>
          </a:xfrm>
        </p:spPr>
        <p:txBody>
          <a:bodyPr anchor="b"/>
          <a:lstStyle>
            <a:lvl1pPr>
              <a:defRPr sz="3200"/>
            </a:lvl1pPr>
          </a:lstStyle>
          <a:p>
            <a:r>
              <a:rPr lang="en-US"/>
              <a:t>Click to edit Master title style</a:t>
            </a:r>
            <a:endParaRPr lang="en-US"/>
          </a:p>
        </p:txBody>
      </p:sp>
      <p:sp>
        <p:nvSpPr>
          <p:cNvPr id="1048729" name="Picture Placeholder 2"/>
          <p:cNvSpPr>
            <a:spLocks noGrp="1"/>
          </p:cNvSpPr>
          <p:nvPr>
            <p:ph type="pic" idx="1"/>
          </p:nvPr>
        </p:nvSpPr>
        <p:spPr>
          <a:xfrm>
            <a:off x="4286250" y="1089025"/>
            <a:ext cx="5102225" cy="53721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lvl="0"/>
            <a:endParaRPr lang="en-US" noProof="0"/>
          </a:p>
        </p:txBody>
      </p:sp>
      <p:sp>
        <p:nvSpPr>
          <p:cNvPr id="1048730" name="Text Placeholder 3"/>
          <p:cNvSpPr>
            <a:spLocks noGrp="1"/>
          </p:cNvSpPr>
          <p:nvPr>
            <p:ph type="body" sz="half" idx="2"/>
          </p:nvPr>
        </p:nvSpPr>
        <p:spPr>
          <a:xfrm>
            <a:off x="693738" y="2268538"/>
            <a:ext cx="3251200" cy="4200525"/>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endParaRPr lang="en-US"/>
          </a:p>
        </p:txBody>
      </p:sp>
      <p:sp>
        <p:nvSpPr>
          <p:cNvPr id="1048731" name="Rectangle 3"/>
          <p:cNvSpPr>
            <a:spLocks noGrp="1" noChangeArrowheads="1"/>
          </p:cNvSpPr>
          <p:nvPr>
            <p:ph type="dt" idx="10"/>
          </p:nvPr>
        </p:nvSpPr>
        <p:spPr/>
        <p:txBody>
          <a:bodyPr/>
          <a:p>
            <a:endParaRPr altLang="en-US" lang="en-IN"/>
          </a:p>
        </p:txBody>
      </p:sp>
      <p:sp>
        <p:nvSpPr>
          <p:cNvPr id="1048732" name="Rectangle 4"/>
          <p:cNvSpPr>
            <a:spLocks noGrp="1" noChangeArrowheads="1"/>
          </p:cNvSpPr>
          <p:nvPr>
            <p:ph type="ftr" idx="11"/>
          </p:nvPr>
        </p:nvSpPr>
        <p:spPr/>
        <p:txBody>
          <a:bodyPr/>
          <a:p>
            <a:endParaRPr altLang="en-US" lang="en-IN"/>
          </a:p>
        </p:txBody>
      </p:sp>
      <p:sp>
        <p:nvSpPr>
          <p:cNvPr id="1048733" name="Rectangle 5"/>
          <p:cNvSpPr>
            <a:spLocks noGrp="1" noChangeArrowheads="1"/>
          </p:cNvSpPr>
          <p:nvPr>
            <p:ph type="sldNum" idx="12"/>
          </p:nvPr>
        </p:nvSpPr>
        <p:spPr/>
        <p:txBody>
          <a:bodyPr/>
          <a:p>
            <a:fld id="{321D3873-B81F-40EA-B00F-AF40849FAAEA}" type="slidenum">
              <a:rPr altLang="en-US" lang="en-IN"/>
            </a:fld>
            <a:endParaRPr altLang="en-US"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35" name=""/>
        <p:cNvGrpSpPr/>
        <p:nvPr/>
      </p:nvGrpSpPr>
      <p:grpSpPr>
        <a:xfrm>
          <a:off x="0" y="0"/>
          <a:ext cx="0" cy="0"/>
          <a:chOff x="0" y="0"/>
          <a:chExt cx="0" cy="0"/>
        </a:xfrm>
      </p:grpSpPr>
      <p:sp>
        <p:nvSpPr>
          <p:cNvPr id="1048734" name="Title 1"/>
          <p:cNvSpPr>
            <a:spLocks noGrp="1"/>
          </p:cNvSpPr>
          <p:nvPr>
            <p:ph type="title"/>
          </p:nvPr>
        </p:nvSpPr>
        <p:spPr/>
        <p:txBody>
          <a:bodyPr/>
          <a:p>
            <a:r>
              <a:rPr lang="en-US"/>
              <a:t>Click to edit Master title style</a:t>
            </a:r>
            <a:endParaRPr lang="en-US"/>
          </a:p>
        </p:txBody>
      </p:sp>
      <p:sp>
        <p:nvSpPr>
          <p:cNvPr id="1048735" name="Vertical Text Placeholder 2"/>
          <p:cNvSpPr>
            <a:spLocks noGrp="1"/>
          </p:cNvSpPr>
          <p:nvPr>
            <p:ph type="body" orient="vert" idx="1"/>
          </p:nvPr>
        </p:nvSpPr>
        <p:spPr/>
        <p:txBody>
          <a:bodyPr vert="eaVert"/>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36" name="Rectangle 3"/>
          <p:cNvSpPr>
            <a:spLocks noGrp="1" noChangeArrowheads="1"/>
          </p:cNvSpPr>
          <p:nvPr>
            <p:ph type="dt" idx="10"/>
          </p:nvPr>
        </p:nvSpPr>
        <p:spPr/>
        <p:txBody>
          <a:bodyPr/>
          <a:p>
            <a:endParaRPr altLang="en-US" lang="en-IN"/>
          </a:p>
        </p:txBody>
      </p:sp>
      <p:sp>
        <p:nvSpPr>
          <p:cNvPr id="1048737" name="Rectangle 4"/>
          <p:cNvSpPr>
            <a:spLocks noGrp="1" noChangeArrowheads="1"/>
          </p:cNvSpPr>
          <p:nvPr>
            <p:ph type="ftr" idx="11"/>
          </p:nvPr>
        </p:nvSpPr>
        <p:spPr/>
        <p:txBody>
          <a:bodyPr/>
          <a:p>
            <a:endParaRPr altLang="en-US" lang="en-IN"/>
          </a:p>
        </p:txBody>
      </p:sp>
      <p:sp>
        <p:nvSpPr>
          <p:cNvPr id="1048738" name="Rectangle 5"/>
          <p:cNvSpPr>
            <a:spLocks noGrp="1" noChangeArrowheads="1"/>
          </p:cNvSpPr>
          <p:nvPr>
            <p:ph type="sldNum" idx="12"/>
          </p:nvPr>
        </p:nvSpPr>
        <p:spPr/>
        <p:txBody>
          <a:bodyPr/>
          <a:p>
            <a:fld id="{BFCEA46F-1380-4B1B-82C6-333287A85F3F}" type="slidenum">
              <a:rPr altLang="en-US" lang="en-IN"/>
            </a:fld>
            <a:endParaRPr altLang="en-US"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33" name=""/>
        <p:cNvGrpSpPr/>
        <p:nvPr/>
      </p:nvGrpSpPr>
      <p:grpSpPr>
        <a:xfrm>
          <a:off x="0" y="0"/>
          <a:ext cx="0" cy="0"/>
          <a:chOff x="0" y="0"/>
          <a:chExt cx="0" cy="0"/>
        </a:xfrm>
      </p:grpSpPr>
      <p:sp>
        <p:nvSpPr>
          <p:cNvPr id="1048723" name="Vertical Title 1"/>
          <p:cNvSpPr>
            <a:spLocks noGrp="1"/>
          </p:cNvSpPr>
          <p:nvPr>
            <p:ph type="title" orient="vert"/>
          </p:nvPr>
        </p:nvSpPr>
        <p:spPr>
          <a:xfrm>
            <a:off x="7299325" y="301625"/>
            <a:ext cx="2265363" cy="5842000"/>
          </a:xfrm>
        </p:spPr>
        <p:txBody>
          <a:bodyPr vert="eaVert"/>
          <a:p>
            <a:r>
              <a:rPr lang="en-US"/>
              <a:t>Click to edit Master title style</a:t>
            </a:r>
            <a:endParaRPr lang="en-US"/>
          </a:p>
        </p:txBody>
      </p:sp>
      <p:sp>
        <p:nvSpPr>
          <p:cNvPr id="1048724" name="Vertical Text Placeholder 2"/>
          <p:cNvSpPr>
            <a:spLocks noGrp="1"/>
          </p:cNvSpPr>
          <p:nvPr>
            <p:ph type="body" orient="vert" idx="1"/>
          </p:nvPr>
        </p:nvSpPr>
        <p:spPr>
          <a:xfrm>
            <a:off x="503238" y="301625"/>
            <a:ext cx="6643687" cy="5842000"/>
          </a:xfrm>
        </p:spPr>
        <p:txBody>
          <a:bodyPr vert="eaVert"/>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25" name="Rectangle 3"/>
          <p:cNvSpPr>
            <a:spLocks noGrp="1" noChangeArrowheads="1"/>
          </p:cNvSpPr>
          <p:nvPr>
            <p:ph type="dt" idx="10"/>
          </p:nvPr>
        </p:nvSpPr>
        <p:spPr/>
        <p:txBody>
          <a:bodyPr/>
          <a:p>
            <a:endParaRPr altLang="en-US" lang="en-IN"/>
          </a:p>
        </p:txBody>
      </p:sp>
      <p:sp>
        <p:nvSpPr>
          <p:cNvPr id="1048726" name="Rectangle 4"/>
          <p:cNvSpPr>
            <a:spLocks noGrp="1" noChangeArrowheads="1"/>
          </p:cNvSpPr>
          <p:nvPr>
            <p:ph type="ftr" idx="11"/>
          </p:nvPr>
        </p:nvSpPr>
        <p:spPr/>
        <p:txBody>
          <a:bodyPr/>
          <a:p>
            <a:endParaRPr altLang="en-US" lang="en-IN"/>
          </a:p>
        </p:txBody>
      </p:sp>
      <p:sp>
        <p:nvSpPr>
          <p:cNvPr id="1048727" name="Rectangle 5"/>
          <p:cNvSpPr>
            <a:spLocks noGrp="1" noChangeArrowheads="1"/>
          </p:cNvSpPr>
          <p:nvPr>
            <p:ph type="sldNum" idx="12"/>
          </p:nvPr>
        </p:nvSpPr>
        <p:spPr/>
        <p:txBody>
          <a:bodyPr/>
          <a:p>
            <a:fld id="{6B76B72E-EB63-49CF-9466-DF1560895212}" type="slidenum">
              <a:rPr altLang="en-US" lang="en-IN"/>
            </a:fld>
            <a:endParaRPr altLang="en-US"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26" name=""/>
        <p:cNvGrpSpPr/>
        <p:nvPr/>
      </p:nvGrpSpPr>
      <p:grpSpPr>
        <a:xfrm>
          <a:off x="0" y="0"/>
          <a:ext cx="0" cy="0"/>
          <a:chOff x="0" y="0"/>
          <a:chExt cx="0" cy="0"/>
        </a:xfrm>
      </p:grpSpPr>
      <p:sp>
        <p:nvSpPr>
          <p:cNvPr id="1048581" name="Title 1"/>
          <p:cNvSpPr>
            <a:spLocks noGrp="1"/>
          </p:cNvSpPr>
          <p:nvPr>
            <p:ph type="title"/>
          </p:nvPr>
        </p:nvSpPr>
        <p:spPr>
          <a:xfrm>
            <a:off x="503238" y="301625"/>
            <a:ext cx="9061450" cy="1252538"/>
          </a:xfrm>
        </p:spPr>
        <p:txBody>
          <a:bodyPr/>
          <a:p>
            <a:r>
              <a:rPr lang="en-US"/>
              <a:t>Click to edit Master title style</a:t>
            </a:r>
            <a:endParaRPr lang="en-US"/>
          </a:p>
        </p:txBody>
      </p:sp>
      <p:sp>
        <p:nvSpPr>
          <p:cNvPr id="1048582" name="Rectangle 3"/>
          <p:cNvSpPr>
            <a:spLocks noGrp="1" noChangeArrowheads="1"/>
          </p:cNvSpPr>
          <p:nvPr>
            <p:ph type="dt" idx="10"/>
          </p:nvPr>
        </p:nvSpPr>
        <p:spPr/>
        <p:txBody>
          <a:bodyPr/>
          <a:p>
            <a:endParaRPr altLang="en-US" lang="en-IN"/>
          </a:p>
        </p:txBody>
      </p:sp>
      <p:sp>
        <p:nvSpPr>
          <p:cNvPr id="1048583" name="Rectangle 4"/>
          <p:cNvSpPr>
            <a:spLocks noGrp="1" noChangeArrowheads="1"/>
          </p:cNvSpPr>
          <p:nvPr>
            <p:ph type="ftr" idx="11"/>
          </p:nvPr>
        </p:nvSpPr>
        <p:spPr/>
        <p:txBody>
          <a:bodyPr/>
          <a:p>
            <a:endParaRPr altLang="en-US" lang="en-IN"/>
          </a:p>
        </p:txBody>
      </p:sp>
      <p:sp>
        <p:nvSpPr>
          <p:cNvPr id="1048584" name="Rectangle 5"/>
          <p:cNvSpPr>
            <a:spLocks noGrp="1" noChangeArrowheads="1"/>
          </p:cNvSpPr>
          <p:nvPr>
            <p:ph type="sldNum" idx="12"/>
          </p:nvPr>
        </p:nvSpPr>
        <p:spPr/>
        <p:txBody>
          <a:bodyPr/>
          <a:p>
            <a:fld id="{13E9CA36-3CDF-4511-B91B-5AC9ED9B5974}" type="slidenum">
              <a:rPr altLang="en-US" lang="en-IN"/>
            </a:fld>
            <a:endParaRPr altLang="en-US"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24" name=""/>
        <p:cNvGrpSpPr/>
        <p:nvPr/>
      </p:nvGrpSpPr>
      <p:grpSpPr>
        <a:xfrm>
          <a:off x="0" y="0"/>
          <a:ext cx="0" cy="0"/>
          <a:chOff x="0" y="0"/>
          <a:chExt cx="0" cy="0"/>
        </a:xfrm>
      </p:grpSpPr>
      <p:sp>
        <p:nvSpPr>
          <p:cNvPr id="1048695" name="Title 1"/>
          <p:cNvSpPr>
            <a:spLocks noGrp="1"/>
          </p:cNvSpPr>
          <p:nvPr>
            <p:ph type="ctrTitle"/>
          </p:nvPr>
        </p:nvSpPr>
        <p:spPr>
          <a:xfrm>
            <a:off x="1260475" y="1236663"/>
            <a:ext cx="7559675" cy="2632075"/>
          </a:xfrm>
        </p:spPr>
        <p:txBody>
          <a:bodyPr anchor="b"/>
          <a:lstStyle>
            <a:lvl1pPr algn="ctr">
              <a:defRPr sz="6000"/>
            </a:lvl1pPr>
          </a:lstStyle>
          <a:p>
            <a:r>
              <a:rPr lang="en-US"/>
              <a:t>Click to edit Master title style</a:t>
            </a:r>
            <a:endParaRPr lang="en-US"/>
          </a:p>
        </p:txBody>
      </p:sp>
      <p:sp>
        <p:nvSpPr>
          <p:cNvPr id="1048696" name="Subtitle 2"/>
          <p:cNvSpPr>
            <a:spLocks noGrp="1"/>
          </p:cNvSpPr>
          <p:nvPr>
            <p:ph type="subTitle" idx="1"/>
          </p:nvPr>
        </p:nvSpPr>
        <p:spPr>
          <a:xfrm>
            <a:off x="1260475" y="3970338"/>
            <a:ext cx="7559675" cy="1825625"/>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85" name=""/>
        <p:cNvGrpSpPr/>
        <p:nvPr/>
      </p:nvGrpSpPr>
      <p:grpSpPr>
        <a:xfrm>
          <a:off x="0" y="0"/>
          <a:ext cx="0" cy="0"/>
          <a:chOff x="0" y="0"/>
          <a:chExt cx="0" cy="0"/>
        </a:xfrm>
      </p:grpSpPr>
      <p:sp>
        <p:nvSpPr>
          <p:cNvPr id="1048639" name="Title 1"/>
          <p:cNvSpPr>
            <a:spLocks noGrp="1"/>
          </p:cNvSpPr>
          <p:nvPr>
            <p:ph type="title"/>
          </p:nvPr>
        </p:nvSpPr>
        <p:spPr/>
        <p:txBody>
          <a:bodyPr/>
          <a:p>
            <a:r>
              <a:rPr lang="en-US"/>
              <a:t>Click to edit Master title style</a:t>
            </a:r>
            <a:endParaRPr lang="en-US"/>
          </a:p>
        </p:txBody>
      </p:sp>
      <p:sp>
        <p:nvSpPr>
          <p:cNvPr id="1048640" name="Content Placeholder 2"/>
          <p:cNvSpPr>
            <a:spLocks noGrp="1"/>
          </p:cNvSpPr>
          <p:nvPr>
            <p:ph idx="1"/>
          </p:nvPr>
        </p:nvSpPr>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29" name=""/>
        <p:cNvGrpSpPr/>
        <p:nvPr/>
      </p:nvGrpSpPr>
      <p:grpSpPr>
        <a:xfrm>
          <a:off x="0" y="0"/>
          <a:ext cx="0" cy="0"/>
          <a:chOff x="0" y="0"/>
          <a:chExt cx="0" cy="0"/>
        </a:xfrm>
      </p:grpSpPr>
      <p:sp>
        <p:nvSpPr>
          <p:cNvPr id="1048707" name="Title 1"/>
          <p:cNvSpPr>
            <a:spLocks noGrp="1"/>
          </p:cNvSpPr>
          <p:nvPr>
            <p:ph type="title"/>
          </p:nvPr>
        </p:nvSpPr>
        <p:spPr>
          <a:xfrm>
            <a:off x="687388" y="1884363"/>
            <a:ext cx="8694737" cy="3144837"/>
          </a:xfrm>
        </p:spPr>
        <p:txBody>
          <a:bodyPr anchor="b"/>
          <a:lstStyle>
            <a:lvl1pPr>
              <a:defRPr sz="6000"/>
            </a:lvl1pPr>
          </a:lstStyle>
          <a:p>
            <a:r>
              <a:rPr lang="en-US"/>
              <a:t>Click to edit Master title style</a:t>
            </a:r>
            <a:endParaRPr lang="en-US"/>
          </a:p>
        </p:txBody>
      </p:sp>
      <p:sp>
        <p:nvSpPr>
          <p:cNvPr id="1048708" name="Text Placeholder 2"/>
          <p:cNvSpPr>
            <a:spLocks noGrp="1"/>
          </p:cNvSpPr>
          <p:nvPr>
            <p:ph type="body" idx="1"/>
          </p:nvPr>
        </p:nvSpPr>
        <p:spPr>
          <a:xfrm>
            <a:off x="687388" y="5059363"/>
            <a:ext cx="8694737" cy="1652587"/>
          </a:xfrm>
        </p:spPr>
        <p:txBody>
          <a:bodyPr/>
          <a:lstStyle>
            <a:lvl1pPr indent="0" marL="0">
              <a:buNone/>
              <a:defRPr sz="2400"/>
            </a:lvl1pPr>
            <a:lvl2pPr indent="0" marL="457200">
              <a:buNone/>
              <a:defRPr sz="2000"/>
            </a:lvl2pPr>
            <a:lvl3pPr indent="0" marL="914400">
              <a:buNone/>
              <a:defRPr sz="1800"/>
            </a:lvl3pPr>
            <a:lvl4pPr indent="0" marL="1371600">
              <a:buNone/>
              <a:defRPr sz="1600"/>
            </a:lvl4pPr>
            <a:lvl5pPr indent="0" marL="1828800">
              <a:buNone/>
              <a:defRPr sz="1600"/>
            </a:lvl5pPr>
            <a:lvl6pPr indent="0" marL="2286000">
              <a:buNone/>
              <a:defRPr sz="1600"/>
            </a:lvl6pPr>
            <a:lvl7pPr indent="0" marL="2743200">
              <a:buNone/>
              <a:defRPr sz="1600"/>
            </a:lvl7pPr>
            <a:lvl8pPr indent="0" marL="3200400">
              <a:buNone/>
              <a:defRPr sz="1600"/>
            </a:lvl8pPr>
            <a:lvl9pPr indent="0" marL="3657600">
              <a:buNone/>
              <a:defRPr sz="1600"/>
            </a:lvl9pPr>
          </a:lstStyle>
          <a:p>
            <a:pPr lvl="0"/>
            <a:r>
              <a:rPr lang="en-US"/>
              <a:t>Click to edit Master text styles</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02" name=""/>
        <p:cNvGrpSpPr/>
        <p:nvPr/>
      </p:nvGrpSpPr>
      <p:grpSpPr>
        <a:xfrm>
          <a:off x="0" y="0"/>
          <a:ext cx="0" cy="0"/>
          <a:chOff x="0" y="0"/>
          <a:chExt cx="0" cy="0"/>
        </a:xfrm>
      </p:grpSpPr>
      <p:sp>
        <p:nvSpPr>
          <p:cNvPr id="1048662" name="Title 1"/>
          <p:cNvSpPr>
            <a:spLocks noGrp="1"/>
          </p:cNvSpPr>
          <p:nvPr>
            <p:ph type="title"/>
          </p:nvPr>
        </p:nvSpPr>
        <p:spPr/>
        <p:txBody>
          <a:bodyPr/>
          <a:p>
            <a:r>
              <a:rPr lang="en-US"/>
              <a:t>Click to edit Master title style</a:t>
            </a:r>
            <a:endParaRPr lang="en-US"/>
          </a:p>
        </p:txBody>
      </p:sp>
      <p:sp>
        <p:nvSpPr>
          <p:cNvPr id="1048663" name="Content Placeholder 2"/>
          <p:cNvSpPr>
            <a:spLocks noGrp="1"/>
          </p:cNvSpPr>
          <p:nvPr>
            <p:ph sz="half" idx="1"/>
          </p:nvPr>
        </p:nvSpPr>
        <p:spPr>
          <a:xfrm>
            <a:off x="503238" y="1768475"/>
            <a:ext cx="4454525" cy="4376738"/>
          </a:xfrm>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64" name="Content Placeholder 3"/>
          <p:cNvSpPr>
            <a:spLocks noGrp="1"/>
          </p:cNvSpPr>
          <p:nvPr>
            <p:ph sz="half" idx="2"/>
          </p:nvPr>
        </p:nvSpPr>
        <p:spPr>
          <a:xfrm>
            <a:off x="5110163" y="1768475"/>
            <a:ext cx="4456112" cy="4376738"/>
          </a:xfrm>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30" name=""/>
        <p:cNvGrpSpPr/>
        <p:nvPr/>
      </p:nvGrpSpPr>
      <p:grpSpPr>
        <a:xfrm>
          <a:off x="0" y="0"/>
          <a:ext cx="0" cy="0"/>
          <a:chOff x="0" y="0"/>
          <a:chExt cx="0" cy="0"/>
        </a:xfrm>
      </p:grpSpPr>
      <p:sp>
        <p:nvSpPr>
          <p:cNvPr id="1048709" name="Title 1"/>
          <p:cNvSpPr>
            <a:spLocks noGrp="1"/>
          </p:cNvSpPr>
          <p:nvPr>
            <p:ph type="title"/>
          </p:nvPr>
        </p:nvSpPr>
        <p:spPr>
          <a:xfrm>
            <a:off x="693738" y="403225"/>
            <a:ext cx="8694737" cy="1460500"/>
          </a:xfrm>
        </p:spPr>
        <p:txBody>
          <a:bodyPr/>
          <a:p>
            <a:r>
              <a:rPr lang="en-US"/>
              <a:t>Click to edit Master title style</a:t>
            </a:r>
            <a:endParaRPr lang="en-US"/>
          </a:p>
        </p:txBody>
      </p:sp>
      <p:sp>
        <p:nvSpPr>
          <p:cNvPr id="1048710" name="Text Placeholder 2"/>
          <p:cNvSpPr>
            <a:spLocks noGrp="1"/>
          </p:cNvSpPr>
          <p:nvPr>
            <p:ph type="body" idx="1"/>
          </p:nvPr>
        </p:nvSpPr>
        <p:spPr>
          <a:xfrm>
            <a:off x="693738" y="1852613"/>
            <a:ext cx="4265612" cy="908050"/>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endParaRPr lang="en-US"/>
          </a:p>
        </p:txBody>
      </p:sp>
      <p:sp>
        <p:nvSpPr>
          <p:cNvPr id="1048711" name="Content Placeholder 3"/>
          <p:cNvSpPr>
            <a:spLocks noGrp="1"/>
          </p:cNvSpPr>
          <p:nvPr>
            <p:ph sz="half" idx="2"/>
          </p:nvPr>
        </p:nvSpPr>
        <p:spPr>
          <a:xfrm>
            <a:off x="693738" y="2760663"/>
            <a:ext cx="4265612" cy="4062412"/>
          </a:xfrm>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12" name="Text Placeholder 4"/>
          <p:cNvSpPr>
            <a:spLocks noGrp="1"/>
          </p:cNvSpPr>
          <p:nvPr>
            <p:ph type="body" sz="quarter" idx="3"/>
          </p:nvPr>
        </p:nvSpPr>
        <p:spPr>
          <a:xfrm>
            <a:off x="5103813" y="1852613"/>
            <a:ext cx="4284662" cy="908050"/>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endParaRPr lang="en-US"/>
          </a:p>
        </p:txBody>
      </p:sp>
      <p:sp>
        <p:nvSpPr>
          <p:cNvPr id="1048713" name="Content Placeholder 5"/>
          <p:cNvSpPr>
            <a:spLocks noGrp="1"/>
          </p:cNvSpPr>
          <p:nvPr>
            <p:ph sz="quarter" idx="4"/>
          </p:nvPr>
        </p:nvSpPr>
        <p:spPr>
          <a:xfrm>
            <a:off x="5103813" y="2760663"/>
            <a:ext cx="4284662" cy="4062412"/>
          </a:xfrm>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23" name=""/>
        <p:cNvGrpSpPr/>
        <p:nvPr/>
      </p:nvGrpSpPr>
      <p:grpSpPr>
        <a:xfrm>
          <a:off x="0" y="0"/>
          <a:ext cx="0" cy="0"/>
          <a:chOff x="0" y="0"/>
          <a:chExt cx="0" cy="0"/>
        </a:xfrm>
      </p:grpSpPr>
      <p:sp>
        <p:nvSpPr>
          <p:cNvPr id="1048694" name="Title 1"/>
          <p:cNvSpPr>
            <a:spLocks noGrp="1"/>
          </p:cNvSpPr>
          <p:nvPr>
            <p:ph type="title"/>
          </p:nvPr>
        </p:nvSpPr>
        <p:spPr/>
        <p:txBody>
          <a:bodyPr/>
          <a:p>
            <a:r>
              <a:rPr lang="en-US"/>
              <a:t>Click to edit Master title style</a:t>
            </a: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89"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26" name=""/>
        <p:cNvGrpSpPr/>
        <p:nvPr/>
      </p:nvGrpSpPr>
      <p:grpSpPr>
        <a:xfrm>
          <a:off x="0" y="0"/>
          <a:ext cx="0" cy="0"/>
          <a:chOff x="0" y="0"/>
          <a:chExt cx="0" cy="0"/>
        </a:xfrm>
      </p:grpSpPr>
      <p:sp>
        <p:nvSpPr>
          <p:cNvPr id="1048699" name="Title 1"/>
          <p:cNvSpPr>
            <a:spLocks noGrp="1"/>
          </p:cNvSpPr>
          <p:nvPr>
            <p:ph type="title"/>
          </p:nvPr>
        </p:nvSpPr>
        <p:spPr>
          <a:xfrm>
            <a:off x="693738" y="503238"/>
            <a:ext cx="3251200" cy="1765300"/>
          </a:xfrm>
        </p:spPr>
        <p:txBody>
          <a:bodyPr anchor="b"/>
          <a:lstStyle>
            <a:lvl1pPr>
              <a:defRPr sz="3200"/>
            </a:lvl1pPr>
          </a:lstStyle>
          <a:p>
            <a:r>
              <a:rPr lang="en-US"/>
              <a:t>Click to edit Master title style</a:t>
            </a:r>
            <a:endParaRPr lang="en-US"/>
          </a:p>
        </p:txBody>
      </p:sp>
      <p:sp>
        <p:nvSpPr>
          <p:cNvPr id="1048700" name="Content Placeholder 2"/>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01" name="Text Placeholder 3"/>
          <p:cNvSpPr>
            <a:spLocks noGrp="1"/>
          </p:cNvSpPr>
          <p:nvPr>
            <p:ph type="body" sz="half" idx="2"/>
          </p:nvPr>
        </p:nvSpPr>
        <p:spPr>
          <a:xfrm>
            <a:off x="693738" y="2268538"/>
            <a:ext cx="3251200" cy="4200525"/>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27" name=""/>
        <p:cNvGrpSpPr/>
        <p:nvPr/>
      </p:nvGrpSpPr>
      <p:grpSpPr>
        <a:xfrm>
          <a:off x="0" y="0"/>
          <a:ext cx="0" cy="0"/>
          <a:chOff x="0" y="0"/>
          <a:chExt cx="0" cy="0"/>
        </a:xfrm>
      </p:grpSpPr>
      <p:sp>
        <p:nvSpPr>
          <p:cNvPr id="1048702" name="Title 1"/>
          <p:cNvSpPr>
            <a:spLocks noGrp="1"/>
          </p:cNvSpPr>
          <p:nvPr>
            <p:ph type="title"/>
          </p:nvPr>
        </p:nvSpPr>
        <p:spPr>
          <a:xfrm>
            <a:off x="693738" y="503238"/>
            <a:ext cx="3251200" cy="1765300"/>
          </a:xfrm>
        </p:spPr>
        <p:txBody>
          <a:bodyPr anchor="b"/>
          <a:lstStyle>
            <a:lvl1pPr>
              <a:defRPr sz="3200"/>
            </a:lvl1pPr>
          </a:lstStyle>
          <a:p>
            <a:r>
              <a:rPr lang="en-US"/>
              <a:t>Click to edit Master title style</a:t>
            </a:r>
            <a:endParaRPr lang="en-US"/>
          </a:p>
        </p:txBody>
      </p:sp>
      <p:sp>
        <p:nvSpPr>
          <p:cNvPr id="1048703" name="Picture Placeholder 2"/>
          <p:cNvSpPr>
            <a:spLocks noGrp="1"/>
          </p:cNvSpPr>
          <p:nvPr>
            <p:ph type="pic" idx="1"/>
          </p:nvPr>
        </p:nvSpPr>
        <p:spPr>
          <a:xfrm>
            <a:off x="4286250" y="1089025"/>
            <a:ext cx="5102225" cy="53721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lvl="0"/>
            <a:endParaRPr lang="en-US" noProof="0"/>
          </a:p>
        </p:txBody>
      </p:sp>
      <p:sp>
        <p:nvSpPr>
          <p:cNvPr id="1048704" name="Text Placeholder 3"/>
          <p:cNvSpPr>
            <a:spLocks noGrp="1"/>
          </p:cNvSpPr>
          <p:nvPr>
            <p:ph type="body" sz="half" idx="2"/>
          </p:nvPr>
        </p:nvSpPr>
        <p:spPr>
          <a:xfrm>
            <a:off x="693738" y="2268538"/>
            <a:ext cx="3251200" cy="4200525"/>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28" name=""/>
        <p:cNvGrpSpPr/>
        <p:nvPr/>
      </p:nvGrpSpPr>
      <p:grpSpPr>
        <a:xfrm>
          <a:off x="0" y="0"/>
          <a:ext cx="0" cy="0"/>
          <a:chOff x="0" y="0"/>
          <a:chExt cx="0" cy="0"/>
        </a:xfrm>
      </p:grpSpPr>
      <p:sp>
        <p:nvSpPr>
          <p:cNvPr id="1048705" name="Title 1"/>
          <p:cNvSpPr>
            <a:spLocks noGrp="1"/>
          </p:cNvSpPr>
          <p:nvPr>
            <p:ph type="title"/>
          </p:nvPr>
        </p:nvSpPr>
        <p:spPr/>
        <p:txBody>
          <a:bodyPr/>
          <a:p>
            <a:r>
              <a:rPr lang="en-US"/>
              <a:t>Click to edit Master title style</a:t>
            </a:r>
            <a:endParaRPr lang="en-US"/>
          </a:p>
        </p:txBody>
      </p:sp>
      <p:sp>
        <p:nvSpPr>
          <p:cNvPr id="1048706" name="Vertical Text Placeholder 2"/>
          <p:cNvSpPr>
            <a:spLocks noGrp="1"/>
          </p:cNvSpPr>
          <p:nvPr>
            <p:ph type="body" orient="vert" idx="1"/>
          </p:nvPr>
        </p:nvSpPr>
        <p:spPr/>
        <p:txBody>
          <a:bodyPr vert="eaVert"/>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25" name=""/>
        <p:cNvGrpSpPr/>
        <p:nvPr/>
      </p:nvGrpSpPr>
      <p:grpSpPr>
        <a:xfrm>
          <a:off x="0" y="0"/>
          <a:ext cx="0" cy="0"/>
          <a:chOff x="0" y="0"/>
          <a:chExt cx="0" cy="0"/>
        </a:xfrm>
      </p:grpSpPr>
      <p:sp>
        <p:nvSpPr>
          <p:cNvPr id="1048697" name="Vertical Title 1"/>
          <p:cNvSpPr>
            <a:spLocks noGrp="1"/>
          </p:cNvSpPr>
          <p:nvPr>
            <p:ph type="title" orient="vert"/>
          </p:nvPr>
        </p:nvSpPr>
        <p:spPr>
          <a:xfrm>
            <a:off x="7300913" y="301625"/>
            <a:ext cx="2265362" cy="5843588"/>
          </a:xfrm>
        </p:spPr>
        <p:txBody>
          <a:bodyPr vert="eaVert"/>
          <a:p>
            <a:r>
              <a:rPr lang="en-US"/>
              <a:t>Click to edit Master title style</a:t>
            </a:r>
            <a:endParaRPr lang="en-US"/>
          </a:p>
        </p:txBody>
      </p:sp>
      <p:sp>
        <p:nvSpPr>
          <p:cNvPr id="1048698" name="Vertical Text Placeholder 2"/>
          <p:cNvSpPr>
            <a:spLocks noGrp="1"/>
          </p:cNvSpPr>
          <p:nvPr>
            <p:ph type="body" orient="vert" idx="1"/>
          </p:nvPr>
        </p:nvSpPr>
        <p:spPr>
          <a:xfrm>
            <a:off x="503238" y="301625"/>
            <a:ext cx="6645275" cy="5843588"/>
          </a:xfrm>
        </p:spPr>
        <p:txBody>
          <a:bodyPr vert="eaVert"/>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ustom Layout">
    <p:spTree>
      <p:nvGrpSpPr>
        <p:cNvPr id="81" name=""/>
        <p:cNvGrpSpPr/>
        <p:nvPr/>
      </p:nvGrpSpPr>
      <p:grpSpPr>
        <a:xfrm>
          <a:off x="0" y="0"/>
          <a:ext cx="0" cy="0"/>
          <a:chOff x="0" y="0"/>
          <a:chExt cx="0" cy="0"/>
        </a:xfrm>
      </p:grpSpPr>
      <p:sp>
        <p:nvSpPr>
          <p:cNvPr id="1048633" name="Title 1"/>
          <p:cNvSpPr>
            <a:spLocks noGrp="1"/>
          </p:cNvSpPr>
          <p:nvPr>
            <p:ph type="title"/>
          </p:nvPr>
        </p:nvSpPr>
        <p:spPr>
          <a:xfrm>
            <a:off x="503238" y="301625"/>
            <a:ext cx="9063037" cy="1254125"/>
          </a:xfrm>
        </p:spPr>
        <p:txBody>
          <a:bodyPr/>
          <a:p>
            <a:r>
              <a:rPr lang="en-US"/>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3" name=""/>
        <p:cNvGrpSpPr/>
        <p:nvPr/>
      </p:nvGrpSpPr>
      <p:grpSpPr>
        <a:xfrm>
          <a:off x="0" y="0"/>
          <a:ext cx="0" cy="0"/>
          <a:chOff x="0" y="0"/>
          <a:chExt cx="0" cy="0"/>
        </a:xfrm>
      </p:grpSpPr>
      <p:sp>
        <p:nvSpPr>
          <p:cNvPr id="1048576" name="Rectangle 1"/>
          <p:cNvSpPr>
            <a:spLocks noGrp="1" noChangeArrowheads="1"/>
          </p:cNvSpPr>
          <p:nvPr>
            <p:ph type="title"/>
          </p:nvPr>
        </p:nvSpPr>
        <p:spPr bwMode="auto">
          <a:xfrm>
            <a:off x="503238" y="301625"/>
            <a:ext cx="9061450" cy="1252538"/>
          </a:xfrm>
          <a:prstGeom prst="rect"/>
          <a:noFill/>
          <a:ln>
            <a:noFill/>
          </a:ln>
          <a:effectLst/>
        </p:spPr>
        <p:txBody>
          <a:bodyPr anchor="ctr" anchorCtr="0" bIns="0" compatLnSpc="1" lIns="0" numCol="1" rIns="0" tIns="0" vert="horz" wrap="square"/>
          <a:p>
            <a:pPr lvl="0"/>
            <a:r>
              <a:rPr altLang="en-US" lang="en-GB"/>
              <a:t>Click to edit the title text format</a:t>
            </a:r>
            <a:endParaRPr altLang="en-US" lang="en-GB"/>
          </a:p>
        </p:txBody>
      </p:sp>
      <p:sp>
        <p:nvSpPr>
          <p:cNvPr id="1048577" name="Rectangle 2"/>
          <p:cNvSpPr>
            <a:spLocks noGrp="1" noChangeArrowheads="1"/>
          </p:cNvSpPr>
          <p:nvPr>
            <p:ph type="body" idx="1"/>
          </p:nvPr>
        </p:nvSpPr>
        <p:spPr bwMode="auto">
          <a:xfrm>
            <a:off x="503238" y="1768475"/>
            <a:ext cx="9061450" cy="4375150"/>
          </a:xfrm>
          <a:prstGeom prst="rect"/>
          <a:noFill/>
          <a:ln>
            <a:noFill/>
          </a:ln>
          <a:effectLst/>
        </p:spPr>
        <p:txBody>
          <a:bodyPr anchor="t" anchorCtr="0" bIns="0" compatLnSpc="1" lIns="0" numCol="1" rIns="0" tIns="24120" vert="horz" wrap="square"/>
          <a:p>
            <a:pPr lvl="0"/>
            <a:r>
              <a:rPr altLang="en-US" lang="en-GB"/>
              <a:t>Click to edit the outline text format</a:t>
            </a:r>
            <a:endParaRPr altLang="en-US" lang="en-GB"/>
          </a:p>
          <a:p>
            <a:pPr lvl="1"/>
            <a:r>
              <a:rPr altLang="en-US" lang="en-GB"/>
              <a:t>Second Outline Level</a:t>
            </a:r>
            <a:endParaRPr altLang="en-US" lang="en-GB"/>
          </a:p>
          <a:p>
            <a:pPr lvl="2"/>
            <a:r>
              <a:rPr altLang="en-US" lang="en-GB"/>
              <a:t>Third Outline Level</a:t>
            </a:r>
            <a:endParaRPr altLang="en-US" lang="en-GB"/>
          </a:p>
          <a:p>
            <a:pPr lvl="3"/>
            <a:r>
              <a:rPr altLang="en-US" lang="en-GB"/>
              <a:t>Fourth Outline Level</a:t>
            </a:r>
            <a:endParaRPr altLang="en-US" lang="en-GB"/>
          </a:p>
          <a:p>
            <a:pPr lvl="4"/>
            <a:r>
              <a:rPr altLang="en-US" lang="en-GB"/>
              <a:t>Fifth Outline Level</a:t>
            </a:r>
            <a:endParaRPr altLang="en-US" lang="en-GB"/>
          </a:p>
          <a:p>
            <a:pPr lvl="4"/>
            <a:r>
              <a:rPr altLang="en-US" lang="en-GB"/>
              <a:t>Sixth Outline Level</a:t>
            </a:r>
            <a:endParaRPr altLang="en-US" lang="en-GB"/>
          </a:p>
          <a:p>
            <a:pPr lvl="4"/>
            <a:r>
              <a:rPr altLang="en-US" lang="en-GB"/>
              <a:t>Seventh Outline Level</a:t>
            </a:r>
            <a:endParaRPr altLang="en-US" lang="en-GB"/>
          </a:p>
        </p:txBody>
      </p:sp>
      <p:sp>
        <p:nvSpPr>
          <p:cNvPr id="1048578" name="Rectangle 3"/>
          <p:cNvSpPr>
            <a:spLocks noGrp="1" noChangeArrowheads="1"/>
          </p:cNvSpPr>
          <p:nvPr>
            <p:ph type="dt"/>
          </p:nvPr>
        </p:nvSpPr>
        <p:spPr bwMode="auto">
          <a:xfrm>
            <a:off x="503238" y="6886575"/>
            <a:ext cx="2338387" cy="511175"/>
          </a:xfrm>
          <a:prstGeom prst="rect"/>
          <a:noFill/>
          <a:ln>
            <a:noFill/>
          </a:ln>
          <a:effectLst/>
        </p:spPr>
        <p:txBody>
          <a:bodyPr anchor="t" anchorCtr="0" bIns="0" compatLnSpc="1" lIns="0" numCol="1" rIns="0" tIns="0" vert="horz" wrap="square"/>
          <a:lstStyle>
            <a:lvl1pPr eaLnBrk="1">
              <a:lnSpc>
                <a:spcPct val="94000"/>
              </a:lnSpc>
              <a:buSzPct val="100000"/>
              <a:tabLst>
                <a:tab algn="l" pos="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Lst>
              <a:defRPr>
                <a:solidFill>
                  <a:srgbClr val="000000"/>
                </a:solidFill>
              </a:defRPr>
            </a:lvl1pPr>
          </a:lstStyle>
          <a:p>
            <a:endParaRPr altLang="en-US" lang="en-IN"/>
          </a:p>
        </p:txBody>
      </p:sp>
      <p:sp>
        <p:nvSpPr>
          <p:cNvPr id="1048579" name="Rectangle 4"/>
          <p:cNvSpPr>
            <a:spLocks noGrp="1" noChangeArrowheads="1"/>
          </p:cNvSpPr>
          <p:nvPr>
            <p:ph type="ftr"/>
          </p:nvPr>
        </p:nvSpPr>
        <p:spPr bwMode="auto">
          <a:xfrm>
            <a:off x="3448050" y="6886575"/>
            <a:ext cx="3186113" cy="511175"/>
          </a:xfrm>
          <a:prstGeom prst="rect"/>
          <a:noFill/>
          <a:ln>
            <a:noFill/>
          </a:ln>
          <a:effectLst/>
        </p:spPr>
        <p:txBody>
          <a:bodyPr anchor="t" anchorCtr="0" bIns="0" compatLnSpc="1" lIns="0" numCol="1" rIns="0" tIns="0" vert="horz" wrap="square"/>
          <a:lstStyle>
            <a:lvl1pPr eaLnBrk="1">
              <a:lnSpc>
                <a:spcPct val="94000"/>
              </a:lnSpc>
              <a:buSzPct val="100000"/>
              <a:tabLst>
                <a:tab algn="l" pos="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Lst>
              <a:defRPr>
                <a:solidFill>
                  <a:srgbClr val="000000"/>
                </a:solidFill>
              </a:defRPr>
            </a:lvl1pPr>
          </a:lstStyle>
          <a:p>
            <a:endParaRPr altLang="en-US" lang="en-IN"/>
          </a:p>
        </p:txBody>
      </p:sp>
      <p:sp>
        <p:nvSpPr>
          <p:cNvPr id="1048580" name="Rectangle 5"/>
          <p:cNvSpPr>
            <a:spLocks noGrp="1" noChangeArrowheads="1"/>
          </p:cNvSpPr>
          <p:nvPr>
            <p:ph type="sldNum"/>
          </p:nvPr>
        </p:nvSpPr>
        <p:spPr bwMode="auto">
          <a:xfrm>
            <a:off x="7226300" y="6886575"/>
            <a:ext cx="2338388" cy="511175"/>
          </a:xfrm>
          <a:prstGeom prst="rect"/>
          <a:noFill/>
          <a:ln>
            <a:noFill/>
          </a:ln>
          <a:effectLst/>
        </p:spPr>
        <p:txBody>
          <a:bodyPr anchor="t" anchorCtr="0" bIns="0" compatLnSpc="1" lIns="0" numCol="1" rIns="0" tIns="0" vert="horz" wrap="square"/>
          <a:lstStyle>
            <a:lvl1pPr eaLnBrk="1">
              <a:lnSpc>
                <a:spcPct val="94000"/>
              </a:lnSpc>
              <a:buSzPct val="100000"/>
              <a:tabLst>
                <a:tab algn="l" pos="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Lst>
              <a:defRPr>
                <a:solidFill>
                  <a:srgbClr val="000000"/>
                </a:solidFill>
              </a:defRPr>
            </a:lvl1pPr>
          </a:lstStyle>
          <a:p>
            <a:fld id="{40BFD5EA-3F20-41E4-A1F4-F2AE0B5E3E20}" type="slidenum">
              <a:rPr altLang="en-US" lang="en-IN"/>
            </a:fld>
            <a:endParaRPr altLang="en-US" lang="en-IN"/>
          </a:p>
        </p:txBody>
      </p:sp>
    </p:spTree>
  </p:cSld>
  <p:clrMap accent1="accent1" accent2="accent2" accent3="accent3" accent4="accent4" accent5="accent5" accent6="accent6" bg1="lt1" bg2="lt2" tx1="dk1" tx2="dk2"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ctr" defTabSz="449580" eaLnBrk="0" fontAlgn="base" hangingPunct="0" rtl="0">
        <a:lnSpc>
          <a:spcPct val="94000"/>
        </a:lnSpc>
        <a:spcBef>
          <a:spcPct val="0"/>
        </a:spcBef>
        <a:spcAft>
          <a:spcPct val="0"/>
        </a:spcAft>
        <a:buClr>
          <a:srgbClr val="000000"/>
        </a:buClr>
        <a:buSzPct val="100000"/>
        <a:buFont typeface="Times New Roman" panose="02020603050405020304" pitchFamily="18" charset="0"/>
        <a:defRPr sz="4400" kern="1200">
          <a:solidFill>
            <a:srgbClr val="000000"/>
          </a:solidFill>
          <a:latin typeface="+mj-lt"/>
          <a:ea typeface="Arial Unicode MS" panose="020B0604020202020204" pitchFamily="34" charset="-128"/>
          <a:cs typeface="+mj-cs"/>
        </a:defRPr>
      </a:lvl1pPr>
      <a:lvl2pPr algn="ctr" defTabSz="449580" eaLnBrk="0" fontAlgn="base" hangingPunct="0" rtl="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Arial Unicode MS" panose="020B0604020202020204" pitchFamily="34" charset="-128"/>
          <a:cs typeface="Arial Unicode MS" panose="020B0604020202020204" charset="-122"/>
        </a:defRPr>
      </a:lvl2pPr>
      <a:lvl3pPr algn="ctr" defTabSz="449580" eaLnBrk="0" fontAlgn="base" hangingPunct="0" rtl="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Arial Unicode MS" panose="020B0604020202020204" pitchFamily="34" charset="-128"/>
          <a:cs typeface="Arial Unicode MS" panose="020B0604020202020204" charset="-122"/>
        </a:defRPr>
      </a:lvl3pPr>
      <a:lvl4pPr algn="ctr" defTabSz="449580" eaLnBrk="0" fontAlgn="base" hangingPunct="0" rtl="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Arial Unicode MS" panose="020B0604020202020204" pitchFamily="34" charset="-128"/>
          <a:cs typeface="Arial Unicode MS" panose="020B0604020202020204" charset="-122"/>
        </a:defRPr>
      </a:lvl4pPr>
      <a:lvl5pPr algn="ctr" defTabSz="449580" eaLnBrk="0" fontAlgn="base" hangingPunct="0" rtl="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Arial Unicode MS" panose="020B0604020202020204" pitchFamily="34" charset="-128"/>
          <a:cs typeface="Arial Unicode MS" panose="020B0604020202020204" charset="-122"/>
        </a:defRPr>
      </a:lvl5pPr>
      <a:lvl6pPr algn="ctr" defTabSz="449580" fontAlgn="base" hangingPunct="0" indent="-228600" marL="2514600" rtl="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Arial Unicode MS" panose="020B0604020202020204" charset="-122"/>
        </a:defRPr>
      </a:lvl6pPr>
      <a:lvl7pPr algn="ctr" defTabSz="449580" fontAlgn="base" hangingPunct="0" indent="-228600" marL="2971800" rtl="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Arial Unicode MS" panose="020B0604020202020204" charset="-122"/>
        </a:defRPr>
      </a:lvl7pPr>
      <a:lvl8pPr algn="ctr" defTabSz="449580" fontAlgn="base" hangingPunct="0" indent="-228600" marL="3429000" rtl="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Arial Unicode MS" panose="020B0604020202020204" charset="-122"/>
        </a:defRPr>
      </a:lvl8pPr>
      <a:lvl9pPr algn="ctr" defTabSz="449580" fontAlgn="base" hangingPunct="0" indent="-228600" marL="3886200" rtl="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Arial Unicode MS" panose="020B0604020202020204" charset="-122"/>
        </a:defRPr>
      </a:lvl9pPr>
    </p:titleStyle>
    <p:bodyStyle>
      <a:lvl1pPr algn="l" defTabSz="449580" eaLnBrk="0" fontAlgn="base" hangingPunct="0" indent="-342900" marL="342900" rtl="0">
        <a:lnSpc>
          <a:spcPct val="94000"/>
        </a:lnSpc>
        <a:spcBef>
          <a:spcPct val="0"/>
        </a:spcBef>
        <a:spcAft>
          <a:spcPts val="1425"/>
        </a:spcAft>
        <a:buClr>
          <a:srgbClr val="000000"/>
        </a:buClr>
        <a:buSzPct val="100000"/>
        <a:buFont typeface="Times New Roman" panose="02020603050405020304" pitchFamily="18" charset="0"/>
        <a:defRPr sz="3200" kern="1200">
          <a:solidFill>
            <a:srgbClr val="000000"/>
          </a:solidFill>
          <a:latin typeface="+mn-lt"/>
          <a:ea typeface="Arial Unicode MS" panose="020B0604020202020204" pitchFamily="34" charset="-128"/>
          <a:cs typeface="+mn-cs"/>
        </a:defRPr>
      </a:lvl1pPr>
      <a:lvl2pPr algn="l" defTabSz="449580" eaLnBrk="0" fontAlgn="base" hangingPunct="0" indent="-285750" marL="742950" rtl="0">
        <a:lnSpc>
          <a:spcPct val="94000"/>
        </a:lnSpc>
        <a:spcBef>
          <a:spcPct val="0"/>
        </a:spcBef>
        <a:spcAft>
          <a:spcPts val="1140"/>
        </a:spcAft>
        <a:buClr>
          <a:srgbClr val="000000"/>
        </a:buClr>
        <a:buSzPct val="100000"/>
        <a:buFont typeface="Times New Roman" panose="02020603050405020304" pitchFamily="18" charset="0"/>
        <a:defRPr sz="2800" kern="1200">
          <a:solidFill>
            <a:srgbClr val="000000"/>
          </a:solidFill>
          <a:latin typeface="+mn-lt"/>
          <a:ea typeface="Arial Unicode MS" panose="020B0604020202020204" pitchFamily="34" charset="-128"/>
          <a:cs typeface="+mn-cs"/>
        </a:defRPr>
      </a:lvl2pPr>
      <a:lvl3pPr algn="l" defTabSz="449580" eaLnBrk="0" fontAlgn="base" hangingPunct="0" indent="-228600" marL="1143000" rtl="0">
        <a:lnSpc>
          <a:spcPct val="94000"/>
        </a:lnSpc>
        <a:spcBef>
          <a:spcPct val="0"/>
        </a:spcBef>
        <a:spcAft>
          <a:spcPts val="850"/>
        </a:spcAft>
        <a:buClr>
          <a:srgbClr val="000000"/>
        </a:buClr>
        <a:buSzPct val="100000"/>
        <a:buFont typeface="Times New Roman" panose="02020603050405020304" pitchFamily="18" charset="0"/>
        <a:defRPr sz="2400" kern="1200">
          <a:solidFill>
            <a:srgbClr val="000000"/>
          </a:solidFill>
          <a:latin typeface="+mn-lt"/>
          <a:ea typeface="Arial Unicode MS" panose="020B0604020202020204" pitchFamily="34" charset="-128"/>
          <a:cs typeface="+mn-cs"/>
        </a:defRPr>
      </a:lvl3pPr>
      <a:lvl4pPr algn="l" defTabSz="449580" eaLnBrk="0" fontAlgn="base" hangingPunct="0" indent="-228600" marL="1600200" rtl="0">
        <a:lnSpc>
          <a:spcPct val="94000"/>
        </a:lnSpc>
        <a:spcBef>
          <a:spcPct val="0"/>
        </a:spcBef>
        <a:spcAft>
          <a:spcPts val="575"/>
        </a:spcAft>
        <a:buClr>
          <a:srgbClr val="000000"/>
        </a:buClr>
        <a:buSzPct val="100000"/>
        <a:buFont typeface="Times New Roman" panose="02020603050405020304" pitchFamily="18" charset="0"/>
        <a:defRPr sz="2000" kern="1200">
          <a:solidFill>
            <a:srgbClr val="000000"/>
          </a:solidFill>
          <a:latin typeface="+mn-lt"/>
          <a:ea typeface="Arial Unicode MS" panose="020B0604020202020204" pitchFamily="34" charset="-128"/>
          <a:cs typeface="+mn-cs"/>
        </a:defRPr>
      </a:lvl4pPr>
      <a:lvl5pPr algn="l" defTabSz="449580" eaLnBrk="0" fontAlgn="base" hangingPunct="0" indent="-228600" marL="2057400" rtl="0">
        <a:lnSpc>
          <a:spcPct val="94000"/>
        </a:lnSpc>
        <a:spcBef>
          <a:spcPct val="0"/>
        </a:spcBef>
        <a:spcAft>
          <a:spcPts val="290"/>
        </a:spcAft>
        <a:buClr>
          <a:srgbClr val="000000"/>
        </a:buClr>
        <a:buSzPct val="100000"/>
        <a:buFont typeface="Times New Roman" panose="02020603050405020304" pitchFamily="18" charset="0"/>
        <a:defRPr sz="2000" kern="1200">
          <a:solidFill>
            <a:srgbClr val="000000"/>
          </a:solidFill>
          <a:latin typeface="+mn-lt"/>
          <a:ea typeface="Arial Unicode MS" panose="020B0604020202020204" pitchFamily="34" charset="-128"/>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68" name=""/>
        <p:cNvGrpSpPr/>
        <p:nvPr/>
      </p:nvGrpSpPr>
      <p:grpSpPr>
        <a:xfrm>
          <a:off x="0" y="0"/>
          <a:ext cx="0" cy="0"/>
          <a:chOff x="0" y="0"/>
          <a:chExt cx="0" cy="0"/>
        </a:xfrm>
      </p:grpSpPr>
      <p:sp>
        <p:nvSpPr>
          <p:cNvPr id="1048631" name="Rectangle 1"/>
          <p:cNvSpPr>
            <a:spLocks noGrp="1" noChangeArrowheads="1"/>
          </p:cNvSpPr>
          <p:nvPr>
            <p:ph type="title"/>
          </p:nvPr>
        </p:nvSpPr>
        <p:spPr bwMode="auto">
          <a:xfrm>
            <a:off x="503238" y="301625"/>
            <a:ext cx="9063037" cy="1254125"/>
          </a:xfrm>
          <a:prstGeom prst="rect"/>
          <a:noFill/>
          <a:ln>
            <a:noFill/>
          </a:ln>
          <a:effectLst/>
        </p:spPr>
        <p:txBody>
          <a:bodyPr anchor="ctr" anchorCtr="0" bIns="0" compatLnSpc="1" lIns="0" numCol="1" rIns="0" tIns="0" vert="horz" wrap="square"/>
          <a:p>
            <a:pPr lvl="0"/>
            <a:r>
              <a:rPr altLang="en-US" lang="en-GB"/>
              <a:t>Click to edit the title text format</a:t>
            </a:r>
            <a:endParaRPr altLang="en-US" lang="en-GB"/>
          </a:p>
        </p:txBody>
      </p:sp>
      <p:sp>
        <p:nvSpPr>
          <p:cNvPr id="1048632" name="Rectangle 2"/>
          <p:cNvSpPr>
            <a:spLocks noGrp="1" noChangeArrowheads="1"/>
          </p:cNvSpPr>
          <p:nvPr>
            <p:ph type="body" idx="1"/>
          </p:nvPr>
        </p:nvSpPr>
        <p:spPr bwMode="auto">
          <a:xfrm>
            <a:off x="503238" y="1768475"/>
            <a:ext cx="9063037" cy="4376738"/>
          </a:xfrm>
          <a:prstGeom prst="rect"/>
          <a:noFill/>
          <a:ln>
            <a:noFill/>
          </a:ln>
          <a:effectLst/>
        </p:spPr>
        <p:txBody>
          <a:bodyPr anchor="t" anchorCtr="0" bIns="0" compatLnSpc="1" lIns="0" numCol="1" rIns="0" tIns="24120" vert="horz" wrap="square"/>
          <a:p>
            <a:pPr lvl="0"/>
            <a:r>
              <a:rPr altLang="en-US" lang="en-GB"/>
              <a:t>Click to edit the outline text format</a:t>
            </a:r>
            <a:endParaRPr altLang="en-US" lang="en-GB"/>
          </a:p>
          <a:p>
            <a:pPr lvl="1"/>
            <a:r>
              <a:rPr altLang="en-US" lang="en-GB"/>
              <a:t>Second Outline Level</a:t>
            </a:r>
            <a:endParaRPr altLang="en-US" lang="en-GB"/>
          </a:p>
          <a:p>
            <a:pPr lvl="2"/>
            <a:r>
              <a:rPr altLang="en-US" lang="en-GB"/>
              <a:t>Third Outline Level</a:t>
            </a:r>
            <a:endParaRPr altLang="en-US" lang="en-GB"/>
          </a:p>
          <a:p>
            <a:pPr lvl="3"/>
            <a:r>
              <a:rPr altLang="en-US" lang="en-GB"/>
              <a:t>Fourth Outline Level</a:t>
            </a:r>
            <a:endParaRPr altLang="en-US" lang="en-GB"/>
          </a:p>
          <a:p>
            <a:pPr lvl="4"/>
            <a:r>
              <a:rPr altLang="en-US" lang="en-GB"/>
              <a:t>Fifth Outline Level</a:t>
            </a:r>
            <a:endParaRPr altLang="en-US" lang="en-GB"/>
          </a:p>
          <a:p>
            <a:pPr lvl="4"/>
            <a:r>
              <a:rPr altLang="en-US" lang="en-GB"/>
              <a:t>Sixth Outline Level</a:t>
            </a:r>
            <a:endParaRPr altLang="en-US" lang="en-GB"/>
          </a:p>
          <a:p>
            <a:pPr lvl="4"/>
            <a:r>
              <a:rPr altLang="en-US" lang="en-GB"/>
              <a:t>Seventh Outline Level</a:t>
            </a:r>
            <a:endParaRPr altLang="en-US" lang="en-GB"/>
          </a:p>
        </p:txBody>
      </p:sp>
    </p:spTree>
  </p:cSld>
  <p:clrMap accent1="accent1" accent2="accent2" accent3="accent3" accent4="accent4" accent5="accent5" accent6="accent6" bg1="lt1" bg2="lt2" tx1="dk1" tx2="dk2"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defTabSz="449580" eaLnBrk="0" fontAlgn="base" hangingPunct="0" rtl="0">
        <a:lnSpc>
          <a:spcPct val="94000"/>
        </a:lnSpc>
        <a:spcBef>
          <a:spcPct val="0"/>
        </a:spcBef>
        <a:spcAft>
          <a:spcPct val="0"/>
        </a:spcAft>
        <a:buClr>
          <a:srgbClr val="000000"/>
        </a:buClr>
        <a:buSzPct val="100000"/>
        <a:buFont typeface="Times New Roman" panose="02020603050405020304" pitchFamily="18" charset="0"/>
        <a:defRPr sz="4400" kern="1200">
          <a:solidFill>
            <a:srgbClr val="000000"/>
          </a:solidFill>
          <a:latin typeface="+mj-lt"/>
          <a:ea typeface="Arial Unicode MS" panose="020B0604020202020204" pitchFamily="34" charset="-128"/>
          <a:cs typeface="+mj-cs"/>
        </a:defRPr>
      </a:lvl1pPr>
      <a:lvl2pPr algn="ctr" defTabSz="449580" eaLnBrk="0" fontAlgn="base" hangingPunct="0" rtl="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Arial Unicode MS" panose="020B0604020202020204" pitchFamily="34" charset="-128"/>
          <a:cs typeface="Arial Unicode MS" panose="020B0604020202020204" charset="-122"/>
        </a:defRPr>
      </a:lvl2pPr>
      <a:lvl3pPr algn="ctr" defTabSz="449580" eaLnBrk="0" fontAlgn="base" hangingPunct="0" rtl="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Arial Unicode MS" panose="020B0604020202020204" pitchFamily="34" charset="-128"/>
          <a:cs typeface="Arial Unicode MS" panose="020B0604020202020204" charset="-122"/>
        </a:defRPr>
      </a:lvl3pPr>
      <a:lvl4pPr algn="ctr" defTabSz="449580" eaLnBrk="0" fontAlgn="base" hangingPunct="0" rtl="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Arial Unicode MS" panose="020B0604020202020204" pitchFamily="34" charset="-128"/>
          <a:cs typeface="Arial Unicode MS" panose="020B0604020202020204" charset="-122"/>
        </a:defRPr>
      </a:lvl4pPr>
      <a:lvl5pPr algn="ctr" defTabSz="449580" eaLnBrk="0" fontAlgn="base" hangingPunct="0" rtl="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Arial Unicode MS" panose="020B0604020202020204" pitchFamily="34" charset="-128"/>
          <a:cs typeface="Arial Unicode MS" panose="020B0604020202020204" charset="-122"/>
        </a:defRPr>
      </a:lvl5pPr>
      <a:lvl6pPr algn="ctr" defTabSz="449580" fontAlgn="base" hangingPunct="0" indent="-228600" marL="2514600" rtl="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Arial Unicode MS" panose="020B0604020202020204" charset="-122"/>
        </a:defRPr>
      </a:lvl6pPr>
      <a:lvl7pPr algn="ctr" defTabSz="449580" fontAlgn="base" hangingPunct="0" indent="-228600" marL="2971800" rtl="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Arial Unicode MS" panose="020B0604020202020204" charset="-122"/>
        </a:defRPr>
      </a:lvl7pPr>
      <a:lvl8pPr algn="ctr" defTabSz="449580" fontAlgn="base" hangingPunct="0" indent="-228600" marL="3429000" rtl="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Arial Unicode MS" panose="020B0604020202020204" charset="-122"/>
        </a:defRPr>
      </a:lvl8pPr>
      <a:lvl9pPr algn="ctr" defTabSz="449580" fontAlgn="base" hangingPunct="0" indent="-228600" marL="3886200" rtl="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Arial Unicode MS" panose="020B0604020202020204" charset="-122"/>
        </a:defRPr>
      </a:lvl9pPr>
    </p:titleStyle>
    <p:bodyStyle>
      <a:lvl1pPr algn="l" defTabSz="449580" eaLnBrk="0" fontAlgn="base" hangingPunct="0" indent="-342900" marL="342900" rtl="0">
        <a:lnSpc>
          <a:spcPct val="94000"/>
        </a:lnSpc>
        <a:spcBef>
          <a:spcPct val="0"/>
        </a:spcBef>
        <a:spcAft>
          <a:spcPts val="1425"/>
        </a:spcAft>
        <a:buClr>
          <a:srgbClr val="000000"/>
        </a:buClr>
        <a:buSzPct val="100000"/>
        <a:buFont typeface="Times New Roman" panose="02020603050405020304" pitchFamily="18" charset="0"/>
        <a:defRPr sz="3200" kern="1200">
          <a:solidFill>
            <a:srgbClr val="000000"/>
          </a:solidFill>
          <a:latin typeface="+mn-lt"/>
          <a:ea typeface="Arial Unicode MS" panose="020B0604020202020204" pitchFamily="34" charset="-128"/>
          <a:cs typeface="+mn-cs"/>
        </a:defRPr>
      </a:lvl1pPr>
      <a:lvl2pPr algn="l" defTabSz="449580" eaLnBrk="0" fontAlgn="base" hangingPunct="0" indent="-285750" marL="742950" rtl="0">
        <a:lnSpc>
          <a:spcPct val="94000"/>
        </a:lnSpc>
        <a:spcBef>
          <a:spcPct val="0"/>
        </a:spcBef>
        <a:spcAft>
          <a:spcPts val="1140"/>
        </a:spcAft>
        <a:buClr>
          <a:srgbClr val="000000"/>
        </a:buClr>
        <a:buSzPct val="100000"/>
        <a:buFont typeface="Times New Roman" panose="02020603050405020304" pitchFamily="18" charset="0"/>
        <a:defRPr sz="2800" kern="1200">
          <a:solidFill>
            <a:srgbClr val="000000"/>
          </a:solidFill>
          <a:latin typeface="+mn-lt"/>
          <a:ea typeface="Arial Unicode MS" panose="020B0604020202020204" pitchFamily="34" charset="-128"/>
          <a:cs typeface="+mn-cs"/>
        </a:defRPr>
      </a:lvl2pPr>
      <a:lvl3pPr algn="l" defTabSz="449580" eaLnBrk="0" fontAlgn="base" hangingPunct="0" indent="-228600" marL="1143000" rtl="0">
        <a:lnSpc>
          <a:spcPct val="94000"/>
        </a:lnSpc>
        <a:spcBef>
          <a:spcPct val="0"/>
        </a:spcBef>
        <a:spcAft>
          <a:spcPts val="850"/>
        </a:spcAft>
        <a:buClr>
          <a:srgbClr val="000000"/>
        </a:buClr>
        <a:buSzPct val="100000"/>
        <a:buFont typeface="Times New Roman" panose="02020603050405020304" pitchFamily="18" charset="0"/>
        <a:defRPr sz="2400" kern="1200">
          <a:solidFill>
            <a:srgbClr val="000000"/>
          </a:solidFill>
          <a:latin typeface="+mn-lt"/>
          <a:ea typeface="Arial Unicode MS" panose="020B0604020202020204" pitchFamily="34" charset="-128"/>
          <a:cs typeface="+mn-cs"/>
        </a:defRPr>
      </a:lvl3pPr>
      <a:lvl4pPr algn="l" defTabSz="449580" eaLnBrk="0" fontAlgn="base" hangingPunct="0" indent="-228600" marL="1600200" rtl="0">
        <a:lnSpc>
          <a:spcPct val="94000"/>
        </a:lnSpc>
        <a:spcBef>
          <a:spcPct val="0"/>
        </a:spcBef>
        <a:spcAft>
          <a:spcPts val="575"/>
        </a:spcAft>
        <a:buClr>
          <a:srgbClr val="000000"/>
        </a:buClr>
        <a:buSzPct val="100000"/>
        <a:buFont typeface="Times New Roman" panose="02020603050405020304" pitchFamily="18" charset="0"/>
        <a:defRPr sz="2000" kern="1200">
          <a:solidFill>
            <a:srgbClr val="000000"/>
          </a:solidFill>
          <a:latin typeface="+mn-lt"/>
          <a:ea typeface="Arial Unicode MS" panose="020B0604020202020204" pitchFamily="34" charset="-128"/>
          <a:cs typeface="+mn-cs"/>
        </a:defRPr>
      </a:lvl4pPr>
      <a:lvl5pPr algn="l" defTabSz="449580" eaLnBrk="0" fontAlgn="base" hangingPunct="0" indent="-228600" marL="2057400" rtl="0">
        <a:lnSpc>
          <a:spcPct val="94000"/>
        </a:lnSpc>
        <a:spcBef>
          <a:spcPct val="0"/>
        </a:spcBef>
        <a:spcAft>
          <a:spcPts val="290"/>
        </a:spcAft>
        <a:buClr>
          <a:srgbClr val="000000"/>
        </a:buClr>
        <a:buSzPct val="100000"/>
        <a:buFont typeface="Times New Roman" panose="02020603050405020304" pitchFamily="18" charset="0"/>
        <a:defRPr sz="2000" kern="1200">
          <a:solidFill>
            <a:srgbClr val="000000"/>
          </a:solidFill>
          <a:latin typeface="+mn-lt"/>
          <a:ea typeface="Arial Unicode MS" panose="020B0604020202020204" pitchFamily="34" charset="-128"/>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9.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6.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9.xml"/><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27" name=""/>
        <p:cNvGrpSpPr/>
        <p:nvPr/>
      </p:nvGrpSpPr>
      <p:grpSpPr>
        <a:xfrm>
          <a:off x="0" y="0"/>
          <a:ext cx="0" cy="0"/>
          <a:chOff x="0" y="0"/>
          <a:chExt cx="0" cy="0"/>
        </a:xfrm>
      </p:grpSpPr>
      <p:sp>
        <p:nvSpPr>
          <p:cNvPr id="1048585" name="Rectangle 1"/>
          <p:cNvSpPr>
            <a:spLocks noGrp="1" noChangeArrowheads="1"/>
          </p:cNvSpPr>
          <p:nvPr>
            <p:ph type="title" idx="4294967295"/>
          </p:nvPr>
        </p:nvSpPr>
        <p:spPr>
          <a:xfrm>
            <a:off x="504824" y="2332037"/>
            <a:ext cx="9070975" cy="1262063"/>
          </a:xfrm>
        </p:spPr>
        <p:txBody>
          <a:bodyPr tIns="35280"/>
          <a:p>
            <a:pPr eaLnBrk="1" indent="-355600" marL="365125">
              <a:lnSpc>
                <a:spcPct val="93000"/>
              </a:lnSpc>
              <a:buClrTx/>
              <a:buFontTx/>
              <a:buNone/>
              <a:tabLst>
                <a:tab algn="l" pos="365125"/>
                <a:tab algn="l" pos="812800"/>
                <a:tab algn="l" pos="1261745"/>
                <a:tab algn="l" pos="1711325"/>
                <a:tab algn="l" pos="2160270"/>
                <a:tab algn="l" pos="2609850"/>
                <a:tab algn="l" pos="3058795"/>
                <a:tab algn="l" pos="3508375"/>
                <a:tab algn="l" pos="3957320"/>
                <a:tab algn="l" pos="4406900"/>
                <a:tab algn="l" pos="4855845"/>
                <a:tab algn="l" pos="5305425"/>
                <a:tab algn="l" pos="5754370"/>
                <a:tab algn="l" pos="6203950"/>
                <a:tab algn="l" pos="6652895"/>
                <a:tab algn="l" pos="7102475"/>
                <a:tab algn="l" pos="7551420"/>
                <a:tab algn="l" pos="8001000"/>
                <a:tab algn="l" pos="8449945"/>
                <a:tab algn="l" pos="8899525"/>
                <a:tab algn="l" pos="9348470"/>
              </a:tabLst>
            </a:pPr>
            <a:r>
              <a:rPr altLang="en-US" b="1" dirty="0" sz="7200" lang="en-IN">
                <a:latin typeface="Times New Roman" panose="02020603050405020304" pitchFamily="18" charset="0"/>
                <a:cs typeface="Times New Roman" panose="02020603050405020304" pitchFamily="18" charset="0"/>
              </a:rPr>
              <a:t>Software Security</a:t>
            </a:r>
            <a:endParaRPr altLang="en-US" b="1" dirty="0" sz="7200" lang="en-IN">
              <a:latin typeface="Times New Roman" panose="02020603050405020304" pitchFamily="18" charset="0"/>
              <a:cs typeface="Times New Roman" panose="02020603050405020304" pitchFamily="18" charset="0"/>
            </a:endParaRPr>
          </a:p>
        </p:txBody>
      </p:sp>
    </p:spTree>
  </p:cSld>
  <p:clrMapOvr>
    <a:masterClrMapping/>
  </p:clrMapOvr>
  <p:transition spd="med" advTm="18431"/>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44" name=""/>
        <p:cNvGrpSpPr/>
        <p:nvPr/>
      </p:nvGrpSpPr>
      <p:grpSpPr>
        <a:xfrm>
          <a:off x="0" y="0"/>
          <a:ext cx="0" cy="0"/>
          <a:chOff x="0" y="0"/>
          <a:chExt cx="0" cy="0"/>
        </a:xfrm>
      </p:grpSpPr>
      <p:sp>
        <p:nvSpPr>
          <p:cNvPr id="1048594" name="Rectangle 1"/>
          <p:cNvSpPr>
            <a:spLocks noGrp="1" noChangeArrowheads="1"/>
          </p:cNvSpPr>
          <p:nvPr>
            <p:ph type="title" idx="4294967295"/>
          </p:nvPr>
        </p:nvSpPr>
        <p:spPr>
          <a:xfrm>
            <a:off x="503238" y="301625"/>
            <a:ext cx="9070975" cy="1262063"/>
          </a:xfrm>
        </p:spPr>
        <p:txBody>
          <a:bodyPr tIns="28080"/>
          <a:p>
            <a:pPr eaLnBrk="1">
              <a:lnSpc>
                <a:spcPct val="93000"/>
              </a:lnSpc>
              <a:buClrTx/>
              <a:buFontTx/>
              <a:buNone/>
              <a:tabLst>
                <a:tab algn="l" pos="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 algn="l" pos="8985250"/>
              </a:tabLst>
            </a:pPr>
            <a:r>
              <a:rPr altLang="en-US" b="1" dirty="0" sz="3200" lang="en-IN">
                <a:latin typeface="Times New Roman" panose="02020603050405020304" pitchFamily="18" charset="0"/>
                <a:cs typeface="Times New Roman" panose="02020603050405020304" pitchFamily="18" charset="0"/>
              </a:rPr>
              <a:t>Software Vulnerabilities</a:t>
            </a:r>
            <a:endParaRPr altLang="en-US" b="1" dirty="0" sz="3200" lang="en-IN">
              <a:latin typeface="Times New Roman" panose="02020603050405020304" pitchFamily="18" charset="0"/>
              <a:cs typeface="Times New Roman" panose="02020603050405020304" pitchFamily="18" charset="0"/>
            </a:endParaRPr>
          </a:p>
        </p:txBody>
      </p:sp>
      <p:sp>
        <p:nvSpPr>
          <p:cNvPr id="1048595" name="Rectangle 2"/>
          <p:cNvSpPr>
            <a:spLocks noGrp="1" noChangeArrowheads="1"/>
          </p:cNvSpPr>
          <p:nvPr>
            <p:ph type="body" idx="4294967295"/>
          </p:nvPr>
        </p:nvSpPr>
        <p:spPr>
          <a:xfrm>
            <a:off x="503238" y="1768475"/>
            <a:ext cx="9070975" cy="4384675"/>
          </a:xfrm>
        </p:spPr>
        <p:txBody>
          <a:bodyPr/>
          <a:p>
            <a:pPr eaLnBrk="1" indent="-319405" marL="424180">
              <a:buSzPct val="45000"/>
              <a:buFont typeface="Wingdings" panose="05000000000000000000" pitchFamily="2" charset="2"/>
              <a:buChar char=""/>
              <a:tabLst>
                <a:tab algn="l" pos="423545"/>
                <a:tab algn="l" pos="528320"/>
                <a:tab algn="l" pos="977900"/>
                <a:tab algn="l" pos="1426845"/>
                <a:tab algn="l" pos="1876425"/>
                <a:tab algn="l" pos="2325370"/>
                <a:tab algn="l" pos="2774950"/>
                <a:tab algn="l" pos="3223895"/>
                <a:tab algn="l" pos="3673475"/>
                <a:tab algn="l" pos="4122420"/>
                <a:tab algn="l" pos="4572000"/>
                <a:tab algn="l" pos="5020945"/>
                <a:tab algn="l" pos="5470525"/>
                <a:tab algn="l" pos="5919470"/>
                <a:tab algn="l" pos="6369050"/>
                <a:tab algn="l" pos="6817995"/>
                <a:tab algn="l" pos="7267575"/>
                <a:tab algn="l" pos="7716520"/>
                <a:tab algn="l" pos="8166100"/>
                <a:tab algn="l" pos="8615045"/>
                <a:tab algn="l" pos="9064625"/>
              </a:tabLst>
            </a:pPr>
            <a:r>
              <a:rPr altLang="en-US" dirty="0" lang="en-IN"/>
              <a:t>A software vulnerability is an instance of a fault in the specification, development, or configuration of software such that its execution can violate the (implicit or explicit) security policy.</a:t>
            </a:r>
            <a:endParaRPr altLang="en-US" dirty="0" lang="en-IN"/>
          </a:p>
          <a:p>
            <a:pPr eaLnBrk="1" indent="-319405" marL="424180">
              <a:buSzPct val="45000"/>
              <a:buFont typeface="Wingdings" panose="05000000000000000000" pitchFamily="2" charset="2"/>
              <a:buChar char=""/>
              <a:tabLst>
                <a:tab algn="l" pos="423545"/>
                <a:tab algn="l" pos="528320"/>
                <a:tab algn="l" pos="977900"/>
                <a:tab algn="l" pos="1426845"/>
                <a:tab algn="l" pos="1876425"/>
                <a:tab algn="l" pos="2325370"/>
                <a:tab algn="l" pos="2774950"/>
                <a:tab algn="l" pos="3223895"/>
                <a:tab algn="l" pos="3673475"/>
                <a:tab algn="l" pos="4122420"/>
                <a:tab algn="l" pos="4572000"/>
                <a:tab algn="l" pos="5020945"/>
                <a:tab algn="l" pos="5470525"/>
                <a:tab algn="l" pos="5919470"/>
                <a:tab algn="l" pos="6369050"/>
                <a:tab algn="l" pos="6817995"/>
                <a:tab algn="l" pos="7267575"/>
                <a:tab algn="l" pos="7716520"/>
                <a:tab algn="l" pos="8166100"/>
                <a:tab algn="l" pos="8615045"/>
                <a:tab algn="l" pos="9064625"/>
              </a:tabLst>
            </a:pPr>
            <a:r>
              <a:rPr altLang="en-US" dirty="0" lang="en-IN"/>
              <a:t>Types of vulnerabilities </a:t>
            </a:r>
            <a:endParaRPr altLang="en-US" dirty="0" lang="en-IN"/>
          </a:p>
          <a:p>
            <a:pPr eaLnBrk="1" indent="-320675" lvl="1" marL="855980">
              <a:buSzPct val="75000"/>
              <a:buFont typeface="Symbol" panose="05050102010706020507" pitchFamily="18" charset="2"/>
              <a:buChar char=""/>
              <a:tabLst>
                <a:tab algn="l" pos="423545"/>
                <a:tab algn="l" pos="528320"/>
                <a:tab algn="l" pos="977900"/>
                <a:tab algn="l" pos="1426845"/>
                <a:tab algn="l" pos="1876425"/>
                <a:tab algn="l" pos="2325370"/>
                <a:tab algn="l" pos="2774950"/>
                <a:tab algn="l" pos="3223895"/>
                <a:tab algn="l" pos="3673475"/>
                <a:tab algn="l" pos="4122420"/>
                <a:tab algn="l" pos="4572000"/>
                <a:tab algn="l" pos="5020945"/>
                <a:tab algn="l" pos="5470525"/>
                <a:tab algn="l" pos="5919470"/>
                <a:tab algn="l" pos="6369050"/>
                <a:tab algn="l" pos="6817995"/>
                <a:tab algn="l" pos="7267575"/>
                <a:tab algn="l" pos="7716520"/>
                <a:tab algn="l" pos="8166100"/>
                <a:tab algn="l" pos="8615045"/>
                <a:tab algn="l" pos="9064625"/>
              </a:tabLst>
            </a:pPr>
            <a:r>
              <a:rPr altLang="en-US" dirty="0" lang="en-IN"/>
              <a:t>Buffer Overflows </a:t>
            </a:r>
            <a:endParaRPr altLang="en-US" dirty="0" lang="en-IN"/>
          </a:p>
          <a:p>
            <a:pPr eaLnBrk="1" indent="-320675" lvl="1" marL="855980">
              <a:buSzPct val="75000"/>
              <a:buFont typeface="Symbol" panose="05050102010706020507" pitchFamily="18" charset="2"/>
              <a:buChar char=""/>
              <a:tabLst>
                <a:tab algn="l" pos="423545"/>
                <a:tab algn="l" pos="528320"/>
                <a:tab algn="l" pos="977900"/>
                <a:tab algn="l" pos="1426845"/>
                <a:tab algn="l" pos="1876425"/>
                <a:tab algn="l" pos="2325370"/>
                <a:tab algn="l" pos="2774950"/>
                <a:tab algn="l" pos="3223895"/>
                <a:tab algn="l" pos="3673475"/>
                <a:tab algn="l" pos="4122420"/>
                <a:tab algn="l" pos="4572000"/>
                <a:tab algn="l" pos="5020945"/>
                <a:tab algn="l" pos="5470525"/>
                <a:tab algn="l" pos="5919470"/>
                <a:tab algn="l" pos="6369050"/>
                <a:tab algn="l" pos="6817995"/>
                <a:tab algn="l" pos="7267575"/>
                <a:tab algn="l" pos="7716520"/>
                <a:tab algn="l" pos="8166100"/>
                <a:tab algn="l" pos="8615045"/>
                <a:tab algn="l" pos="9064625"/>
              </a:tabLst>
            </a:pPr>
            <a:r>
              <a:rPr altLang="en-US" dirty="0" lang="en-IN"/>
              <a:t>Format String Vulnerabilities, etc.</a:t>
            </a:r>
            <a:endParaRPr altLang="en-US" dirty="0" lang="en-IN"/>
          </a:p>
        </p:txBody>
      </p:sp>
    </p:spTree>
  </p:cSld>
  <p:clrMapOvr>
    <a:masterClrMapping/>
  </p:clrMapOvr>
  <p:transition spd="med" advTm="78818"/>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47" name=""/>
        <p:cNvGrpSpPr/>
        <p:nvPr/>
      </p:nvGrpSpPr>
      <p:grpSpPr>
        <a:xfrm>
          <a:off x="0" y="0"/>
          <a:ext cx="0" cy="0"/>
          <a:chOff x="0" y="0"/>
          <a:chExt cx="0" cy="0"/>
        </a:xfrm>
      </p:grpSpPr>
      <p:sp>
        <p:nvSpPr>
          <p:cNvPr id="1048599" name="Rectangle 1"/>
          <p:cNvSpPr>
            <a:spLocks noGrp="1" noChangeArrowheads="1"/>
          </p:cNvSpPr>
          <p:nvPr>
            <p:ph type="title" idx="4294967295"/>
          </p:nvPr>
        </p:nvSpPr>
        <p:spPr>
          <a:xfrm>
            <a:off x="503238" y="301625"/>
            <a:ext cx="9070975" cy="1262063"/>
          </a:xfrm>
        </p:spPr>
        <p:txBody>
          <a:bodyPr tIns="35280"/>
          <a:p>
            <a:pPr eaLnBrk="1">
              <a:lnSpc>
                <a:spcPct val="93000"/>
              </a:lnSpc>
              <a:buClrTx/>
              <a:buFontTx/>
              <a:buNone/>
              <a:tabLst>
                <a:tab algn="l" pos="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 algn="l" pos="8985250"/>
              </a:tabLst>
            </a:pPr>
            <a:r>
              <a:rPr altLang="en-US" b="1" dirty="0" sz="4000" lang="en-IN">
                <a:latin typeface="Times New Roman" panose="02020603050405020304" pitchFamily="18" charset="0"/>
                <a:cs typeface="Times New Roman" panose="02020603050405020304" pitchFamily="18" charset="0"/>
              </a:rPr>
              <a:t>Buffer overflow</a:t>
            </a:r>
            <a:endParaRPr altLang="en-US" b="1" dirty="0" sz="4000" lang="en-IN">
              <a:latin typeface="Times New Roman" panose="02020603050405020304" pitchFamily="18" charset="0"/>
              <a:cs typeface="Times New Roman" panose="02020603050405020304" pitchFamily="18" charset="0"/>
            </a:endParaRPr>
          </a:p>
        </p:txBody>
      </p:sp>
      <p:sp>
        <p:nvSpPr>
          <p:cNvPr id="1048600" name="Rectangle 2"/>
          <p:cNvSpPr>
            <a:spLocks noGrp="1" noChangeArrowheads="1"/>
          </p:cNvSpPr>
          <p:nvPr>
            <p:ph type="body" idx="4294967295"/>
          </p:nvPr>
        </p:nvSpPr>
        <p:spPr>
          <a:xfrm>
            <a:off x="503238" y="1768475"/>
            <a:ext cx="9288462" cy="5143500"/>
          </a:xfrm>
        </p:spPr>
        <p:txBody>
          <a:bodyPr tIns="28080"/>
          <a:p>
            <a:pPr algn="just" eaLnBrk="1" indent="-319405" marL="424180">
              <a:lnSpc>
                <a:spcPct val="93000"/>
              </a:lnSpc>
              <a:buSzPct val="45000"/>
              <a:buFont typeface="Wingdings" panose="05000000000000000000" pitchFamily="2" charset="2"/>
              <a:buChar char=""/>
              <a:tabLst>
                <a:tab algn="l" pos="423545"/>
                <a:tab algn="l" pos="528320"/>
                <a:tab algn="l" pos="977900"/>
                <a:tab algn="l" pos="1426845"/>
                <a:tab algn="l" pos="1876425"/>
                <a:tab algn="l" pos="2325370"/>
                <a:tab algn="l" pos="2774950"/>
                <a:tab algn="l" pos="3223895"/>
                <a:tab algn="l" pos="3673475"/>
                <a:tab algn="l" pos="4122420"/>
                <a:tab algn="l" pos="4572000"/>
                <a:tab algn="l" pos="5020945"/>
                <a:tab algn="l" pos="5470525"/>
                <a:tab algn="l" pos="5919470"/>
                <a:tab algn="l" pos="6369050"/>
                <a:tab algn="l" pos="6817995"/>
                <a:tab algn="l" pos="7267575"/>
                <a:tab algn="l" pos="7716520"/>
                <a:tab algn="l" pos="8166100"/>
                <a:tab algn="l" pos="8615045"/>
                <a:tab algn="l" pos="9064625"/>
              </a:tabLst>
            </a:pPr>
            <a:r>
              <a:rPr altLang="en-US" dirty="0" lang="en-IN">
                <a:latin typeface="Times New Roman" panose="02020603050405020304" pitchFamily="18" charset="0"/>
                <a:cs typeface="Times New Roman" panose="02020603050405020304" pitchFamily="18" charset="0"/>
              </a:rPr>
              <a:t>A </a:t>
            </a:r>
            <a:r>
              <a:rPr altLang="en-US" b="1" dirty="0" lang="en-IN">
                <a:latin typeface="Times New Roman" panose="02020603050405020304" pitchFamily="18" charset="0"/>
                <a:cs typeface="Times New Roman" panose="02020603050405020304" pitchFamily="18" charset="0"/>
              </a:rPr>
              <a:t>buffer overflow </a:t>
            </a:r>
            <a:r>
              <a:rPr altLang="en-US" dirty="0" lang="en-IN">
                <a:latin typeface="Times New Roman" panose="02020603050405020304" pitchFamily="18" charset="0"/>
                <a:cs typeface="Times New Roman" panose="02020603050405020304" pitchFamily="18" charset="0"/>
              </a:rPr>
              <a:t>occurs when more data are written to a buffer than it can hold. </a:t>
            </a:r>
            <a:endParaRPr altLang="en-US" dirty="0" lang="en-IN">
              <a:latin typeface="Times New Roman" panose="02020603050405020304" pitchFamily="18" charset="0"/>
              <a:cs typeface="Times New Roman" panose="02020603050405020304" pitchFamily="18" charset="0"/>
            </a:endParaRPr>
          </a:p>
          <a:p>
            <a:pPr algn="just" eaLnBrk="1" indent="-319405" marL="424180">
              <a:lnSpc>
                <a:spcPct val="93000"/>
              </a:lnSpc>
              <a:buSzPct val="45000"/>
              <a:buFont typeface="Wingdings" panose="05000000000000000000" pitchFamily="2" charset="2"/>
              <a:buChar char=""/>
              <a:tabLst>
                <a:tab algn="l" pos="423545"/>
                <a:tab algn="l" pos="528320"/>
                <a:tab algn="l" pos="977900"/>
                <a:tab algn="l" pos="1426845"/>
                <a:tab algn="l" pos="1876425"/>
                <a:tab algn="l" pos="2325370"/>
                <a:tab algn="l" pos="2774950"/>
                <a:tab algn="l" pos="3223895"/>
                <a:tab algn="l" pos="3673475"/>
                <a:tab algn="l" pos="4122420"/>
                <a:tab algn="l" pos="4572000"/>
                <a:tab algn="l" pos="5020945"/>
                <a:tab algn="l" pos="5470525"/>
                <a:tab algn="l" pos="5919470"/>
                <a:tab algn="l" pos="6369050"/>
                <a:tab algn="l" pos="6817995"/>
                <a:tab algn="l" pos="7267575"/>
                <a:tab algn="l" pos="7716520"/>
                <a:tab algn="l" pos="8166100"/>
                <a:tab algn="l" pos="8615045"/>
                <a:tab algn="l" pos="9064625"/>
              </a:tabLst>
            </a:pPr>
            <a:r>
              <a:rPr altLang="en-US" dirty="0" lang="en-IN">
                <a:latin typeface="Times New Roman" panose="02020603050405020304" pitchFamily="18" charset="0"/>
                <a:cs typeface="Times New Roman" panose="02020603050405020304" pitchFamily="18" charset="0"/>
              </a:rPr>
              <a:t>The excess data is written to the adjacent memory, overwriting the contents of that location and causing unpredictable results in a program.</a:t>
            </a:r>
            <a:endParaRPr altLang="en-US" dirty="0" lang="en-IN">
              <a:latin typeface="Times New Roman" panose="02020603050405020304" pitchFamily="18" charset="0"/>
              <a:cs typeface="Times New Roman" panose="02020603050405020304" pitchFamily="18" charset="0"/>
            </a:endParaRPr>
          </a:p>
          <a:p>
            <a:pPr algn="just" eaLnBrk="1" indent="-319405" marL="424180">
              <a:lnSpc>
                <a:spcPct val="93000"/>
              </a:lnSpc>
              <a:buSzPct val="45000"/>
              <a:buFont typeface="Wingdings" panose="05000000000000000000" pitchFamily="2" charset="2"/>
              <a:buChar char=""/>
              <a:tabLst>
                <a:tab algn="l" pos="423545"/>
                <a:tab algn="l" pos="528320"/>
                <a:tab algn="l" pos="977900"/>
                <a:tab algn="l" pos="1426845"/>
                <a:tab algn="l" pos="1876425"/>
                <a:tab algn="l" pos="2325370"/>
                <a:tab algn="l" pos="2774950"/>
                <a:tab algn="l" pos="3223895"/>
                <a:tab algn="l" pos="3673475"/>
                <a:tab algn="l" pos="4122420"/>
                <a:tab algn="l" pos="4572000"/>
                <a:tab algn="l" pos="5020945"/>
                <a:tab algn="l" pos="5470525"/>
                <a:tab algn="l" pos="5919470"/>
                <a:tab algn="l" pos="6369050"/>
                <a:tab algn="l" pos="6817995"/>
                <a:tab algn="l" pos="7267575"/>
                <a:tab algn="l" pos="7716520"/>
                <a:tab algn="l" pos="8166100"/>
                <a:tab algn="l" pos="8615045"/>
                <a:tab algn="l" pos="9064625"/>
              </a:tabLst>
            </a:pPr>
            <a:r>
              <a:rPr altLang="en-US" dirty="0" lang="en-IN">
                <a:latin typeface="Times New Roman" panose="02020603050405020304" pitchFamily="18" charset="0"/>
                <a:cs typeface="Times New Roman" panose="02020603050405020304" pitchFamily="18" charset="0"/>
              </a:rPr>
              <a:t>Buffer overflows happen when there is improper validation (no bounds prior to the data being written). </a:t>
            </a:r>
            <a:endParaRPr altLang="en-US" dirty="0" lang="en-IN">
              <a:latin typeface="Times New Roman" panose="02020603050405020304" pitchFamily="18" charset="0"/>
              <a:cs typeface="Times New Roman" panose="02020603050405020304" pitchFamily="18" charset="0"/>
            </a:endParaRPr>
          </a:p>
          <a:p>
            <a:pPr algn="just" eaLnBrk="1" indent="-319405" marL="424180">
              <a:lnSpc>
                <a:spcPct val="93000"/>
              </a:lnSpc>
              <a:buSzPct val="45000"/>
              <a:buFont typeface="Wingdings" panose="05000000000000000000" pitchFamily="2" charset="2"/>
              <a:buChar char=""/>
              <a:tabLst>
                <a:tab algn="l" pos="423545"/>
                <a:tab algn="l" pos="528320"/>
                <a:tab algn="l" pos="977900"/>
                <a:tab algn="l" pos="1426845"/>
                <a:tab algn="l" pos="1876425"/>
                <a:tab algn="l" pos="2325370"/>
                <a:tab algn="l" pos="2774950"/>
                <a:tab algn="l" pos="3223895"/>
                <a:tab algn="l" pos="3673475"/>
                <a:tab algn="l" pos="4122420"/>
                <a:tab algn="l" pos="4572000"/>
                <a:tab algn="l" pos="5020945"/>
                <a:tab algn="l" pos="5470525"/>
                <a:tab algn="l" pos="5919470"/>
                <a:tab algn="l" pos="6369050"/>
                <a:tab algn="l" pos="6817995"/>
                <a:tab algn="l" pos="7267575"/>
                <a:tab algn="l" pos="7716520"/>
                <a:tab algn="l" pos="8166100"/>
                <a:tab algn="l" pos="8615045"/>
                <a:tab algn="l" pos="9064625"/>
              </a:tabLst>
            </a:pPr>
            <a:r>
              <a:rPr altLang="en-US" dirty="0" lang="en-IN">
                <a:latin typeface="Times New Roman" panose="02020603050405020304" pitchFamily="18" charset="0"/>
                <a:cs typeface="Times New Roman" panose="02020603050405020304" pitchFamily="18" charset="0"/>
              </a:rPr>
              <a:t>It is considered a bug or weakness in the software</a:t>
            </a:r>
            <a:r>
              <a:rPr altLang="en-US" dirty="0" sz="4000" lang="en-IN">
                <a:latin typeface="Times New Roman" panose="02020603050405020304" pitchFamily="18" charset="0"/>
                <a:cs typeface="Times New Roman" panose="02020603050405020304" pitchFamily="18" charset="0"/>
              </a:rPr>
              <a:t>. </a:t>
            </a:r>
            <a:endParaRPr altLang="en-US" dirty="0" sz="4000" lang="en-IN">
              <a:latin typeface="Times New Roman" panose="02020603050405020304" pitchFamily="18" charset="0"/>
              <a:cs typeface="Times New Roman" panose="02020603050405020304" pitchFamily="18" charset="0"/>
            </a:endParaRPr>
          </a:p>
        </p:txBody>
      </p:sp>
    </p:spTree>
  </p:cSld>
  <p:clrMapOvr>
    <a:masterClrMapping/>
  </p:clrMapOvr>
  <p:transition spd="med" advTm="150916"/>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50" name=""/>
        <p:cNvGrpSpPr/>
        <p:nvPr/>
      </p:nvGrpSpPr>
      <p:grpSpPr>
        <a:xfrm>
          <a:off x="0" y="0"/>
          <a:ext cx="0" cy="0"/>
          <a:chOff x="0" y="0"/>
          <a:chExt cx="0" cy="0"/>
        </a:xfrm>
      </p:grpSpPr>
      <p:sp>
        <p:nvSpPr>
          <p:cNvPr id="1048604" name="Rectangle 1"/>
          <p:cNvSpPr>
            <a:spLocks noGrp="1" noChangeArrowheads="1"/>
          </p:cNvSpPr>
          <p:nvPr>
            <p:ph type="title" idx="4294967295"/>
          </p:nvPr>
        </p:nvSpPr>
        <p:spPr>
          <a:xfrm>
            <a:off x="503238" y="301625"/>
            <a:ext cx="9066212" cy="1257300"/>
          </a:xfrm>
        </p:spPr>
        <p:txBody>
          <a:bodyPr/>
          <a:p>
            <a:pPr eaLnBrk="1"/>
            <a:endParaRPr altLang="en-US" lang="en-US"/>
          </a:p>
        </p:txBody>
      </p:sp>
      <p:sp>
        <p:nvSpPr>
          <p:cNvPr id="1048605" name="Rectangle 2"/>
          <p:cNvSpPr>
            <a:spLocks noGrp="1" noChangeArrowheads="1"/>
          </p:cNvSpPr>
          <p:nvPr>
            <p:ph type="body" idx="4294967295"/>
          </p:nvPr>
        </p:nvSpPr>
        <p:spPr>
          <a:xfrm>
            <a:off x="509588" y="5903913"/>
            <a:ext cx="9066212" cy="1655762"/>
          </a:xfrm>
        </p:spPr>
        <p:txBody>
          <a:bodyPr/>
          <a:p>
            <a:pPr eaLnBrk="1" indent="-338455">
              <a:buClrTx/>
              <a:buFontTx/>
              <a:buNone/>
              <a:tabLst>
                <a:tab algn="l" pos="34290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 algn="l" pos="8985250"/>
              </a:tabLst>
            </a:pPr>
            <a:r>
              <a:rPr altLang="en-US" lang="en-IN"/>
              <a:t>An example of a buffer overflow when writing 10 bytes of data (username12) to an 8 byte buffer.</a:t>
            </a:r>
            <a:endParaRPr altLang="en-US" lang="en-IN"/>
          </a:p>
        </p:txBody>
      </p:sp>
      <p:pic>
        <p:nvPicPr>
          <p:cNvPr id="2097152" name="Picture 3"/>
          <p:cNvPicPr>
            <a:picLocks noChangeAspect="1" noChangeArrowheads="1"/>
          </p:cNvPicPr>
          <p:nvPr/>
        </p:nvPicPr>
        <p:blipFill>
          <a:blip xmlns:r="http://schemas.openxmlformats.org/officeDocument/2006/relationships" r:embed="rId1"/>
          <a:srcRect/>
          <a:stretch>
            <a:fillRect/>
          </a:stretch>
        </p:blipFill>
        <p:spPr bwMode="auto">
          <a:xfrm>
            <a:off x="215900" y="-71438"/>
            <a:ext cx="9215438" cy="5616576"/>
          </a:xfrm>
          <a:prstGeom prst="rect"/>
          <a:noFill/>
          <a:ln>
            <a:noFill/>
          </a:ln>
          <a:effectLst/>
        </p:spPr>
      </p:pic>
    </p:spTree>
  </p:cSld>
  <p:clrMapOvr>
    <a:masterClrMapping/>
  </p:clrMapOvr>
  <p:transition spd="med" advTm="37417"/>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53" name=""/>
        <p:cNvGrpSpPr/>
        <p:nvPr/>
      </p:nvGrpSpPr>
      <p:grpSpPr>
        <a:xfrm>
          <a:off x="0" y="0"/>
          <a:ext cx="0" cy="0"/>
          <a:chOff x="0" y="0"/>
          <a:chExt cx="0" cy="0"/>
        </a:xfrm>
      </p:grpSpPr>
      <p:sp>
        <p:nvSpPr>
          <p:cNvPr id="1048609" name="Rectangle 1"/>
          <p:cNvSpPr>
            <a:spLocks noGrp="1" noChangeArrowheads="1"/>
          </p:cNvSpPr>
          <p:nvPr>
            <p:ph type="title" idx="4294967295"/>
          </p:nvPr>
        </p:nvSpPr>
        <p:spPr>
          <a:xfrm>
            <a:off x="503238" y="279400"/>
            <a:ext cx="9066212" cy="1300163"/>
          </a:xfrm>
        </p:spPr>
        <p:txBody>
          <a:bodyPr/>
          <a:p>
            <a:pPr eaLnBrk="1">
              <a:buClrTx/>
              <a:buFontTx/>
              <a:buNone/>
              <a:tabLst>
                <a:tab algn="l" pos="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 algn="l" pos="8985250"/>
              </a:tabLst>
            </a:pPr>
            <a:r>
              <a:rPr altLang="en-US" lang="en-IN"/>
              <a:t>What happens when a buffer overflow occurs?</a:t>
            </a:r>
            <a:endParaRPr altLang="en-US" lang="en-IN"/>
          </a:p>
        </p:txBody>
      </p:sp>
      <p:sp>
        <p:nvSpPr>
          <p:cNvPr id="1048610" name="Rectangle 2"/>
          <p:cNvSpPr>
            <a:spLocks noGrp="1" noChangeArrowheads="1"/>
          </p:cNvSpPr>
          <p:nvPr>
            <p:ph type="body" idx="4294967295"/>
          </p:nvPr>
        </p:nvSpPr>
        <p:spPr>
          <a:xfrm>
            <a:off x="287338" y="1768475"/>
            <a:ext cx="9575800" cy="5575300"/>
          </a:xfrm>
        </p:spPr>
        <p:txBody>
          <a:bodyPr/>
          <a:p>
            <a:pPr eaLnBrk="1" indent="-555625" marL="555625">
              <a:buSzPct val="45000"/>
              <a:buFont typeface="Wingdings" panose="05000000000000000000" pitchFamily="2" charset="2"/>
              <a:buChar char=""/>
              <a:tabLst>
                <a:tab algn="l" pos="555625"/>
                <a:tab algn="l" pos="660400"/>
                <a:tab algn="l" pos="1109345"/>
                <a:tab algn="l" pos="1558925"/>
                <a:tab algn="l" pos="2007870"/>
                <a:tab algn="l" pos="2457450"/>
                <a:tab algn="l" pos="2906395"/>
                <a:tab algn="l" pos="3355975"/>
                <a:tab algn="l" pos="3804920"/>
                <a:tab algn="l" pos="4254500"/>
                <a:tab algn="l" pos="4703445"/>
                <a:tab algn="l" pos="5153025"/>
                <a:tab algn="l" pos="5601970"/>
                <a:tab algn="l" pos="6051550"/>
                <a:tab algn="l" pos="6500495"/>
                <a:tab algn="l" pos="6950075"/>
                <a:tab algn="l" pos="7399020"/>
                <a:tab algn="l" pos="7848600"/>
                <a:tab algn="l" pos="8297545"/>
                <a:tab algn="l" pos="8747125"/>
                <a:tab algn="l" pos="9196070"/>
                <a:tab algn="l" pos="9434195"/>
              </a:tabLst>
            </a:pPr>
            <a:r>
              <a:rPr altLang="en-US" lang="en-IN"/>
              <a:t>When a memory buffer overflow occurs and data is written outside the buffer, the running program may become unstable, crash or return corrupt information. </a:t>
            </a:r>
            <a:endParaRPr altLang="en-US" lang="en-IN"/>
          </a:p>
          <a:p>
            <a:pPr eaLnBrk="1" indent="-555625" marL="555625">
              <a:buSzPct val="45000"/>
              <a:buFont typeface="Wingdings" panose="05000000000000000000" pitchFamily="2" charset="2"/>
              <a:buChar char=""/>
              <a:tabLst>
                <a:tab algn="l" pos="555625"/>
                <a:tab algn="l" pos="660400"/>
                <a:tab algn="l" pos="1109345"/>
                <a:tab algn="l" pos="1558925"/>
                <a:tab algn="l" pos="2007870"/>
                <a:tab algn="l" pos="2457450"/>
                <a:tab algn="l" pos="2906395"/>
                <a:tab algn="l" pos="3355975"/>
                <a:tab algn="l" pos="3804920"/>
                <a:tab algn="l" pos="4254500"/>
                <a:tab algn="l" pos="4703445"/>
                <a:tab algn="l" pos="5153025"/>
                <a:tab algn="l" pos="5601970"/>
                <a:tab algn="l" pos="6051550"/>
                <a:tab algn="l" pos="6500495"/>
                <a:tab algn="l" pos="6950075"/>
                <a:tab algn="l" pos="7399020"/>
                <a:tab algn="l" pos="7848600"/>
                <a:tab algn="l" pos="8297545"/>
                <a:tab algn="l" pos="8747125"/>
                <a:tab algn="l" pos="9196070"/>
                <a:tab algn="l" pos="9434195"/>
              </a:tabLst>
            </a:pPr>
            <a:r>
              <a:rPr altLang="en-US" lang="en-IN"/>
              <a:t>The overwritten parts of memory may have contained other important data for the running application which is now overwritten and not available to the program anymore.</a:t>
            </a:r>
            <a:endParaRPr altLang="en-US" lang="en-IN"/>
          </a:p>
          <a:p>
            <a:pPr eaLnBrk="1" indent="-555625" marL="555625">
              <a:buSzPct val="45000"/>
              <a:buFont typeface="Wingdings" panose="05000000000000000000" pitchFamily="2" charset="2"/>
              <a:buChar char=""/>
              <a:tabLst>
                <a:tab algn="l" pos="555625"/>
                <a:tab algn="l" pos="660400"/>
                <a:tab algn="l" pos="1109345"/>
                <a:tab algn="l" pos="1558925"/>
                <a:tab algn="l" pos="2007870"/>
                <a:tab algn="l" pos="2457450"/>
                <a:tab algn="l" pos="2906395"/>
                <a:tab algn="l" pos="3355975"/>
                <a:tab algn="l" pos="3804920"/>
                <a:tab algn="l" pos="4254500"/>
                <a:tab algn="l" pos="4703445"/>
                <a:tab algn="l" pos="5153025"/>
                <a:tab algn="l" pos="5601970"/>
                <a:tab algn="l" pos="6051550"/>
                <a:tab algn="l" pos="6500495"/>
                <a:tab algn="l" pos="6950075"/>
                <a:tab algn="l" pos="7399020"/>
                <a:tab algn="l" pos="7848600"/>
                <a:tab algn="l" pos="8297545"/>
                <a:tab algn="l" pos="8747125"/>
                <a:tab algn="l" pos="9196070"/>
                <a:tab algn="l" pos="9434195"/>
              </a:tabLst>
            </a:pPr>
            <a:r>
              <a:rPr altLang="en-US" lang="en-IN"/>
              <a:t> Buffer overflows can even run other (malicious) programs or commands and result in arbitrary code execution.</a:t>
            </a:r>
            <a:endParaRPr altLang="en-US" lang="en-IN"/>
          </a:p>
        </p:txBody>
      </p:sp>
    </p:spTree>
  </p:cSld>
  <p:clrMapOvr>
    <a:masterClrMapping/>
  </p:clrMapOvr>
  <p:transition spd="med" advTm="107634"/>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56" name=""/>
        <p:cNvGrpSpPr/>
        <p:nvPr/>
      </p:nvGrpSpPr>
      <p:grpSpPr>
        <a:xfrm>
          <a:off x="0" y="0"/>
          <a:ext cx="0" cy="0"/>
          <a:chOff x="0" y="0"/>
          <a:chExt cx="0" cy="0"/>
        </a:xfrm>
      </p:grpSpPr>
      <p:sp>
        <p:nvSpPr>
          <p:cNvPr id="1048614" name="Rectangle 1"/>
          <p:cNvSpPr>
            <a:spLocks noGrp="1" noChangeArrowheads="1"/>
          </p:cNvSpPr>
          <p:nvPr>
            <p:ph type="title" idx="4294967295"/>
          </p:nvPr>
        </p:nvSpPr>
        <p:spPr>
          <a:xfrm>
            <a:off x="503238" y="301625"/>
            <a:ext cx="9070975" cy="1262063"/>
          </a:xfrm>
        </p:spPr>
        <p:txBody>
          <a:bodyPr tIns="31680"/>
          <a:p>
            <a:pPr eaLnBrk="1">
              <a:lnSpc>
                <a:spcPct val="93000"/>
              </a:lnSpc>
              <a:buClrTx/>
              <a:buFontTx/>
              <a:buNone/>
              <a:tabLst>
                <a:tab algn="l" pos="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 algn="l" pos="8985250"/>
              </a:tabLst>
            </a:pPr>
            <a:r>
              <a:rPr altLang="en-US" b="1" sz="3600" lang="en-IN">
                <a:latin typeface="Times New Roman" panose="02020603050405020304" pitchFamily="18" charset="0"/>
                <a:cs typeface="Times New Roman" panose="02020603050405020304" pitchFamily="18" charset="0"/>
              </a:rPr>
              <a:t>Format String</a:t>
            </a:r>
            <a:endParaRPr altLang="en-US" b="1" sz="3600" lang="en-IN">
              <a:latin typeface="Times New Roman" panose="02020603050405020304" pitchFamily="18" charset="0"/>
              <a:cs typeface="Times New Roman" panose="02020603050405020304" pitchFamily="18" charset="0"/>
            </a:endParaRPr>
          </a:p>
        </p:txBody>
      </p:sp>
      <p:sp>
        <p:nvSpPr>
          <p:cNvPr id="1048615" name="Rectangle 2"/>
          <p:cNvSpPr>
            <a:spLocks noGrp="1" noChangeArrowheads="1"/>
          </p:cNvSpPr>
          <p:nvPr>
            <p:ph type="body" idx="4294967295"/>
          </p:nvPr>
        </p:nvSpPr>
        <p:spPr>
          <a:xfrm>
            <a:off x="503238" y="1439863"/>
            <a:ext cx="8999537" cy="5903912"/>
          </a:xfrm>
        </p:spPr>
        <p:txBody>
          <a:bodyPr tIns="28080"/>
          <a:p>
            <a:pPr algn="just" eaLnBrk="1" indent="-319405" marL="424180">
              <a:lnSpc>
                <a:spcPct val="93000"/>
              </a:lnSpc>
              <a:buSzPct val="45000"/>
              <a:buFont typeface="Wingdings" panose="05000000000000000000" pitchFamily="2" charset="2"/>
              <a:buChar char=""/>
              <a:tabLst>
                <a:tab algn="l" pos="423545"/>
                <a:tab algn="l" pos="528320"/>
                <a:tab algn="l" pos="977900"/>
                <a:tab algn="l" pos="1426845"/>
                <a:tab algn="l" pos="1876425"/>
                <a:tab algn="l" pos="2325370"/>
                <a:tab algn="l" pos="2774950"/>
                <a:tab algn="l" pos="3223895"/>
                <a:tab algn="l" pos="3673475"/>
                <a:tab algn="l" pos="4122420"/>
                <a:tab algn="l" pos="4572000"/>
                <a:tab algn="l" pos="5020945"/>
                <a:tab algn="l" pos="5470525"/>
                <a:tab algn="l" pos="5919470"/>
                <a:tab algn="l" pos="6369050"/>
                <a:tab algn="l" pos="6817995"/>
                <a:tab algn="l" pos="7267575"/>
                <a:tab algn="l" pos="7716520"/>
                <a:tab algn="l" pos="8166100"/>
                <a:tab algn="l" pos="8615045"/>
                <a:tab algn="l" pos="9064625"/>
              </a:tabLst>
            </a:pPr>
            <a:r>
              <a:rPr altLang="en-US" lang="en-IN">
                <a:latin typeface="Times New Roman" panose="02020603050405020304" pitchFamily="18" charset="0"/>
                <a:cs typeface="Times New Roman" panose="02020603050405020304" pitchFamily="18" charset="0"/>
              </a:rPr>
              <a:t>The </a:t>
            </a:r>
            <a:r>
              <a:rPr altLang="en-US" b="1" lang="en-IN">
                <a:latin typeface="Times New Roman" panose="02020603050405020304" pitchFamily="18" charset="0"/>
                <a:cs typeface="Times New Roman" panose="02020603050405020304" pitchFamily="18" charset="0"/>
              </a:rPr>
              <a:t>Format String</a:t>
            </a:r>
            <a:r>
              <a:rPr altLang="en-US" lang="en-IN">
                <a:latin typeface="Times New Roman" panose="02020603050405020304" pitchFamily="18" charset="0"/>
                <a:cs typeface="Times New Roman" panose="02020603050405020304" pitchFamily="18" charset="0"/>
              </a:rPr>
              <a:t> exploit occurs when the submitted data of an input string is evaluated as a command by the application. </a:t>
            </a:r>
            <a:endParaRPr altLang="en-US" lang="en-IN">
              <a:latin typeface="Times New Roman" panose="02020603050405020304" pitchFamily="18" charset="0"/>
              <a:cs typeface="Times New Roman" panose="02020603050405020304" pitchFamily="18" charset="0"/>
            </a:endParaRPr>
          </a:p>
          <a:p>
            <a:pPr algn="just" eaLnBrk="1" indent="-319405" marL="424180">
              <a:lnSpc>
                <a:spcPct val="93000"/>
              </a:lnSpc>
              <a:buClrTx/>
              <a:buSzPct val="45000"/>
              <a:buFontTx/>
              <a:buNone/>
              <a:tabLst>
                <a:tab algn="l" pos="423545"/>
                <a:tab algn="l" pos="528320"/>
                <a:tab algn="l" pos="977900"/>
                <a:tab algn="l" pos="1426845"/>
                <a:tab algn="l" pos="1876425"/>
                <a:tab algn="l" pos="2325370"/>
                <a:tab algn="l" pos="2774950"/>
                <a:tab algn="l" pos="3223895"/>
                <a:tab algn="l" pos="3673475"/>
                <a:tab algn="l" pos="4122420"/>
                <a:tab algn="l" pos="4572000"/>
                <a:tab algn="l" pos="5020945"/>
                <a:tab algn="l" pos="5470525"/>
                <a:tab algn="l" pos="5919470"/>
                <a:tab algn="l" pos="6369050"/>
                <a:tab algn="l" pos="6817995"/>
                <a:tab algn="l" pos="7267575"/>
                <a:tab algn="l" pos="7716520"/>
                <a:tab algn="l" pos="8166100"/>
                <a:tab algn="l" pos="8615045"/>
                <a:tab algn="l" pos="9064625"/>
              </a:tabLst>
            </a:pPr>
            <a:endParaRPr altLang="en-US" lang="en-IN">
              <a:latin typeface="Times New Roman" panose="02020603050405020304" pitchFamily="18" charset="0"/>
              <a:cs typeface="Times New Roman" panose="02020603050405020304" pitchFamily="18" charset="0"/>
            </a:endParaRPr>
          </a:p>
          <a:p>
            <a:pPr algn="just" eaLnBrk="1" indent="-319405" marL="424180">
              <a:lnSpc>
                <a:spcPct val="93000"/>
              </a:lnSpc>
              <a:buSzPct val="45000"/>
              <a:buFont typeface="Wingdings" panose="05000000000000000000" pitchFamily="2" charset="2"/>
              <a:buChar char=""/>
              <a:tabLst>
                <a:tab algn="l" pos="423545"/>
                <a:tab algn="l" pos="528320"/>
                <a:tab algn="l" pos="977900"/>
                <a:tab algn="l" pos="1426845"/>
                <a:tab algn="l" pos="1876425"/>
                <a:tab algn="l" pos="2325370"/>
                <a:tab algn="l" pos="2774950"/>
                <a:tab algn="l" pos="3223895"/>
                <a:tab algn="l" pos="3673475"/>
                <a:tab algn="l" pos="4122420"/>
                <a:tab algn="l" pos="4572000"/>
                <a:tab algn="l" pos="5020945"/>
                <a:tab algn="l" pos="5470525"/>
                <a:tab algn="l" pos="5919470"/>
                <a:tab algn="l" pos="6369050"/>
                <a:tab algn="l" pos="6817995"/>
                <a:tab algn="l" pos="7267575"/>
                <a:tab algn="l" pos="7716520"/>
                <a:tab algn="l" pos="8166100"/>
                <a:tab algn="l" pos="8615045"/>
                <a:tab algn="l" pos="9064625"/>
              </a:tabLst>
            </a:pPr>
            <a:r>
              <a:rPr altLang="en-US" lang="en-IN">
                <a:latin typeface="Times New Roman" panose="02020603050405020304" pitchFamily="18" charset="0"/>
                <a:cs typeface="Times New Roman" panose="02020603050405020304" pitchFamily="18" charset="0"/>
              </a:rPr>
              <a:t>In this way, the attacker could execute code, read the stack, or cause a segmentation fault in the running application, causing new behaviors that could compromise the security or the stability of the system.</a:t>
            </a:r>
            <a:endParaRPr altLang="en-US" lang="en-IN">
              <a:latin typeface="Times New Roman" panose="02020603050405020304" pitchFamily="18" charset="0"/>
              <a:cs typeface="Times New Roman" panose="02020603050405020304" pitchFamily="18" charset="0"/>
            </a:endParaRPr>
          </a:p>
        </p:txBody>
      </p:sp>
    </p:spTree>
  </p:cSld>
  <p:clrMapOvr>
    <a:masterClrMapping/>
  </p:clrMapOvr>
  <p:transition spd="med" advTm="126046"/>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59" name=""/>
        <p:cNvGrpSpPr/>
        <p:nvPr/>
      </p:nvGrpSpPr>
      <p:grpSpPr>
        <a:xfrm>
          <a:off x="0" y="0"/>
          <a:ext cx="0" cy="0"/>
          <a:chOff x="0" y="0"/>
          <a:chExt cx="0" cy="0"/>
        </a:xfrm>
      </p:grpSpPr>
      <p:sp>
        <p:nvSpPr>
          <p:cNvPr id="1048619" name="Rectangle 1"/>
          <p:cNvSpPr>
            <a:spLocks noGrp="1" noChangeArrowheads="1"/>
          </p:cNvSpPr>
          <p:nvPr>
            <p:ph type="body" idx="4294967295"/>
          </p:nvPr>
        </p:nvSpPr>
        <p:spPr>
          <a:xfrm>
            <a:off x="503238" y="431800"/>
            <a:ext cx="9288462" cy="6838950"/>
          </a:xfrm>
        </p:spPr>
        <p:txBody>
          <a:bodyPr tIns="28080"/>
          <a:p>
            <a:pPr algn="just" eaLnBrk="1" indent="-319405" marL="424180">
              <a:lnSpc>
                <a:spcPct val="93000"/>
              </a:lnSpc>
              <a:buSzPct val="45000"/>
              <a:buFont typeface="Wingdings" panose="05000000000000000000" pitchFamily="2" charset="2"/>
              <a:buChar char=""/>
              <a:tabLst>
                <a:tab algn="l" pos="423545"/>
                <a:tab algn="l" pos="528320"/>
                <a:tab algn="l" pos="977900"/>
                <a:tab algn="l" pos="1426845"/>
                <a:tab algn="l" pos="1876425"/>
                <a:tab algn="l" pos="2325370"/>
                <a:tab algn="l" pos="2774950"/>
                <a:tab algn="l" pos="3223895"/>
                <a:tab algn="l" pos="3673475"/>
                <a:tab algn="l" pos="4122420"/>
                <a:tab algn="l" pos="4572000"/>
                <a:tab algn="l" pos="5020945"/>
                <a:tab algn="l" pos="5470525"/>
                <a:tab algn="l" pos="5919470"/>
                <a:tab algn="l" pos="6369050"/>
                <a:tab algn="l" pos="6817995"/>
                <a:tab algn="l" pos="7267575"/>
                <a:tab algn="l" pos="7716520"/>
                <a:tab algn="l" pos="8166100"/>
                <a:tab algn="l" pos="8615045"/>
                <a:tab algn="l" pos="9064625"/>
              </a:tabLst>
            </a:pPr>
            <a:r>
              <a:rPr altLang="en-US" dirty="0" lang="en-IN">
                <a:latin typeface="Times New Roman" panose="02020603050405020304" pitchFamily="18" charset="0"/>
                <a:cs typeface="Times New Roman" panose="02020603050405020304" pitchFamily="18" charset="0"/>
              </a:rPr>
              <a:t>The </a:t>
            </a:r>
            <a:r>
              <a:rPr altLang="en-US" b="1" dirty="0" lang="en-IN">
                <a:latin typeface="Times New Roman" panose="02020603050405020304" pitchFamily="18" charset="0"/>
                <a:cs typeface="Times New Roman" panose="02020603050405020304" pitchFamily="18" charset="0"/>
              </a:rPr>
              <a:t>Format Function</a:t>
            </a:r>
            <a:r>
              <a:rPr altLang="en-US" dirty="0" lang="en-IN">
                <a:latin typeface="Times New Roman" panose="02020603050405020304" pitchFamily="18" charset="0"/>
                <a:cs typeface="Times New Roman" panose="02020603050405020304" pitchFamily="18" charset="0"/>
              </a:rPr>
              <a:t> is an ANSI Code conversion function, like </a:t>
            </a:r>
            <a:r>
              <a:rPr altLang="en-US" b="1" dirty="0" lang="en-IN" err="1">
                <a:latin typeface="Times New Roman" panose="02020603050405020304" pitchFamily="18" charset="0"/>
                <a:cs typeface="Times New Roman" panose="02020603050405020304" pitchFamily="18" charset="0"/>
              </a:rPr>
              <a:t>printf</a:t>
            </a:r>
            <a:r>
              <a:rPr altLang="en-US" b="1" dirty="0" lang="en-IN">
                <a:latin typeface="Times New Roman" panose="02020603050405020304" pitchFamily="18" charset="0"/>
                <a:cs typeface="Times New Roman" panose="02020603050405020304" pitchFamily="18" charset="0"/>
              </a:rPr>
              <a:t>, </a:t>
            </a:r>
            <a:r>
              <a:rPr altLang="en-US" b="1" dirty="0" lang="en-IN" err="1">
                <a:latin typeface="Times New Roman" panose="02020603050405020304" pitchFamily="18" charset="0"/>
                <a:cs typeface="Times New Roman" panose="02020603050405020304" pitchFamily="18" charset="0"/>
              </a:rPr>
              <a:t>fprintf</a:t>
            </a:r>
            <a:r>
              <a:rPr altLang="en-US" dirty="0" lang="en-IN">
                <a:latin typeface="Times New Roman" panose="02020603050405020304" pitchFamily="18" charset="0"/>
                <a:cs typeface="Times New Roman" panose="02020603050405020304" pitchFamily="18" charset="0"/>
              </a:rPr>
              <a:t>, which converts a primitive variable of the programming language into a human-readable string representation(converts C data types into a string representation)</a:t>
            </a:r>
            <a:endParaRPr altLang="en-US" dirty="0" lang="en-IN">
              <a:latin typeface="Times New Roman" panose="02020603050405020304" pitchFamily="18" charset="0"/>
              <a:cs typeface="Times New Roman" panose="02020603050405020304" pitchFamily="18" charset="0"/>
            </a:endParaRPr>
          </a:p>
          <a:p>
            <a:pPr algn="just" eaLnBrk="1" indent="-319405" marL="424180">
              <a:lnSpc>
                <a:spcPct val="93000"/>
              </a:lnSpc>
              <a:buSzPct val="45000"/>
              <a:buFont typeface="Wingdings" panose="05000000000000000000" pitchFamily="2" charset="2"/>
              <a:buChar char=""/>
              <a:tabLst>
                <a:tab algn="l" pos="423545"/>
                <a:tab algn="l" pos="528320"/>
                <a:tab algn="l" pos="977900"/>
                <a:tab algn="l" pos="1426845"/>
                <a:tab algn="l" pos="1876425"/>
                <a:tab algn="l" pos="2325370"/>
                <a:tab algn="l" pos="2774950"/>
                <a:tab algn="l" pos="3223895"/>
                <a:tab algn="l" pos="3673475"/>
                <a:tab algn="l" pos="4122420"/>
                <a:tab algn="l" pos="4572000"/>
                <a:tab algn="l" pos="5020945"/>
                <a:tab algn="l" pos="5470525"/>
                <a:tab algn="l" pos="5919470"/>
                <a:tab algn="l" pos="6369050"/>
                <a:tab algn="l" pos="6817995"/>
                <a:tab algn="l" pos="7267575"/>
                <a:tab algn="l" pos="7716520"/>
                <a:tab algn="l" pos="8166100"/>
                <a:tab algn="l" pos="8615045"/>
                <a:tab algn="l" pos="9064625"/>
              </a:tabLst>
            </a:pPr>
            <a:r>
              <a:rPr altLang="en-US" dirty="0" lang="en-IN">
                <a:latin typeface="Times New Roman" panose="02020603050405020304" pitchFamily="18" charset="0"/>
                <a:cs typeface="Times New Roman" panose="02020603050405020304" pitchFamily="18" charset="0"/>
              </a:rPr>
              <a:t>The </a:t>
            </a:r>
            <a:r>
              <a:rPr altLang="en-US" b="1" dirty="0" lang="en-IN">
                <a:latin typeface="Times New Roman" panose="02020603050405020304" pitchFamily="18" charset="0"/>
                <a:cs typeface="Times New Roman" panose="02020603050405020304" pitchFamily="18" charset="0"/>
              </a:rPr>
              <a:t>Format String</a:t>
            </a:r>
            <a:r>
              <a:rPr altLang="en-US" dirty="0" lang="en-IN">
                <a:latin typeface="Times New Roman" panose="02020603050405020304" pitchFamily="18" charset="0"/>
                <a:cs typeface="Times New Roman" panose="02020603050405020304" pitchFamily="18" charset="0"/>
              </a:rPr>
              <a:t> is the argument of the Format Function and is an ASCII Z string which contains text and format parameters, like: </a:t>
            </a:r>
            <a:r>
              <a:rPr altLang="en-US" b="1" dirty="0" lang="en-IN" err="1">
                <a:latin typeface="Times New Roman" panose="02020603050405020304" pitchFamily="18" charset="0"/>
                <a:cs typeface="Times New Roman" panose="02020603050405020304" pitchFamily="18" charset="0"/>
              </a:rPr>
              <a:t>printf</a:t>
            </a:r>
            <a:r>
              <a:rPr altLang="en-US" b="1" dirty="0" lang="en-IN">
                <a:latin typeface="Times New Roman" panose="02020603050405020304" pitchFamily="18" charset="0"/>
                <a:cs typeface="Times New Roman" panose="02020603050405020304" pitchFamily="18" charset="0"/>
              </a:rPr>
              <a:t> ("The magic number is: %d\n", 1911)</a:t>
            </a:r>
            <a:r>
              <a:rPr altLang="en-US" dirty="0" lang="en-IN">
                <a:latin typeface="Times New Roman" panose="02020603050405020304" pitchFamily="18" charset="0"/>
                <a:cs typeface="Times New Roman" panose="02020603050405020304" pitchFamily="18" charset="0"/>
              </a:rPr>
              <a:t>; </a:t>
            </a:r>
            <a:endParaRPr altLang="en-US" dirty="0" lang="en-IN">
              <a:latin typeface="Times New Roman" panose="02020603050405020304" pitchFamily="18" charset="0"/>
              <a:cs typeface="Times New Roman" panose="02020603050405020304" pitchFamily="18" charset="0"/>
            </a:endParaRPr>
          </a:p>
          <a:p>
            <a:pPr algn="just" eaLnBrk="1" indent="-319405" marL="424180">
              <a:lnSpc>
                <a:spcPct val="93000"/>
              </a:lnSpc>
              <a:buSzPct val="45000"/>
              <a:buFont typeface="Wingdings" panose="05000000000000000000" pitchFamily="2" charset="2"/>
              <a:buChar char=""/>
              <a:tabLst>
                <a:tab algn="l" pos="423545"/>
                <a:tab algn="l" pos="528320"/>
                <a:tab algn="l" pos="977900"/>
                <a:tab algn="l" pos="1426845"/>
                <a:tab algn="l" pos="1876425"/>
                <a:tab algn="l" pos="2325370"/>
                <a:tab algn="l" pos="2774950"/>
                <a:tab algn="l" pos="3223895"/>
                <a:tab algn="l" pos="3673475"/>
                <a:tab algn="l" pos="4122420"/>
                <a:tab algn="l" pos="4572000"/>
                <a:tab algn="l" pos="5020945"/>
                <a:tab algn="l" pos="5470525"/>
                <a:tab algn="l" pos="5919470"/>
                <a:tab algn="l" pos="6369050"/>
                <a:tab algn="l" pos="6817995"/>
                <a:tab algn="l" pos="7267575"/>
                <a:tab algn="l" pos="7716520"/>
                <a:tab algn="l" pos="8166100"/>
                <a:tab algn="l" pos="8615045"/>
                <a:tab algn="l" pos="9064625"/>
              </a:tabLst>
            </a:pPr>
            <a:r>
              <a:rPr altLang="en-US" dirty="0" lang="en-IN">
                <a:latin typeface="Times New Roman" panose="02020603050405020304" pitchFamily="18" charset="0"/>
                <a:cs typeface="Times New Roman" panose="02020603050405020304" pitchFamily="18" charset="0"/>
              </a:rPr>
              <a:t>The </a:t>
            </a:r>
            <a:r>
              <a:rPr altLang="en-US" b="1" dirty="0" lang="en-IN">
                <a:latin typeface="Times New Roman" panose="02020603050405020304" pitchFamily="18" charset="0"/>
                <a:cs typeface="Times New Roman" panose="02020603050405020304" pitchFamily="18" charset="0"/>
              </a:rPr>
              <a:t>Format String Parameter</a:t>
            </a:r>
            <a:r>
              <a:rPr altLang="en-US" dirty="0" lang="en-IN">
                <a:latin typeface="Times New Roman" panose="02020603050405020304" pitchFamily="18" charset="0"/>
                <a:cs typeface="Times New Roman" panose="02020603050405020304" pitchFamily="18" charset="0"/>
              </a:rPr>
              <a:t>, like </a:t>
            </a:r>
            <a:r>
              <a:rPr altLang="en-US" b="1" dirty="0" lang="en-IN">
                <a:latin typeface="Times New Roman" panose="02020603050405020304" pitchFamily="18" charset="0"/>
                <a:cs typeface="Times New Roman" panose="02020603050405020304" pitchFamily="18" charset="0"/>
              </a:rPr>
              <a:t>%x %s</a:t>
            </a:r>
            <a:r>
              <a:rPr altLang="en-US" dirty="0" lang="en-IN">
                <a:latin typeface="Times New Roman" panose="02020603050405020304" pitchFamily="18" charset="0"/>
                <a:cs typeface="Times New Roman" panose="02020603050405020304" pitchFamily="18" charset="0"/>
              </a:rPr>
              <a:t> defines the type of conversion of the format function.</a:t>
            </a:r>
            <a:endParaRPr altLang="en-US" dirty="0" lang="en-IN">
              <a:latin typeface="Times New Roman" panose="02020603050405020304" pitchFamily="18" charset="0"/>
              <a:cs typeface="Times New Roman" panose="02020603050405020304" pitchFamily="18" charset="0"/>
            </a:endParaRPr>
          </a:p>
          <a:p>
            <a:pPr algn="just" eaLnBrk="1" indent="-319405" marL="424180">
              <a:lnSpc>
                <a:spcPct val="93000"/>
              </a:lnSpc>
              <a:buClrTx/>
              <a:buSzPct val="45000"/>
              <a:buFontTx/>
              <a:buNone/>
              <a:tabLst>
                <a:tab algn="l" pos="423545"/>
                <a:tab algn="l" pos="528320"/>
                <a:tab algn="l" pos="977900"/>
                <a:tab algn="l" pos="1426845"/>
                <a:tab algn="l" pos="1876425"/>
                <a:tab algn="l" pos="2325370"/>
                <a:tab algn="l" pos="2774950"/>
                <a:tab algn="l" pos="3223895"/>
                <a:tab algn="l" pos="3673475"/>
                <a:tab algn="l" pos="4122420"/>
                <a:tab algn="l" pos="4572000"/>
                <a:tab algn="l" pos="5020945"/>
                <a:tab algn="l" pos="5470525"/>
                <a:tab algn="l" pos="5919470"/>
                <a:tab algn="l" pos="6369050"/>
                <a:tab algn="l" pos="6817995"/>
                <a:tab algn="l" pos="7267575"/>
                <a:tab algn="l" pos="7716520"/>
                <a:tab algn="l" pos="8166100"/>
                <a:tab algn="l" pos="8615045"/>
                <a:tab algn="l" pos="9064625"/>
              </a:tabLst>
            </a:pPr>
            <a:endParaRPr altLang="en-US" dirty="0" lang="en-IN">
              <a:latin typeface="Times New Roman" panose="02020603050405020304" pitchFamily="18" charset="0"/>
              <a:cs typeface="Times New Roman" panose="02020603050405020304" pitchFamily="18" charset="0"/>
            </a:endParaRPr>
          </a:p>
        </p:txBody>
      </p:sp>
    </p:spTree>
  </p:cSld>
  <p:clrMapOvr>
    <a:masterClrMapping/>
  </p:clrMapOvr>
  <p:transition spd="med" advTm="194325"/>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62" name=""/>
        <p:cNvGrpSpPr/>
        <p:nvPr/>
      </p:nvGrpSpPr>
      <p:grpSpPr>
        <a:xfrm>
          <a:off x="0" y="0"/>
          <a:ext cx="0" cy="0"/>
          <a:chOff x="0" y="0"/>
          <a:chExt cx="0" cy="0"/>
        </a:xfrm>
      </p:grpSpPr>
      <p:sp>
        <p:nvSpPr>
          <p:cNvPr id="1048623" name="Rectangle 1"/>
          <p:cNvSpPr>
            <a:spLocks noGrp="1" noChangeArrowheads="1"/>
          </p:cNvSpPr>
          <p:nvPr>
            <p:ph type="title" idx="4294967295"/>
          </p:nvPr>
        </p:nvSpPr>
        <p:spPr>
          <a:xfrm>
            <a:off x="503238" y="301625"/>
            <a:ext cx="9069387" cy="561975"/>
          </a:xfrm>
        </p:spPr>
        <p:txBody>
          <a:bodyPr/>
          <a:p>
            <a:pPr eaLnBrk="1">
              <a:buClrTx/>
              <a:buFontTx/>
              <a:buNone/>
              <a:tabLst>
                <a:tab algn="l" pos="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 algn="l" pos="8985250"/>
              </a:tabLst>
            </a:pPr>
            <a:r>
              <a:rPr altLang="en-US" b="1" dirty="0" sz="3600" lang="en-IN">
                <a:latin typeface="Times New Roman" panose="02020603050405020304" pitchFamily="18" charset="0"/>
                <a:cs typeface="Times New Roman" panose="02020603050405020304" pitchFamily="18" charset="0"/>
              </a:rPr>
              <a:t>Cross-Site Scripting (XSS)</a:t>
            </a:r>
            <a:endParaRPr altLang="en-US" b="1" dirty="0" sz="3600" lang="en-IN">
              <a:latin typeface="Times New Roman" panose="02020603050405020304" pitchFamily="18" charset="0"/>
              <a:cs typeface="Times New Roman" panose="02020603050405020304" pitchFamily="18" charset="0"/>
            </a:endParaRPr>
          </a:p>
        </p:txBody>
      </p:sp>
      <p:sp>
        <p:nvSpPr>
          <p:cNvPr id="1048624" name="Rectangle 2"/>
          <p:cNvSpPr>
            <a:spLocks noGrp="1" noChangeArrowheads="1"/>
          </p:cNvSpPr>
          <p:nvPr>
            <p:ph type="body" idx="4294967295"/>
          </p:nvPr>
        </p:nvSpPr>
        <p:spPr>
          <a:xfrm>
            <a:off x="144463" y="936625"/>
            <a:ext cx="9647237" cy="6335713"/>
          </a:xfrm>
        </p:spPr>
        <p:txBody>
          <a:bodyPr/>
          <a:p>
            <a:pPr eaLnBrk="1" indent="-552450" marL="552450">
              <a:buSzPct val="45000"/>
              <a:buFont typeface="Wingdings" panose="05000000000000000000" pitchFamily="2" charset="2"/>
              <a:buChar char=""/>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r>
              <a:rPr altLang="en-US" b="1" sz="2800" lang="en-IN">
                <a:latin typeface="Times New Roman" panose="02020603050405020304" pitchFamily="18" charset="0"/>
                <a:cs typeface="Times New Roman" panose="02020603050405020304" pitchFamily="18" charset="0"/>
              </a:rPr>
              <a:t>Cross-Site Scripting (XSS)</a:t>
            </a:r>
            <a:r>
              <a:rPr altLang="en-US" sz="2800" lang="en-IN">
                <a:latin typeface="Times New Roman" panose="02020603050405020304" pitchFamily="18" charset="0"/>
                <a:cs typeface="Times New Roman" panose="02020603050405020304" pitchFamily="18" charset="0"/>
              </a:rPr>
              <a:t> attacks are a type of injection, in which malicious scripts are injected into otherwise trusted websites. </a:t>
            </a:r>
            <a:endParaRPr altLang="en-US" sz="2800" lang="en-IN">
              <a:latin typeface="Times New Roman" panose="02020603050405020304" pitchFamily="18" charset="0"/>
              <a:cs typeface="Times New Roman" panose="02020603050405020304" pitchFamily="18" charset="0"/>
            </a:endParaRPr>
          </a:p>
          <a:p>
            <a:pPr eaLnBrk="1" indent="-552450" marL="552450">
              <a:buSzPct val="45000"/>
              <a:buFont typeface="Wingdings" panose="05000000000000000000" pitchFamily="2" charset="2"/>
              <a:buChar char=""/>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r>
              <a:rPr altLang="en-US" sz="2800" lang="en-IN">
                <a:latin typeface="Times New Roman" panose="02020603050405020304" pitchFamily="18" charset="0"/>
                <a:cs typeface="Times New Roman" panose="02020603050405020304" pitchFamily="18" charset="0"/>
              </a:rPr>
              <a:t>XSS attacks occur when an attacker uses a web application to send malicious code, generally in the form of a browser side script, to a different end user. </a:t>
            </a:r>
            <a:endParaRPr altLang="en-US" sz="2800" lang="en-IN">
              <a:latin typeface="Times New Roman" panose="02020603050405020304" pitchFamily="18" charset="0"/>
              <a:cs typeface="Times New Roman" panose="02020603050405020304" pitchFamily="18" charset="0"/>
            </a:endParaRPr>
          </a:p>
          <a:p>
            <a:pPr eaLnBrk="1" indent="-552450" marL="552450">
              <a:buSzPct val="45000"/>
              <a:buFont typeface="Wingdings" panose="05000000000000000000" pitchFamily="2" charset="2"/>
              <a:buChar char=""/>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r>
              <a:rPr altLang="en-US" sz="2800" lang="en-IN">
                <a:latin typeface="Times New Roman" panose="02020603050405020304" pitchFamily="18" charset="0"/>
                <a:cs typeface="Times New Roman" panose="02020603050405020304" pitchFamily="18" charset="0"/>
              </a:rPr>
              <a:t>The attacker aims to execute malicious scripts in a web browser of the victim by including malicious code in a legitimate web page or web application. </a:t>
            </a:r>
            <a:endParaRPr altLang="en-US" sz="2800" lang="en-IN">
              <a:latin typeface="Times New Roman" panose="02020603050405020304" pitchFamily="18" charset="0"/>
              <a:cs typeface="Times New Roman" panose="02020603050405020304" pitchFamily="18" charset="0"/>
            </a:endParaRPr>
          </a:p>
          <a:p>
            <a:pPr eaLnBrk="1" indent="-552450" marL="552450">
              <a:buSzPct val="45000"/>
              <a:buFont typeface="Wingdings" panose="05000000000000000000" pitchFamily="2" charset="2"/>
              <a:buChar char=""/>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r>
              <a:rPr altLang="en-US" sz="2800" lang="en-IN">
                <a:latin typeface="Times New Roman" panose="02020603050405020304" pitchFamily="18" charset="0"/>
                <a:cs typeface="Times New Roman" panose="02020603050405020304" pitchFamily="18" charset="0"/>
              </a:rPr>
              <a:t>The actual attack occurs when the victim visits the web page or web application that executes the malicious code. </a:t>
            </a:r>
            <a:endParaRPr altLang="en-US" sz="2800" lang="en-IN">
              <a:latin typeface="Times New Roman" panose="02020603050405020304" pitchFamily="18" charset="0"/>
              <a:cs typeface="Times New Roman" panose="02020603050405020304" pitchFamily="18" charset="0"/>
            </a:endParaRPr>
          </a:p>
          <a:p>
            <a:pPr eaLnBrk="1" indent="-552450" marL="552450">
              <a:buSzPct val="45000"/>
              <a:buFont typeface="Wingdings" panose="05000000000000000000" pitchFamily="2" charset="2"/>
              <a:buChar char=""/>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r>
              <a:rPr altLang="en-US" sz="2800" lang="en-IN">
                <a:latin typeface="Times New Roman" panose="02020603050405020304" pitchFamily="18" charset="0"/>
                <a:cs typeface="Times New Roman" panose="02020603050405020304" pitchFamily="18" charset="0"/>
              </a:rPr>
              <a:t>The web page or web application becomes a vehicle to deliver the malicious script to the user’s browser.</a:t>
            </a:r>
            <a:endParaRPr altLang="en-US" sz="2800" lang="en-IN">
              <a:latin typeface="Times New Roman" panose="02020603050405020304" pitchFamily="18" charset="0"/>
              <a:cs typeface="Times New Roman" panose="02020603050405020304" pitchFamily="18" charset="0"/>
            </a:endParaRPr>
          </a:p>
        </p:txBody>
      </p:sp>
    </p:spTree>
  </p:cSld>
  <p:clrMapOvr>
    <a:masterClrMapping/>
  </p:clrMapOvr>
  <p:transition spd="med" advTm="82997"/>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65" name=""/>
        <p:cNvGrpSpPr/>
        <p:nvPr/>
      </p:nvGrpSpPr>
      <p:grpSpPr>
        <a:xfrm>
          <a:off x="0" y="0"/>
          <a:ext cx="0" cy="0"/>
          <a:chOff x="0" y="0"/>
          <a:chExt cx="0" cy="0"/>
        </a:xfrm>
      </p:grpSpPr>
      <p:pic>
        <p:nvPicPr>
          <p:cNvPr id="2097153" name="Picture 1"/>
          <p:cNvPicPr>
            <a:picLocks noChangeAspect="1" noChangeArrowheads="1"/>
          </p:cNvPicPr>
          <p:nvPr/>
        </p:nvPicPr>
        <p:blipFill>
          <a:blip xmlns:r="http://schemas.openxmlformats.org/officeDocument/2006/relationships" r:embed="rId1"/>
          <a:srcRect/>
          <a:stretch>
            <a:fillRect/>
          </a:stretch>
        </p:blipFill>
        <p:spPr bwMode="auto">
          <a:xfrm>
            <a:off x="0" y="0"/>
            <a:ext cx="9864725" cy="7559675"/>
          </a:xfrm>
          <a:prstGeom prst="rect"/>
          <a:noFill/>
          <a:ln>
            <a:noFill/>
          </a:ln>
          <a:effectLst/>
        </p:spPr>
      </p:pic>
    </p:spTree>
  </p:cSld>
  <p:clrMapOvr>
    <a:masterClrMapping/>
  </p:clrMapOvr>
  <p:transition spd="med" advTm="86271"/>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82" name=""/>
        <p:cNvGrpSpPr/>
        <p:nvPr/>
      </p:nvGrpSpPr>
      <p:grpSpPr>
        <a:xfrm>
          <a:off x="0" y="0"/>
          <a:ext cx="0" cy="0"/>
          <a:chOff x="0" y="0"/>
          <a:chExt cx="0" cy="0"/>
        </a:xfrm>
      </p:grpSpPr>
      <p:sp>
        <p:nvSpPr>
          <p:cNvPr id="1048634" name="Rectangle 1"/>
          <p:cNvSpPr>
            <a:spLocks noGrp="1" noChangeArrowheads="1"/>
          </p:cNvSpPr>
          <p:nvPr>
            <p:ph type="title"/>
          </p:nvPr>
        </p:nvSpPr>
        <p:spPr>
          <a:xfrm>
            <a:off x="503238" y="144463"/>
            <a:ext cx="9070975" cy="792162"/>
          </a:xfrm>
        </p:spPr>
        <p:txBody>
          <a:bodyPr/>
          <a:p>
            <a:pPr eaLnBrk="1">
              <a:buClrTx/>
              <a:buFontTx/>
              <a:buNone/>
              <a:tabLst>
                <a:tab algn="l" pos="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 algn="l" pos="8985250"/>
              </a:tabLst>
            </a:pPr>
            <a:r>
              <a:rPr altLang="en-US" b="1" sz="4000" lang="en-IN">
                <a:latin typeface="Times New Roman" panose="02020603050405020304" pitchFamily="18" charset="0"/>
                <a:cs typeface="Times New Roman" panose="02020603050405020304" pitchFamily="18" charset="0"/>
              </a:rPr>
              <a:t>Malware</a:t>
            </a:r>
            <a:endParaRPr altLang="en-US" b="1" sz="4000" lang="en-IN">
              <a:latin typeface="Times New Roman" panose="02020603050405020304" pitchFamily="18" charset="0"/>
              <a:cs typeface="Times New Roman" panose="02020603050405020304" pitchFamily="18" charset="0"/>
            </a:endParaRPr>
          </a:p>
        </p:txBody>
      </p:sp>
      <p:sp>
        <p:nvSpPr>
          <p:cNvPr id="1048635" name="Rectangle 2"/>
          <p:cNvSpPr>
            <a:spLocks noGrp="1" noChangeArrowheads="1"/>
          </p:cNvSpPr>
          <p:nvPr>
            <p:ph type="subTitle" idx="4294967295"/>
          </p:nvPr>
        </p:nvSpPr>
        <p:spPr>
          <a:xfrm>
            <a:off x="144463" y="1079500"/>
            <a:ext cx="9791700" cy="6048375"/>
          </a:xfrm>
        </p:spPr>
        <p:txBody>
          <a:bodyPr tIns="0"/>
          <a:p>
            <a:pPr eaLnBrk="1" indent="-552450" marL="552450">
              <a:spcAft>
                <a:spcPct val="0"/>
              </a:spcAft>
              <a:buSzPct val="45000"/>
              <a:buFont typeface="Wingdings" panose="05000000000000000000" pitchFamily="2" charset="2"/>
              <a:buChar char=""/>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r>
              <a:rPr altLang="en-US" b="1" sz="2800" lang="en-IN">
                <a:latin typeface="Times New Roman" panose="02020603050405020304" pitchFamily="18" charset="0"/>
                <a:cs typeface="Times New Roman" panose="02020603050405020304" pitchFamily="18" charset="0"/>
              </a:rPr>
              <a:t>Malware:</a:t>
            </a:r>
            <a:r>
              <a:rPr altLang="en-US" sz="2800" lang="en-IN">
                <a:latin typeface="Times New Roman" panose="02020603050405020304" pitchFamily="18" charset="0"/>
                <a:cs typeface="Times New Roman" panose="02020603050405020304" pitchFamily="18" charset="0"/>
              </a:rPr>
              <a:t> Any “</a:t>
            </a:r>
            <a:r>
              <a:rPr altLang="en-US" b="1" sz="2800" lang="en-IN">
                <a:latin typeface="Times New Roman" panose="02020603050405020304" pitchFamily="18" charset="0"/>
                <a:cs typeface="Times New Roman" panose="02020603050405020304" pitchFamily="18" charset="0"/>
              </a:rPr>
              <a:t>mal</a:t>
            </a:r>
            <a:r>
              <a:rPr altLang="en-US" sz="2800" lang="en-IN">
                <a:latin typeface="Times New Roman" panose="02020603050405020304" pitchFamily="18" charset="0"/>
                <a:cs typeface="Times New Roman" panose="02020603050405020304" pitchFamily="18" charset="0"/>
              </a:rPr>
              <a:t>icious soft</a:t>
            </a:r>
            <a:r>
              <a:rPr altLang="en-US" b="1" sz="2800" lang="en-IN">
                <a:latin typeface="Times New Roman" panose="02020603050405020304" pitchFamily="18" charset="0"/>
                <a:cs typeface="Times New Roman" panose="02020603050405020304" pitchFamily="18" charset="0"/>
              </a:rPr>
              <a:t>ware</a:t>
            </a:r>
            <a:r>
              <a:rPr altLang="en-US" sz="2800" lang="en-IN">
                <a:latin typeface="Times New Roman" panose="02020603050405020304" pitchFamily="18" charset="0"/>
                <a:cs typeface="Times New Roman" panose="02020603050405020304" pitchFamily="18" charset="0"/>
              </a:rPr>
              <a:t>” designed to secretly access your computer.</a:t>
            </a:r>
            <a:endParaRPr altLang="en-US" sz="2800" lang="en-IN">
              <a:latin typeface="Times New Roman" panose="02020603050405020304" pitchFamily="18" charset="0"/>
              <a:cs typeface="Times New Roman" panose="02020603050405020304" pitchFamily="18" charset="0"/>
            </a:endParaRPr>
          </a:p>
          <a:p>
            <a:pPr eaLnBrk="1" indent="-552450" marL="552450">
              <a:spcAft>
                <a:spcPct val="0"/>
              </a:spcAft>
              <a:buClrTx/>
              <a:buSzPct val="45000"/>
              <a:buFontTx/>
              <a:buNone/>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endParaRPr altLang="en-US" sz="2800" lang="en-IN">
              <a:latin typeface="Times New Roman" panose="02020603050405020304" pitchFamily="18" charset="0"/>
              <a:cs typeface="Times New Roman" panose="02020603050405020304" pitchFamily="18" charset="0"/>
            </a:endParaRPr>
          </a:p>
          <a:p>
            <a:pPr eaLnBrk="1" indent="-552450" marL="552450">
              <a:spcAft>
                <a:spcPct val="0"/>
              </a:spcAft>
              <a:buSzPct val="45000"/>
              <a:buFont typeface="Wingdings" panose="05000000000000000000" pitchFamily="2" charset="2"/>
              <a:buChar char=""/>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r>
              <a:rPr altLang="en-US" sz="2800" lang="en-IN">
                <a:latin typeface="Times New Roman" panose="02020603050405020304" pitchFamily="18" charset="0"/>
                <a:cs typeface="Times New Roman" panose="02020603050405020304" pitchFamily="18" charset="0"/>
              </a:rPr>
              <a:t>Types of malware can include computer viruses, worms, Trojan horses and spyware. </a:t>
            </a:r>
            <a:endParaRPr altLang="en-US" sz="2800" lang="en-IN">
              <a:latin typeface="Times New Roman" panose="02020603050405020304" pitchFamily="18" charset="0"/>
              <a:cs typeface="Times New Roman" panose="02020603050405020304" pitchFamily="18" charset="0"/>
            </a:endParaRPr>
          </a:p>
          <a:p>
            <a:pPr eaLnBrk="1" indent="-552450" marL="552450">
              <a:spcAft>
                <a:spcPct val="0"/>
              </a:spcAft>
              <a:buClrTx/>
              <a:buSzPct val="45000"/>
              <a:buFontTx/>
              <a:buNone/>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endParaRPr altLang="en-US" sz="2800" lang="en-IN">
              <a:latin typeface="Times New Roman" panose="02020603050405020304" pitchFamily="18" charset="0"/>
              <a:cs typeface="Times New Roman" panose="02020603050405020304" pitchFamily="18" charset="0"/>
            </a:endParaRPr>
          </a:p>
          <a:p>
            <a:pPr eaLnBrk="1" indent="-552450" marL="552450">
              <a:spcAft>
                <a:spcPct val="0"/>
              </a:spcAft>
              <a:buSzPct val="45000"/>
              <a:buFont typeface="Wingdings" panose="05000000000000000000" pitchFamily="2" charset="2"/>
              <a:buChar char=""/>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r>
              <a:rPr altLang="en-US" sz="2800" lang="en-IN">
                <a:latin typeface="Times New Roman" panose="02020603050405020304" pitchFamily="18" charset="0"/>
                <a:cs typeface="Times New Roman" panose="02020603050405020304" pitchFamily="18" charset="0"/>
              </a:rPr>
              <a:t>These malicious programs can perform a variety of different functions such as stealing, encrypting or deleting sensitive data, altering or hijacking core computing functions and monitoring users' computer activity without their permission.</a:t>
            </a:r>
            <a:endParaRPr altLang="en-US" sz="2800" lang="en-IN">
              <a:latin typeface="Times New Roman" panose="02020603050405020304" pitchFamily="18" charset="0"/>
              <a:cs typeface="Times New Roman" panose="02020603050405020304" pitchFamily="18" charset="0"/>
            </a:endParaRPr>
          </a:p>
        </p:txBody>
      </p:sp>
    </p:spTree>
  </p:cSld>
  <p:clrMapOvr>
    <a:masterClrMapping/>
  </p:clrMapOvr>
  <p:transition spd="med" advTm="114971"/>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86" name=""/>
        <p:cNvGrpSpPr/>
        <p:nvPr/>
      </p:nvGrpSpPr>
      <p:grpSpPr>
        <a:xfrm>
          <a:off x="0" y="0"/>
          <a:ext cx="0" cy="0"/>
          <a:chOff x="0" y="0"/>
          <a:chExt cx="0" cy="0"/>
        </a:xfrm>
      </p:grpSpPr>
      <p:sp>
        <p:nvSpPr>
          <p:cNvPr id="1048641" name="Rectangle 1"/>
          <p:cNvSpPr>
            <a:spLocks noGrp="1" noChangeArrowheads="1"/>
          </p:cNvSpPr>
          <p:nvPr>
            <p:ph type="title"/>
          </p:nvPr>
        </p:nvSpPr>
        <p:spPr>
          <a:xfrm>
            <a:off x="503238" y="301625"/>
            <a:ext cx="9069387" cy="1260475"/>
          </a:xfrm>
        </p:spPr>
        <p:txBody>
          <a:bodyPr/>
          <a:p>
            <a:pPr eaLnBrk="1"/>
            <a:endParaRPr altLang="en-US" lang="en-US"/>
          </a:p>
        </p:txBody>
      </p:sp>
      <p:sp>
        <p:nvSpPr>
          <p:cNvPr id="1048642" name="Rectangle 2"/>
          <p:cNvSpPr>
            <a:spLocks noGrp="1" noChangeArrowheads="1"/>
          </p:cNvSpPr>
          <p:nvPr>
            <p:ph type="body" idx="1"/>
          </p:nvPr>
        </p:nvSpPr>
        <p:spPr>
          <a:xfrm>
            <a:off x="503238" y="1768475"/>
            <a:ext cx="9069387" cy="4383088"/>
          </a:xfrm>
        </p:spPr>
        <p:txBody>
          <a:bodyPr/>
          <a:p>
            <a:pPr eaLnBrk="1"/>
            <a:endParaRPr altLang="en-US" lang="en-US"/>
          </a:p>
        </p:txBody>
      </p:sp>
      <p:pic>
        <p:nvPicPr>
          <p:cNvPr id="2097154" name="Picture 3"/>
          <p:cNvPicPr>
            <a:picLocks noChangeAspect="1" noChangeArrowheads="1"/>
          </p:cNvPicPr>
          <p:nvPr/>
        </p:nvPicPr>
        <p:blipFill>
          <a:blip xmlns:r="http://schemas.openxmlformats.org/officeDocument/2006/relationships" r:embed="rId1"/>
          <a:srcRect l="20035" t="10043"/>
          <a:stretch>
            <a:fillRect/>
          </a:stretch>
        </p:blipFill>
        <p:spPr bwMode="auto">
          <a:xfrm>
            <a:off x="0" y="144463"/>
            <a:ext cx="10080625" cy="7199312"/>
          </a:xfrm>
          <a:prstGeom prst="rect"/>
          <a:noFill/>
          <a:ln>
            <a:noFill/>
          </a:ln>
          <a:effectLst/>
        </p:spPr>
      </p:pic>
    </p:spTree>
  </p:cSld>
  <p:clrMapOvr>
    <a:masterClrMapping/>
  </p:clrMapOvr>
  <p:transition spd="med" advTm="42976"/>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90" name=""/>
        <p:cNvGrpSpPr/>
        <p:nvPr/>
      </p:nvGrpSpPr>
      <p:grpSpPr>
        <a:xfrm>
          <a:off x="0" y="0"/>
          <a:ext cx="0" cy="0"/>
          <a:chOff x="0" y="0"/>
          <a:chExt cx="0" cy="0"/>
        </a:xfrm>
      </p:grpSpPr>
      <p:pic>
        <p:nvPicPr>
          <p:cNvPr id="2097155" name="Picture 1"/>
          <p:cNvPicPr>
            <a:picLocks noChangeAspect="1" noChangeArrowheads="1"/>
          </p:cNvPicPr>
          <p:nvPr/>
        </p:nvPicPr>
        <p:blipFill>
          <a:blip xmlns:r="http://schemas.openxmlformats.org/officeDocument/2006/relationships" r:embed="rId1"/>
          <a:srcRect l="9987" t="10040" r="9987" b="15067"/>
          <a:stretch>
            <a:fillRect/>
          </a:stretch>
        </p:blipFill>
        <p:spPr bwMode="auto">
          <a:xfrm>
            <a:off x="144463" y="144463"/>
            <a:ext cx="9936162" cy="7415212"/>
          </a:xfrm>
          <a:prstGeom prst="rect"/>
          <a:noFill/>
          <a:ln>
            <a:noFill/>
          </a:ln>
          <a:effectLst/>
        </p:spPr>
      </p:pic>
    </p:spTree>
  </p:cSld>
  <p:clrMapOvr>
    <a:masterClrMapping/>
  </p:clrMapOvr>
  <p:transition spd="med" advTm="36577"/>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93" name=""/>
        <p:cNvGrpSpPr/>
        <p:nvPr/>
      </p:nvGrpSpPr>
      <p:grpSpPr>
        <a:xfrm>
          <a:off x="0" y="0"/>
          <a:ext cx="0" cy="0"/>
          <a:chOff x="0" y="0"/>
          <a:chExt cx="0" cy="0"/>
        </a:xfrm>
      </p:grpSpPr>
      <p:sp>
        <p:nvSpPr>
          <p:cNvPr id="1048649" name="Freeform 1"/>
          <p:cNvSpPr>
            <a:spLocks noChangeArrowheads="1"/>
          </p:cNvSpPr>
          <p:nvPr/>
        </p:nvSpPr>
        <p:spPr bwMode="auto">
          <a:xfrm>
            <a:off x="2376488" y="5111750"/>
            <a:ext cx="6048375" cy="2303463"/>
          </a:xfrm>
          <a:custGeom>
            <a:avLst/>
            <a:gdLst>
              <a:gd name="T0" fmla="*/ 0 w 16802"/>
              <a:gd name="T1" fmla="*/ 2303103 h 6400"/>
              <a:gd name="T2" fmla="*/ 0 w 16802"/>
              <a:gd name="T3" fmla="*/ 0 h 6400"/>
              <a:gd name="T4" fmla="*/ 6048015 w 16802"/>
              <a:gd name="T5" fmla="*/ 0 h 6400"/>
              <a:gd name="T6" fmla="*/ 6048015 w 16802"/>
              <a:gd name="T7" fmla="*/ 2303103 h 6400"/>
              <a:gd name="T8" fmla="*/ 0 w 16802"/>
              <a:gd name="T9" fmla="*/ 2303103 h 6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802" h="6400">
                <a:moveTo>
                  <a:pt x="0" y="6399"/>
                </a:moveTo>
                <a:cubicBezTo>
                  <a:pt x="0" y="4266"/>
                  <a:pt x="0" y="2133"/>
                  <a:pt x="0" y="0"/>
                </a:cubicBezTo>
                <a:cubicBezTo>
                  <a:pt x="5600" y="0"/>
                  <a:pt x="11201" y="0"/>
                  <a:pt x="16801" y="0"/>
                </a:cubicBezTo>
                <a:cubicBezTo>
                  <a:pt x="16801" y="2133"/>
                  <a:pt x="16801" y="4266"/>
                  <a:pt x="16801" y="6399"/>
                </a:cubicBezTo>
                <a:cubicBezTo>
                  <a:pt x="11201" y="6399"/>
                  <a:pt x="5600" y="6399"/>
                  <a:pt x="0" y="6399"/>
                </a:cubicBezTo>
              </a:path>
            </a:pathLst>
          </a:custGeom>
          <a:blipFill rotWithShape="0" dpi="0">
            <a:blip xmlns:r="http://schemas.openxmlformats.org/officeDocument/2006/relationships" r:embed="rId1"/>
            <a:srcRect/>
            <a:stretch>
              <a:fillRect/>
            </a:stretch>
          </a:blipFill>
          <a:ln>
            <a:noFill/>
          </a:ln>
          <a:effectLst/>
        </p:spPr>
        <p:txBody>
          <a:bodyPr anchor="ctr" wrap="none"/>
          <a:p>
            <a:endParaRPr lang="en-US"/>
          </a:p>
        </p:txBody>
      </p:sp>
      <p:sp>
        <p:nvSpPr>
          <p:cNvPr id="1048650" name="Rectangle 2"/>
          <p:cNvSpPr>
            <a:spLocks noGrp="1" noChangeArrowheads="1"/>
          </p:cNvSpPr>
          <p:nvPr>
            <p:ph type="subTitle"/>
          </p:nvPr>
        </p:nvSpPr>
        <p:spPr>
          <a:xfrm>
            <a:off x="287338" y="144463"/>
            <a:ext cx="9575800" cy="6983412"/>
          </a:xfrm>
        </p:spPr>
        <p:txBody>
          <a:bodyPr anchor="t"/>
          <a:p>
            <a:pPr algn="just" eaLnBrk="1" indent="-552450" marL="552450">
              <a:buSzPct val="45000"/>
              <a:buFont typeface="Wingdings" panose="05000000000000000000" pitchFamily="2" charset="2"/>
              <a:buChar char=""/>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r>
              <a:rPr altLang="en-US" b="1" sz="2800" lang="en-IN">
                <a:latin typeface="Times New Roman" panose="02020603050405020304" pitchFamily="18" charset="0"/>
                <a:ea typeface="+mj-ea"/>
                <a:cs typeface="Times New Roman" panose="02020603050405020304" pitchFamily="18" charset="0"/>
              </a:rPr>
              <a:t>Worm</a:t>
            </a:r>
            <a:r>
              <a:rPr altLang="en-US" sz="2800" lang="en-IN">
                <a:latin typeface="Times New Roman" panose="02020603050405020304" pitchFamily="18" charset="0"/>
                <a:ea typeface="+mj-ea"/>
                <a:cs typeface="Times New Roman" panose="02020603050405020304" pitchFamily="18" charset="0"/>
              </a:rPr>
              <a:t> is one of the malicious software which has independent structure and distribute from one computer to another by replicating automatically copies of itself via a network, without the use of infected files or human action. </a:t>
            </a:r>
            <a:endParaRPr altLang="en-US" sz="2800" lang="en-IN">
              <a:latin typeface="Times New Roman" panose="02020603050405020304" pitchFamily="18" charset="0"/>
              <a:ea typeface="+mj-ea"/>
              <a:cs typeface="Times New Roman" panose="02020603050405020304" pitchFamily="18" charset="0"/>
            </a:endParaRPr>
          </a:p>
          <a:p>
            <a:pPr algn="just" eaLnBrk="1" indent="-552450" marL="552450">
              <a:buSzPct val="45000"/>
              <a:buFont typeface="Wingdings" panose="05000000000000000000" pitchFamily="2" charset="2"/>
              <a:buChar char=""/>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r>
              <a:rPr altLang="en-US" sz="2800" lang="en-IN">
                <a:latin typeface="Times New Roman" panose="02020603050405020304" pitchFamily="18" charset="0"/>
                <a:ea typeface="+mj-ea"/>
                <a:cs typeface="Times New Roman" panose="02020603050405020304" pitchFamily="18" charset="0"/>
              </a:rPr>
              <a:t>It means that worms have self - replication and self-contained properties. </a:t>
            </a:r>
            <a:endParaRPr altLang="en-US" sz="2800" lang="en-IN">
              <a:latin typeface="Times New Roman" panose="02020603050405020304" pitchFamily="18" charset="0"/>
              <a:ea typeface="+mj-ea"/>
              <a:cs typeface="Times New Roman" panose="02020603050405020304" pitchFamily="18" charset="0"/>
            </a:endParaRPr>
          </a:p>
          <a:p>
            <a:pPr algn="just" eaLnBrk="1" indent="-552450" marL="552450">
              <a:buSzPct val="45000"/>
              <a:buFont typeface="Wingdings" panose="05000000000000000000" pitchFamily="2" charset="2"/>
              <a:buChar char=""/>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r>
              <a:rPr altLang="en-US" sz="2800" lang="en-IN">
                <a:latin typeface="Times New Roman" panose="02020603050405020304" pitchFamily="18" charset="0"/>
                <a:ea typeface="+mj-ea"/>
                <a:cs typeface="Times New Roman" panose="02020603050405020304" pitchFamily="18" charset="0"/>
              </a:rPr>
              <a:t>Self-replication means that it has the ability to copy itself and self- contained means that worm has the ability to execute without the need to attach to another program.</a:t>
            </a:r>
            <a:endParaRPr altLang="en-US" sz="2800" lang="en-IN">
              <a:latin typeface="Times New Roman" panose="02020603050405020304" pitchFamily="18" charset="0"/>
              <a:ea typeface="+mj-ea"/>
              <a:cs typeface="Times New Roman" panose="02020603050405020304" pitchFamily="18" charset="0"/>
            </a:endParaRPr>
          </a:p>
          <a:p>
            <a:pPr algn="just" eaLnBrk="1" indent="-552450" marL="552450">
              <a:buSzPct val="45000"/>
              <a:buFont typeface="Wingdings" panose="05000000000000000000" pitchFamily="2" charset="2"/>
              <a:buChar char=""/>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r>
              <a:rPr altLang="en-US" sz="2800" lang="en-IN">
                <a:latin typeface="Times New Roman" panose="02020603050405020304" pitchFamily="18" charset="0"/>
                <a:ea typeface="+mj-ea"/>
                <a:cs typeface="Times New Roman" panose="02020603050405020304" pitchFamily="18" charset="0"/>
              </a:rPr>
              <a:t>As an example, we can say that when a worm installed in computer system, it could send out thousands of its copies to everyone listed in computer email address book.</a:t>
            </a:r>
            <a:endParaRPr altLang="en-US" sz="2800" lang="en-IN">
              <a:latin typeface="Times New Roman" panose="02020603050405020304" pitchFamily="18" charset="0"/>
              <a:ea typeface="+mj-ea"/>
              <a:cs typeface="Times New Roman" panose="02020603050405020304" pitchFamily="18" charset="0"/>
            </a:endParaRPr>
          </a:p>
        </p:txBody>
      </p:sp>
    </p:spTree>
  </p:cSld>
  <p:clrMapOvr>
    <a:masterClrMapping/>
  </p:clrMapOvr>
  <p:transition spd="med" advTm="205064"/>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96" name=""/>
        <p:cNvGrpSpPr/>
        <p:nvPr/>
      </p:nvGrpSpPr>
      <p:grpSpPr>
        <a:xfrm>
          <a:off x="0" y="0"/>
          <a:ext cx="0" cy="0"/>
          <a:chOff x="0" y="0"/>
          <a:chExt cx="0" cy="0"/>
        </a:xfrm>
      </p:grpSpPr>
      <p:sp>
        <p:nvSpPr>
          <p:cNvPr id="1048654" name="Rectangle 1"/>
          <p:cNvSpPr>
            <a:spLocks noGrp="1" noChangeArrowheads="1"/>
          </p:cNvSpPr>
          <p:nvPr>
            <p:ph type="body"/>
          </p:nvPr>
        </p:nvSpPr>
        <p:spPr>
          <a:xfrm>
            <a:off x="144463" y="287338"/>
            <a:ext cx="9504362" cy="6911975"/>
          </a:xfrm>
        </p:spPr>
        <p:txBody>
          <a:bodyPr anchor="t" tIns="24120"/>
          <a:p>
            <a:pPr algn="just" eaLnBrk="1" indent="-552450" marL="552450">
              <a:spcAft>
                <a:spcPts val="1425"/>
              </a:spcAft>
              <a:buSzPct val="45000"/>
              <a:buFont typeface="Wingdings" panose="05000000000000000000" pitchFamily="2" charset="2"/>
              <a:buChar char=""/>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r>
              <a:rPr altLang="en-US" dirty="0" sz="2800" lang="en-IN">
                <a:latin typeface="Times New Roman" panose="02020603050405020304" pitchFamily="18" charset="0"/>
                <a:ea typeface="+mj-ea"/>
                <a:cs typeface="Times New Roman" panose="02020603050405020304" pitchFamily="18" charset="0"/>
              </a:rPr>
              <a:t> Worms could have very harmful effect on systems in the network, such as could consume too much system memory or system processor (CPU) and cause many applications to stop responding. </a:t>
            </a:r>
            <a:endParaRPr altLang="en-US" dirty="0" sz="2800" lang="en-IN">
              <a:latin typeface="Times New Roman" panose="02020603050405020304" pitchFamily="18" charset="0"/>
              <a:ea typeface="+mj-ea"/>
              <a:cs typeface="Times New Roman" panose="02020603050405020304" pitchFamily="18" charset="0"/>
            </a:endParaRPr>
          </a:p>
          <a:p>
            <a:pPr algn="just" eaLnBrk="1" indent="-552450" marL="552450">
              <a:spcAft>
                <a:spcPts val="1425"/>
              </a:spcAft>
              <a:buSzPct val="45000"/>
              <a:buFont typeface="Wingdings" panose="05000000000000000000" pitchFamily="2" charset="2"/>
              <a:buChar char=""/>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r>
              <a:rPr altLang="en-US" dirty="0" sz="2800" lang="en-IN">
                <a:latin typeface="Times New Roman" panose="02020603050405020304" pitchFamily="18" charset="0"/>
                <a:ea typeface="+mj-ea"/>
                <a:cs typeface="Times New Roman" panose="02020603050405020304" pitchFamily="18" charset="0"/>
              </a:rPr>
              <a:t>Worms may be based on executable code, interpreted code, scripts, macros, etc. A worm typically consists of three parts:</a:t>
            </a:r>
            <a:endParaRPr altLang="en-US" dirty="0" sz="2800" lang="en-IN">
              <a:latin typeface="Times New Roman" panose="02020603050405020304" pitchFamily="18" charset="0"/>
              <a:ea typeface="+mj-ea"/>
              <a:cs typeface="Times New Roman" panose="02020603050405020304" pitchFamily="18" charset="0"/>
            </a:endParaRPr>
          </a:p>
          <a:p>
            <a:pPr algn="just" indent="-552450" lvl="4" marL="552450">
              <a:spcAft>
                <a:spcPts val="1425"/>
              </a:spcAft>
              <a:buSzPct val="45000"/>
              <a:buFont typeface="+mj-lt"/>
              <a:buAutoNum type="arabicPeriod"/>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r>
              <a:rPr altLang="en-US" b="1" dirty="0" sz="2800" lang="en-IN">
                <a:latin typeface="Times New Roman" panose="02020603050405020304" pitchFamily="18" charset="0"/>
                <a:ea typeface="+mj-ea"/>
                <a:cs typeface="Times New Roman" panose="02020603050405020304" pitchFamily="18" charset="0"/>
              </a:rPr>
              <a:t>Identifier:</a:t>
            </a:r>
            <a:r>
              <a:rPr altLang="en-US" dirty="0" sz="2800" lang="en-IN">
                <a:latin typeface="Times New Roman" panose="02020603050405020304" pitchFamily="18" charset="0"/>
                <a:ea typeface="+mj-ea"/>
                <a:cs typeface="Times New Roman" panose="02020603050405020304" pitchFamily="18" charset="0"/>
              </a:rPr>
              <a:t> Code used to identify possible targets, </a:t>
            </a:r>
            <a:r>
              <a:rPr altLang="en-US" dirty="0" sz="2800" lang="en-IN" err="1">
                <a:latin typeface="Times New Roman" panose="02020603050405020304" pitchFamily="18" charset="0"/>
                <a:ea typeface="+mj-ea"/>
                <a:cs typeface="Times New Roman" panose="02020603050405020304" pitchFamily="18" charset="0"/>
              </a:rPr>
              <a:t>i.e.other</a:t>
            </a:r>
            <a:r>
              <a:rPr altLang="en-US" dirty="0" sz="2800" lang="en-IN">
                <a:latin typeface="Times New Roman" panose="02020603050405020304" pitchFamily="18" charset="0"/>
                <a:ea typeface="+mj-ea"/>
                <a:cs typeface="Times New Roman" panose="02020603050405020304" pitchFamily="18" charset="0"/>
              </a:rPr>
              <a:t> hosts which it can try to infect.</a:t>
            </a:r>
            <a:endParaRPr altLang="en-US" dirty="0" sz="2800" lang="en-IN">
              <a:latin typeface="Times New Roman" panose="02020603050405020304" pitchFamily="18" charset="0"/>
              <a:ea typeface="+mj-ea"/>
              <a:cs typeface="Times New Roman" panose="02020603050405020304" pitchFamily="18" charset="0"/>
            </a:endParaRPr>
          </a:p>
          <a:p>
            <a:pPr algn="just" eaLnBrk="1" indent="-552450" lvl="3" marL="552450">
              <a:spcAft>
                <a:spcPts val="1425"/>
              </a:spcAft>
              <a:buSzPct val="45000"/>
              <a:buFont typeface="+mj-lt"/>
              <a:buAutoNum type="arabicPeriod"/>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r>
              <a:rPr altLang="en-US" b="1" dirty="0" sz="2800" lang="en-IN">
                <a:latin typeface="Times New Roman" panose="02020603050405020304" pitchFamily="18" charset="0"/>
                <a:ea typeface="+mj-ea"/>
                <a:cs typeface="Times New Roman" panose="02020603050405020304" pitchFamily="18" charset="0"/>
              </a:rPr>
              <a:t>Transmitter:</a:t>
            </a:r>
            <a:r>
              <a:rPr altLang="en-US" dirty="0" sz="2800" lang="en-IN">
                <a:latin typeface="Times New Roman" panose="02020603050405020304" pitchFamily="18" charset="0"/>
                <a:ea typeface="+mj-ea"/>
                <a:cs typeface="Times New Roman" panose="02020603050405020304" pitchFamily="18" charset="0"/>
              </a:rPr>
              <a:t> Code used to transfer the worm to </a:t>
            </a:r>
            <a:r>
              <a:rPr altLang="en-US" dirty="0" sz="2800" lang="en-IN" err="1">
                <a:latin typeface="Times New Roman" panose="02020603050405020304" pitchFamily="18" charset="0"/>
                <a:ea typeface="+mj-ea"/>
                <a:cs typeface="Times New Roman" panose="02020603050405020304" pitchFamily="18" charset="0"/>
              </a:rPr>
              <a:t>thetargets</a:t>
            </a:r>
            <a:r>
              <a:rPr altLang="en-US" dirty="0" sz="2800" lang="en-IN">
                <a:latin typeface="Times New Roman" panose="02020603050405020304" pitchFamily="18" charset="0"/>
                <a:ea typeface="+mj-ea"/>
                <a:cs typeface="Times New Roman" panose="02020603050405020304" pitchFamily="18" charset="0"/>
              </a:rPr>
              <a:t>.</a:t>
            </a:r>
            <a:endParaRPr altLang="en-US" dirty="0" sz="2800" lang="en-IN">
              <a:latin typeface="Times New Roman" panose="02020603050405020304" pitchFamily="18" charset="0"/>
              <a:ea typeface="+mj-ea"/>
              <a:cs typeface="Times New Roman" panose="02020603050405020304" pitchFamily="18" charset="0"/>
            </a:endParaRPr>
          </a:p>
          <a:p>
            <a:pPr algn="just" eaLnBrk="1" indent="-552450" lvl="3" marL="552450">
              <a:spcAft>
                <a:spcPts val="1425"/>
              </a:spcAft>
              <a:buSzPct val="45000"/>
              <a:buFont typeface="+mj-lt"/>
              <a:buAutoNum type="arabicPeriod"/>
              <a:tabLst>
                <a:tab algn="l" pos="552450"/>
                <a:tab algn="l" pos="657225"/>
                <a:tab algn="l" pos="1106170"/>
                <a:tab algn="l" pos="1555750"/>
                <a:tab algn="l" pos="2004695"/>
                <a:tab algn="l" pos="2454275"/>
                <a:tab algn="l" pos="2903220"/>
                <a:tab algn="l" pos="3352800"/>
                <a:tab algn="l" pos="3801745"/>
                <a:tab algn="l" pos="4251325"/>
                <a:tab algn="l" pos="4700270"/>
                <a:tab algn="l" pos="5149850"/>
                <a:tab algn="l" pos="5598795"/>
                <a:tab algn="l" pos="6048375"/>
                <a:tab algn="l" pos="6497320"/>
                <a:tab algn="l" pos="6946900"/>
                <a:tab algn="l" pos="7395845"/>
                <a:tab algn="l" pos="7845425"/>
                <a:tab algn="l" pos="8294370"/>
                <a:tab algn="l" pos="8743950"/>
                <a:tab algn="l" pos="9192895"/>
                <a:tab algn="l" pos="9434195"/>
              </a:tabLst>
            </a:pPr>
            <a:r>
              <a:rPr altLang="en-US" b="1" dirty="0" sz="2800" lang="en-IN">
                <a:latin typeface="Times New Roman" panose="02020603050405020304" pitchFamily="18" charset="0"/>
                <a:ea typeface="+mj-ea"/>
                <a:cs typeface="Times New Roman" panose="02020603050405020304" pitchFamily="18" charset="0"/>
              </a:rPr>
              <a:t>Payload: </a:t>
            </a:r>
            <a:r>
              <a:rPr altLang="en-US" dirty="0" sz="2800" lang="en-IN">
                <a:latin typeface="Times New Roman" panose="02020603050405020304" pitchFamily="18" charset="0"/>
                <a:ea typeface="+mj-ea"/>
                <a:cs typeface="Times New Roman" panose="02020603050405020304" pitchFamily="18" charset="0"/>
              </a:rPr>
              <a:t>Code to be executed on the target. The payload is optional, and it may or may not have a damaging effect on the target</a:t>
            </a:r>
            <a:endParaRPr altLang="en-US" dirty="0" sz="2800" lang="en-IN">
              <a:latin typeface="Times New Roman" panose="02020603050405020304" pitchFamily="18" charset="0"/>
              <a:ea typeface="+mj-ea"/>
              <a:cs typeface="Times New Roman" panose="02020603050405020304" pitchFamily="18" charset="0"/>
            </a:endParaRPr>
          </a:p>
        </p:txBody>
      </p:sp>
    </p:spTree>
  </p:cSld>
  <p:clrMapOvr>
    <a:masterClrMapping/>
  </p:clrMapOvr>
  <p:transition spd="med" advTm="117038"/>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99" name=""/>
        <p:cNvGrpSpPr/>
        <p:nvPr/>
      </p:nvGrpSpPr>
      <p:grpSpPr>
        <a:xfrm>
          <a:off x="0" y="0"/>
          <a:ext cx="0" cy="0"/>
          <a:chOff x="0" y="0"/>
          <a:chExt cx="0" cy="0"/>
        </a:xfrm>
      </p:grpSpPr>
      <p:sp>
        <p:nvSpPr>
          <p:cNvPr id="1048658" name="Rectangle 1"/>
          <p:cNvSpPr>
            <a:spLocks noGrp="1" noChangeArrowheads="1"/>
          </p:cNvSpPr>
          <p:nvPr>
            <p:ph type="body"/>
          </p:nvPr>
        </p:nvSpPr>
        <p:spPr>
          <a:xfrm>
            <a:off x="503238" y="215900"/>
            <a:ext cx="9288462" cy="7199313"/>
          </a:xfrm>
        </p:spPr>
        <p:txBody>
          <a:bodyPr anchor="t" tIns="24120"/>
          <a:p>
            <a:pPr algn="just" eaLnBrk="1" indent="-335280" marL="342900">
              <a:spcAft>
                <a:spcPts val="1425"/>
              </a:spcAft>
              <a:buClrTx/>
              <a:buFontTx/>
              <a:buNone/>
              <a:tabLst>
                <a:tab algn="l" pos="34290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 algn="l" pos="8985250"/>
              </a:tabLst>
            </a:pPr>
            <a:r>
              <a:rPr altLang="en-US" b="1" sz="2800" lang="en-IN">
                <a:latin typeface="Times New Roman" panose="02020603050405020304" pitchFamily="18" charset="0"/>
                <a:ea typeface="+mj-ea"/>
                <a:cs typeface="Times New Roman" panose="02020603050405020304" pitchFamily="18" charset="0"/>
              </a:rPr>
              <a:t>Virus </a:t>
            </a:r>
            <a:r>
              <a:rPr altLang="en-US" sz="2800" lang="en-IN">
                <a:latin typeface="Times New Roman" panose="02020603050405020304" pitchFamily="18" charset="0"/>
                <a:ea typeface="+mj-ea"/>
                <a:cs typeface="Times New Roman" panose="02020603050405020304" pitchFamily="18" charset="0"/>
              </a:rPr>
              <a:t>is a computer program which transmits from one computer to another computer by attaching itself to another program. The program that the virus attaches itself to is one of the victim’s programs or files. There are many differentway for transmitting virus to other computers such as by sending infected file as an email attachment or by embedding copies of infected files into removable medium such as a CD,DVD or USB drive. </a:t>
            </a:r>
            <a:endParaRPr altLang="en-US" sz="2800" lang="en-IN">
              <a:latin typeface="Times New Roman" panose="02020603050405020304" pitchFamily="18" charset="0"/>
              <a:ea typeface="+mj-ea"/>
              <a:cs typeface="Times New Roman" panose="02020603050405020304" pitchFamily="18" charset="0"/>
            </a:endParaRPr>
          </a:p>
          <a:p>
            <a:pPr algn="just" eaLnBrk="1" indent="-335280" marL="342900">
              <a:spcAft>
                <a:spcPts val="1425"/>
              </a:spcAft>
              <a:buClrTx/>
              <a:buFontTx/>
              <a:buNone/>
              <a:tabLst>
                <a:tab algn="l" pos="34290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 algn="l" pos="8985250"/>
              </a:tabLst>
            </a:pPr>
            <a:r>
              <a:rPr altLang="en-US" sz="2800" lang="en-IN">
                <a:latin typeface="Times New Roman" panose="02020603050405020304" pitchFamily="18" charset="0"/>
                <a:ea typeface="+mj-ea"/>
                <a:cs typeface="Times New Roman" panose="02020603050405020304" pitchFamily="18" charset="0"/>
              </a:rPr>
              <a:t>A virus usually consists of two parts: </a:t>
            </a:r>
            <a:endParaRPr altLang="en-US" sz="2800" lang="en-IN">
              <a:latin typeface="Times New Roman" panose="02020603050405020304" pitchFamily="18" charset="0"/>
              <a:ea typeface="+mj-ea"/>
              <a:cs typeface="Times New Roman" panose="02020603050405020304" pitchFamily="18" charset="0"/>
            </a:endParaRPr>
          </a:p>
          <a:p>
            <a:pPr algn="just" eaLnBrk="1" indent="-335280" marL="342900">
              <a:spcAft>
                <a:spcPts val="1425"/>
              </a:spcAft>
              <a:buClrTx/>
              <a:buFontTx/>
              <a:buNone/>
              <a:tabLst>
                <a:tab algn="l" pos="34290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 algn="l" pos="8985250"/>
              </a:tabLst>
            </a:pPr>
            <a:r>
              <a:rPr altLang="en-US" sz="2800" lang="en-IN">
                <a:latin typeface="Times New Roman" panose="02020603050405020304" pitchFamily="18" charset="0"/>
                <a:ea typeface="+mj-ea"/>
                <a:cs typeface="Times New Roman" panose="02020603050405020304" pitchFamily="18" charset="0"/>
              </a:rPr>
              <a:t>Insertion code:this is a code which is responsible to insert a copy of the virus into other files on the infected computer. This part is obligatory for all kind viruses.</a:t>
            </a:r>
            <a:endParaRPr altLang="en-US" sz="2800" lang="en-IN">
              <a:latin typeface="Times New Roman" panose="02020603050405020304" pitchFamily="18" charset="0"/>
              <a:ea typeface="+mj-ea"/>
              <a:cs typeface="Times New Roman" panose="02020603050405020304" pitchFamily="18" charset="0"/>
            </a:endParaRPr>
          </a:p>
          <a:p>
            <a:pPr algn="just" eaLnBrk="1" indent="-335280" marL="342900">
              <a:spcAft>
                <a:spcPts val="1425"/>
              </a:spcAft>
              <a:buClrTx/>
              <a:buFontTx/>
              <a:buNone/>
              <a:tabLst>
                <a:tab algn="l" pos="34290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 algn="l" pos="8985250"/>
              </a:tabLst>
            </a:pPr>
            <a:r>
              <a:rPr altLang="en-US" sz="2800" lang="en-IN">
                <a:latin typeface="Times New Roman" panose="02020603050405020304" pitchFamily="18" charset="0"/>
                <a:ea typeface="+mj-ea"/>
                <a:cs typeface="Times New Roman" panose="02020603050405020304" pitchFamily="18" charset="0"/>
              </a:rPr>
              <a:t>Payload: this is a code which is responsible for malicious activities that virus may perform.This part is completely optional and just relies on the purpose of designing virus. The payload of virus could range from the virus that overwrites or deleted files on the system</a:t>
            </a:r>
            <a:endParaRPr altLang="en-US" sz="2800" lang="en-IN">
              <a:latin typeface="Times New Roman" panose="02020603050405020304" pitchFamily="18" charset="0"/>
              <a:ea typeface="+mj-ea"/>
              <a:cs typeface="Times New Roman" panose="02020603050405020304" pitchFamily="18" charset="0"/>
            </a:endParaRPr>
          </a:p>
        </p:txBody>
      </p:sp>
    </p:spTree>
  </p:cSld>
  <p:clrMapOvr>
    <a:masterClrMapping/>
  </p:clrMapOvr>
  <p:transition spd="med" advTm="165730"/>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03" name=""/>
        <p:cNvGrpSpPr/>
        <p:nvPr/>
      </p:nvGrpSpPr>
      <p:grpSpPr>
        <a:xfrm>
          <a:off x="0" y="0"/>
          <a:ext cx="0" cy="0"/>
          <a:chOff x="0" y="0"/>
          <a:chExt cx="0" cy="0"/>
        </a:xfrm>
      </p:grpSpPr>
      <p:pic>
        <p:nvPicPr>
          <p:cNvPr id="2097156" name="Picture 1"/>
          <p:cNvPicPr>
            <a:picLocks noChangeAspect="1" noChangeArrowheads="1"/>
          </p:cNvPicPr>
          <p:nvPr/>
        </p:nvPicPr>
        <p:blipFill>
          <a:blip xmlns:r="http://schemas.openxmlformats.org/officeDocument/2006/relationships" r:embed="rId1"/>
          <a:srcRect/>
          <a:stretch>
            <a:fillRect/>
          </a:stretch>
        </p:blipFill>
        <p:spPr bwMode="auto">
          <a:xfrm>
            <a:off x="6119813" y="360363"/>
            <a:ext cx="3435350" cy="6551612"/>
          </a:xfrm>
          <a:prstGeom prst="rect"/>
          <a:noFill/>
          <a:ln>
            <a:noFill/>
          </a:ln>
          <a:effectLst/>
        </p:spPr>
      </p:pic>
      <p:sp>
        <p:nvSpPr>
          <p:cNvPr id="1048665" name="Rectangle 2"/>
          <p:cNvSpPr>
            <a:spLocks noGrp="1" noChangeArrowheads="1"/>
          </p:cNvSpPr>
          <p:nvPr>
            <p:ph type="body"/>
          </p:nvPr>
        </p:nvSpPr>
        <p:spPr>
          <a:xfrm>
            <a:off x="0" y="144463"/>
            <a:ext cx="5688013" cy="7199312"/>
          </a:xfrm>
        </p:spPr>
        <p:txBody>
          <a:bodyPr anchor="t" tIns="24120"/>
          <a:p>
            <a:pPr algn="just" eaLnBrk="1" indent="-554355" marL="554355">
              <a:spcAft>
                <a:spcPts val="1425"/>
              </a:spcAft>
              <a:buSzPct val="45000"/>
              <a:buFont typeface="Wingdings" panose="05000000000000000000" pitchFamily="2" charset="2"/>
              <a:buChar char=""/>
              <a:tabLst>
                <a:tab algn="l" pos="553720"/>
                <a:tab algn="l" pos="658495"/>
                <a:tab algn="l" pos="1108075"/>
                <a:tab algn="l" pos="1557020"/>
                <a:tab algn="l" pos="2006600"/>
                <a:tab algn="l" pos="2455545"/>
                <a:tab algn="l" pos="2905125"/>
                <a:tab algn="l" pos="3354070"/>
                <a:tab algn="l" pos="3803650"/>
                <a:tab algn="l" pos="4252595"/>
                <a:tab algn="l" pos="4702175"/>
                <a:tab algn="l" pos="5151120"/>
                <a:tab algn="l" pos="5600700"/>
                <a:tab algn="l" pos="6049645"/>
                <a:tab algn="l" pos="6499225"/>
                <a:tab algn="l" pos="6948170"/>
                <a:tab algn="l" pos="7397750"/>
                <a:tab algn="l" pos="7846695"/>
                <a:tab algn="l" pos="8296275"/>
                <a:tab algn="l" pos="8745220"/>
                <a:tab algn="l" pos="9194800"/>
              </a:tabLst>
            </a:pPr>
            <a:r>
              <a:rPr altLang="en-US" b="1" dirty="0" sz="2800" lang="en-IN">
                <a:latin typeface="Times New Roman" panose="02020603050405020304" pitchFamily="18" charset="0"/>
                <a:ea typeface="+mj-ea"/>
                <a:cs typeface="Times New Roman" panose="02020603050405020304" pitchFamily="18" charset="0"/>
              </a:rPr>
              <a:t>Trojan horse </a:t>
            </a:r>
            <a:r>
              <a:rPr altLang="en-US" dirty="0" sz="2800" lang="en-IN">
                <a:latin typeface="Times New Roman" panose="02020603050405020304" pitchFamily="18" charset="0"/>
                <a:ea typeface="+mj-ea"/>
                <a:cs typeface="Times New Roman" panose="02020603050405020304" pitchFamily="18" charset="0"/>
              </a:rPr>
              <a:t>is malicious software that can be hiding in a victim computer. </a:t>
            </a:r>
            <a:endParaRPr altLang="en-US" dirty="0" sz="2800" lang="en-IN">
              <a:latin typeface="Times New Roman" panose="02020603050405020304" pitchFamily="18" charset="0"/>
              <a:ea typeface="+mj-ea"/>
              <a:cs typeface="Times New Roman" panose="02020603050405020304" pitchFamily="18" charset="0"/>
            </a:endParaRPr>
          </a:p>
          <a:p>
            <a:pPr algn="just" eaLnBrk="1" indent="-554355" marL="554355">
              <a:spcAft>
                <a:spcPts val="1425"/>
              </a:spcAft>
              <a:buSzPct val="45000"/>
              <a:buFont typeface="Wingdings" panose="05000000000000000000" pitchFamily="2" charset="2"/>
              <a:buChar char=""/>
              <a:tabLst>
                <a:tab algn="l" pos="553720"/>
                <a:tab algn="l" pos="658495"/>
                <a:tab algn="l" pos="1108075"/>
                <a:tab algn="l" pos="1557020"/>
                <a:tab algn="l" pos="2006600"/>
                <a:tab algn="l" pos="2455545"/>
                <a:tab algn="l" pos="2905125"/>
                <a:tab algn="l" pos="3354070"/>
                <a:tab algn="l" pos="3803650"/>
                <a:tab algn="l" pos="4252595"/>
                <a:tab algn="l" pos="4702175"/>
                <a:tab algn="l" pos="5151120"/>
                <a:tab algn="l" pos="5600700"/>
                <a:tab algn="l" pos="6049645"/>
                <a:tab algn="l" pos="6499225"/>
                <a:tab algn="l" pos="6948170"/>
                <a:tab algn="l" pos="7397750"/>
                <a:tab algn="l" pos="7846695"/>
                <a:tab algn="l" pos="8296275"/>
                <a:tab algn="l" pos="8745220"/>
                <a:tab algn="l" pos="9194800"/>
              </a:tabLst>
            </a:pPr>
            <a:r>
              <a:rPr altLang="en-US" dirty="0" sz="2800" lang="en-IN">
                <a:latin typeface="Times New Roman" panose="02020603050405020304" pitchFamily="18" charset="0"/>
                <a:ea typeface="+mj-ea"/>
                <a:cs typeface="Times New Roman" panose="02020603050405020304" pitchFamily="18" charset="0"/>
              </a:rPr>
              <a:t>In contrast to worm and virus, Trojans do not have their own on-board replication and spreading capability. </a:t>
            </a:r>
            <a:endParaRPr altLang="en-US" dirty="0" sz="2800" lang="en-IN">
              <a:latin typeface="Times New Roman" panose="02020603050405020304" pitchFamily="18" charset="0"/>
              <a:ea typeface="+mj-ea"/>
              <a:cs typeface="Times New Roman" panose="02020603050405020304" pitchFamily="18" charset="0"/>
            </a:endParaRPr>
          </a:p>
          <a:p>
            <a:pPr algn="just" eaLnBrk="1" indent="-554355" marL="554355">
              <a:spcAft>
                <a:spcPts val="1425"/>
              </a:spcAft>
              <a:buSzPct val="45000"/>
              <a:buFont typeface="Wingdings" panose="05000000000000000000" pitchFamily="2" charset="2"/>
              <a:buChar char=""/>
              <a:tabLst>
                <a:tab algn="l" pos="553720"/>
                <a:tab algn="l" pos="658495"/>
                <a:tab algn="l" pos="1108075"/>
                <a:tab algn="l" pos="1557020"/>
                <a:tab algn="l" pos="2006600"/>
                <a:tab algn="l" pos="2455545"/>
                <a:tab algn="l" pos="2905125"/>
                <a:tab algn="l" pos="3354070"/>
                <a:tab algn="l" pos="3803650"/>
                <a:tab algn="l" pos="4252595"/>
                <a:tab algn="l" pos="4702175"/>
                <a:tab algn="l" pos="5151120"/>
                <a:tab algn="l" pos="5600700"/>
                <a:tab algn="l" pos="6049645"/>
                <a:tab algn="l" pos="6499225"/>
                <a:tab algn="l" pos="6948170"/>
                <a:tab algn="l" pos="7397750"/>
                <a:tab algn="l" pos="7846695"/>
                <a:tab algn="l" pos="8296275"/>
                <a:tab algn="l" pos="8745220"/>
                <a:tab algn="l" pos="9194800"/>
              </a:tabLst>
            </a:pPr>
            <a:r>
              <a:rPr altLang="en-US" dirty="0" sz="2800" lang="en-IN">
                <a:latin typeface="Times New Roman" panose="02020603050405020304" pitchFamily="18" charset="0"/>
                <a:ea typeface="+mj-ea"/>
                <a:cs typeface="Times New Roman" panose="02020603050405020304" pitchFamily="18" charset="0"/>
              </a:rPr>
              <a:t>There are many ways for infecting victim computers by Trojans such as downloading from a remote site</a:t>
            </a:r>
            <a:endParaRPr altLang="en-US" dirty="0" sz="2800" lang="en-IN">
              <a:latin typeface="Times New Roman" panose="02020603050405020304" pitchFamily="18" charset="0"/>
              <a:ea typeface="+mj-ea"/>
              <a:cs typeface="Times New Roman" panose="02020603050405020304" pitchFamily="18" charset="0"/>
            </a:endParaRPr>
          </a:p>
        </p:txBody>
      </p:sp>
    </p:spTree>
  </p:cSld>
  <p:clrMapOvr>
    <a:masterClrMapping/>
  </p:clrMapOvr>
  <p:transition spd="med" advTm="56976"/>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06" name=""/>
        <p:cNvGrpSpPr/>
        <p:nvPr/>
      </p:nvGrpSpPr>
      <p:grpSpPr>
        <a:xfrm>
          <a:off x="0" y="0"/>
          <a:ext cx="0" cy="0"/>
          <a:chOff x="0" y="0"/>
          <a:chExt cx="0" cy="0"/>
        </a:xfrm>
      </p:grpSpPr>
      <p:sp>
        <p:nvSpPr>
          <p:cNvPr id="1048669" name="Rectangle 1"/>
          <p:cNvSpPr>
            <a:spLocks noGrp="1" noChangeArrowheads="1"/>
          </p:cNvSpPr>
          <p:nvPr>
            <p:ph type="title"/>
          </p:nvPr>
        </p:nvSpPr>
        <p:spPr>
          <a:xfrm>
            <a:off x="503238" y="301625"/>
            <a:ext cx="9069387" cy="1260475"/>
          </a:xfrm>
        </p:spPr>
        <p:txBody>
          <a:bodyPr/>
          <a:p>
            <a:pPr eaLnBrk="1"/>
            <a:r>
              <a:rPr altLang="en-US" dirty="0" lang="en-IN">
                <a:latin typeface="Times New Roman" panose="02020603050405020304" pitchFamily="18" charset="0"/>
                <a:cs typeface="Times New Roman" panose="02020603050405020304" pitchFamily="18" charset="0"/>
              </a:rPr>
              <a:t>We categorize Trojan horse into two main groups:</a:t>
            </a:r>
            <a:br>
              <a:rPr altLang="en-US" dirty="0" lang="en-IN">
                <a:latin typeface="Times New Roman" panose="02020603050405020304" pitchFamily="18" charset="0"/>
                <a:cs typeface="Times New Roman" panose="02020603050405020304" pitchFamily="18" charset="0"/>
              </a:rPr>
            </a:br>
            <a:endParaRPr altLang="en-US" dirty="0" lang="en-US"/>
          </a:p>
        </p:txBody>
      </p:sp>
      <p:sp>
        <p:nvSpPr>
          <p:cNvPr id="1048670" name="Rectangle 2"/>
          <p:cNvSpPr>
            <a:spLocks noGrp="1" noChangeArrowheads="1"/>
          </p:cNvSpPr>
          <p:nvPr>
            <p:ph type="body" idx="1"/>
          </p:nvPr>
        </p:nvSpPr>
        <p:spPr>
          <a:xfrm>
            <a:off x="215900" y="1838324"/>
            <a:ext cx="9647238" cy="5141913"/>
          </a:xfrm>
        </p:spPr>
        <p:txBody>
          <a:bodyPr/>
          <a:p>
            <a:pPr algn="just" eaLnBrk="1" indent="-336550">
              <a:buClrTx/>
              <a:buFontTx/>
              <a:buNone/>
              <a:tabLst>
                <a:tab algn="l" pos="34290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 algn="l" pos="8985250"/>
                <a:tab algn="l" pos="9434195"/>
              </a:tabLst>
            </a:pPr>
            <a:r>
              <a:rPr altLang="en-US" dirty="0" lang="en-IN">
                <a:latin typeface="Times New Roman" panose="02020603050405020304" pitchFamily="18" charset="0"/>
                <a:cs typeface="Times New Roman" panose="02020603050405020304" pitchFamily="18" charset="0"/>
              </a:rPr>
              <a:t>General Trojans: this type of Trojans has wide range of malicious activities. </a:t>
            </a:r>
            <a:endParaRPr altLang="en-US" dirty="0" lang="en-IN">
              <a:latin typeface="Times New Roman" panose="02020603050405020304" pitchFamily="18" charset="0"/>
              <a:cs typeface="Times New Roman" panose="02020603050405020304" pitchFamily="18" charset="0"/>
            </a:endParaRPr>
          </a:p>
          <a:p>
            <a:pPr algn="just" eaLnBrk="1" indent="-514350" lvl="1" marL="920750">
              <a:buClrTx/>
              <a:buFont typeface="+mj-lt"/>
              <a:buAutoNum type="arabicPeriod"/>
              <a:tabLst>
                <a:tab algn="l" pos="34290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 algn="l" pos="8985250"/>
                <a:tab algn="l" pos="9434195"/>
              </a:tabLst>
            </a:pPr>
            <a:r>
              <a:rPr altLang="en-US" dirty="0" lang="en-IN">
                <a:latin typeface="Times New Roman" panose="02020603050405020304" pitchFamily="18" charset="0"/>
                <a:cs typeface="Times New Roman" panose="02020603050405020304" pitchFamily="18" charset="0"/>
              </a:rPr>
              <a:t>They can threaten data integrity of victim machines. </a:t>
            </a:r>
            <a:endParaRPr altLang="en-US" dirty="0" lang="en-IN">
              <a:latin typeface="Times New Roman" panose="02020603050405020304" pitchFamily="18" charset="0"/>
              <a:cs typeface="Times New Roman" panose="02020603050405020304" pitchFamily="18" charset="0"/>
            </a:endParaRPr>
          </a:p>
          <a:p>
            <a:pPr algn="just" eaLnBrk="1" indent="-514350" lvl="1" marL="920750">
              <a:buClrTx/>
              <a:buFont typeface="+mj-lt"/>
              <a:buAutoNum type="arabicPeriod"/>
              <a:tabLst>
                <a:tab algn="l" pos="34290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 algn="l" pos="8985250"/>
                <a:tab algn="l" pos="9434195"/>
              </a:tabLst>
            </a:pPr>
            <a:r>
              <a:rPr altLang="en-US" dirty="0" lang="en-IN">
                <a:latin typeface="Times New Roman" panose="02020603050405020304" pitchFamily="18" charset="0"/>
                <a:cs typeface="Times New Roman" panose="02020603050405020304" pitchFamily="18" charset="0"/>
              </a:rPr>
              <a:t>They can redirect victim machines to a particular web site by replacing system files that contain URLs. </a:t>
            </a:r>
            <a:endParaRPr altLang="en-US" dirty="0" lang="en-IN">
              <a:latin typeface="Times New Roman" panose="02020603050405020304" pitchFamily="18" charset="0"/>
              <a:cs typeface="Times New Roman" panose="02020603050405020304" pitchFamily="18" charset="0"/>
            </a:endParaRPr>
          </a:p>
          <a:p>
            <a:pPr algn="just" eaLnBrk="1" indent="-514350" lvl="1" marL="920750">
              <a:buClrTx/>
              <a:buFont typeface="+mj-lt"/>
              <a:buAutoNum type="arabicPeriod"/>
              <a:tabLst>
                <a:tab algn="l" pos="34290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 algn="l" pos="8985250"/>
                <a:tab algn="l" pos="9434195"/>
              </a:tabLst>
            </a:pPr>
            <a:r>
              <a:rPr altLang="en-US" dirty="0" lang="en-IN">
                <a:latin typeface="Times New Roman" panose="02020603050405020304" pitchFamily="18" charset="0"/>
                <a:cs typeface="Times New Roman" panose="02020603050405020304" pitchFamily="18" charset="0"/>
              </a:rPr>
              <a:t>They can install several malicious software on victim computers. </a:t>
            </a:r>
            <a:endParaRPr altLang="en-US" dirty="0" lang="en-IN">
              <a:latin typeface="Times New Roman" panose="02020603050405020304" pitchFamily="18" charset="0"/>
              <a:cs typeface="Times New Roman" panose="02020603050405020304" pitchFamily="18" charset="0"/>
            </a:endParaRPr>
          </a:p>
          <a:p>
            <a:pPr algn="just" eaLnBrk="1" indent="-514350" lvl="1" marL="920750">
              <a:buClrTx/>
              <a:buFont typeface="+mj-lt"/>
              <a:buAutoNum type="arabicPeriod"/>
              <a:tabLst>
                <a:tab algn="l" pos="342900"/>
                <a:tab algn="l" pos="447675"/>
                <a:tab algn="l" pos="896620"/>
                <a:tab algn="l" pos="1346200"/>
                <a:tab algn="l" pos="1795145"/>
                <a:tab algn="l" pos="2244725"/>
                <a:tab algn="l" pos="2693670"/>
                <a:tab algn="l" pos="3143250"/>
                <a:tab algn="l" pos="3592195"/>
                <a:tab algn="l" pos="4041775"/>
                <a:tab algn="l" pos="4490720"/>
                <a:tab algn="l" pos="4940300"/>
                <a:tab algn="l" pos="5389245"/>
                <a:tab algn="l" pos="5838825"/>
                <a:tab algn="l" pos="6287770"/>
                <a:tab algn="l" pos="6737350"/>
                <a:tab algn="l" pos="7186295"/>
                <a:tab algn="l" pos="7635875"/>
                <a:tab algn="l" pos="8084820"/>
                <a:tab algn="l" pos="8534400"/>
                <a:tab algn="l" pos="8983345"/>
                <a:tab algn="l" pos="8985250"/>
                <a:tab algn="l" pos="9434195"/>
              </a:tabLst>
            </a:pPr>
            <a:r>
              <a:rPr altLang="en-US" dirty="0" lang="en-IN">
                <a:latin typeface="Times New Roman" panose="02020603050405020304" pitchFamily="18" charset="0"/>
                <a:cs typeface="Times New Roman" panose="02020603050405020304" pitchFamily="18" charset="0"/>
              </a:rPr>
              <a:t>They can even track user activities, save those information and then send it to attacker.</a:t>
            </a:r>
            <a:endParaRPr altLang="en-US" dirty="0" lang="en-IN">
              <a:latin typeface="Times New Roman" panose="02020603050405020304" pitchFamily="18" charset="0"/>
              <a:cs typeface="Times New Roman" panose="02020603050405020304" pitchFamily="18" charset="0"/>
            </a:endParaRPr>
          </a:p>
        </p:txBody>
      </p:sp>
    </p:spTree>
  </p:cSld>
  <p:clrMapOvr>
    <a:masterClrMapping/>
  </p:clrMapOvr>
  <p:transition spd="med" advTm="76823"/>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
        <p:nvSpPr>
          <p:cNvPr id="1048674" name="Title 1"/>
          <p:cNvSpPr>
            <a:spLocks noGrp="1"/>
          </p:cNvSpPr>
          <p:nvPr>
            <p:ph type="title"/>
          </p:nvPr>
        </p:nvSpPr>
        <p:spPr/>
        <p:txBody>
          <a:bodyPr/>
          <a:p>
            <a:endParaRPr lang="en-US"/>
          </a:p>
        </p:txBody>
      </p:sp>
      <p:sp>
        <p:nvSpPr>
          <p:cNvPr id="1048675" name="Content Placeholder 2"/>
          <p:cNvSpPr>
            <a:spLocks noGrp="1"/>
          </p:cNvSpPr>
          <p:nvPr>
            <p:ph idx="1"/>
          </p:nvPr>
        </p:nvSpPr>
        <p:spPr/>
        <p:txBody>
          <a:bodyPr/>
          <a:p>
            <a:pPr indent="-457200" marL="457200">
              <a:buFont typeface="Wingdings" panose="05000000000000000000" pitchFamily="2" charset="2"/>
              <a:buChar char="q"/>
            </a:pPr>
            <a:r>
              <a:rPr altLang="en-US" dirty="0" lang="en-IN">
                <a:latin typeface="Times New Roman" panose="02020603050405020304" pitchFamily="18" charset="0"/>
                <a:cs typeface="Times New Roman" panose="02020603050405020304" pitchFamily="18" charset="0"/>
              </a:rPr>
              <a:t>Remote - Access Trojans: we can claim that they are the most dangerous type of Trojan. They have special capability which enable attacker to remotely control victim machine via a LAN or Internet. This type of Trojan can be instructed by attacker for malicious activities such as harvesting confidential information from the victim machine.</a:t>
            </a:r>
            <a:endParaRPr dirty="0" lang="en-US"/>
          </a:p>
        </p:txBody>
      </p:sp>
    </p:spTree>
  </p:cSld>
  <p:clrMapOvr>
    <a:masterClrMapping/>
  </p:clrMapOvr>
  <p:transition spd="slow" advTm="48505"/>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10" name=""/>
        <p:cNvGrpSpPr/>
        <p:nvPr/>
      </p:nvGrpSpPr>
      <p:grpSpPr>
        <a:xfrm>
          <a:off x="0" y="0"/>
          <a:ext cx="0" cy="0"/>
          <a:chOff x="0" y="0"/>
          <a:chExt cx="0" cy="0"/>
        </a:xfrm>
      </p:grpSpPr>
      <p:sp>
        <p:nvSpPr>
          <p:cNvPr id="1048676" name="Rectangle 1"/>
          <p:cNvSpPr>
            <a:spLocks noGrp="1" noChangeArrowheads="1"/>
          </p:cNvSpPr>
          <p:nvPr>
            <p:ph type="subTitle"/>
          </p:nvPr>
        </p:nvSpPr>
        <p:spPr>
          <a:xfrm>
            <a:off x="144463" y="287338"/>
            <a:ext cx="9647237" cy="7056437"/>
          </a:xfrm>
        </p:spPr>
        <p:txBody>
          <a:bodyPr/>
          <a:p>
            <a:pPr algn="l" eaLnBrk="1" indent="-554355" marL="554355">
              <a:buSzPct val="45000"/>
              <a:buFont typeface="Wingdings" panose="05000000000000000000" pitchFamily="2" charset="2"/>
              <a:buChar char=""/>
              <a:tabLst>
                <a:tab algn="l" pos="553720"/>
                <a:tab algn="l" pos="658495"/>
                <a:tab algn="l" pos="1108075"/>
                <a:tab algn="l" pos="1557020"/>
                <a:tab algn="l" pos="2006600"/>
                <a:tab algn="l" pos="2455545"/>
                <a:tab algn="l" pos="2905125"/>
                <a:tab algn="l" pos="3354070"/>
                <a:tab algn="l" pos="3803650"/>
                <a:tab algn="l" pos="4252595"/>
                <a:tab algn="l" pos="4702175"/>
                <a:tab algn="l" pos="5151120"/>
                <a:tab algn="l" pos="5600700"/>
                <a:tab algn="l" pos="6049645"/>
                <a:tab algn="l" pos="6499225"/>
                <a:tab algn="l" pos="6948170"/>
                <a:tab algn="l" pos="7397750"/>
                <a:tab algn="l" pos="7846695"/>
                <a:tab algn="l" pos="8296275"/>
                <a:tab algn="l" pos="8745220"/>
                <a:tab algn="l" pos="9194800"/>
                <a:tab algn="l" pos="9434195"/>
              </a:tabLst>
            </a:pPr>
            <a:r>
              <a:rPr altLang="en-US" b="1" dirty="0" sz="3200" lang="en-IN">
                <a:latin typeface="Times New Roman" panose="02020603050405020304" pitchFamily="18" charset="0"/>
                <a:ea typeface="+mj-ea"/>
                <a:cs typeface="Times New Roman" panose="02020603050405020304" pitchFamily="18" charset="0"/>
              </a:rPr>
              <a:t>Bot</a:t>
            </a:r>
            <a:r>
              <a:rPr altLang="en-US" dirty="0" sz="3200" lang="en-IN">
                <a:latin typeface="Times New Roman" panose="02020603050405020304" pitchFamily="18" charset="0"/>
                <a:ea typeface="+mj-ea"/>
                <a:cs typeface="Times New Roman" panose="02020603050405020304" pitchFamily="18" charset="0"/>
              </a:rPr>
              <a:t>–Bot is actually short for robot which is also called as Zombie. </a:t>
            </a:r>
            <a:endParaRPr altLang="en-US" dirty="0" sz="3200" lang="en-IN">
              <a:latin typeface="Times New Roman" panose="02020603050405020304" pitchFamily="18" charset="0"/>
              <a:ea typeface="+mj-ea"/>
              <a:cs typeface="Times New Roman" panose="02020603050405020304" pitchFamily="18" charset="0"/>
            </a:endParaRPr>
          </a:p>
          <a:p>
            <a:pPr algn="l" eaLnBrk="1" indent="-554355" marL="554355">
              <a:buSzPct val="45000"/>
              <a:buFont typeface="Wingdings" panose="05000000000000000000" pitchFamily="2" charset="2"/>
              <a:buChar char=""/>
              <a:tabLst>
                <a:tab algn="l" pos="553720"/>
                <a:tab algn="l" pos="658495"/>
                <a:tab algn="l" pos="1108075"/>
                <a:tab algn="l" pos="1557020"/>
                <a:tab algn="l" pos="2006600"/>
                <a:tab algn="l" pos="2455545"/>
                <a:tab algn="l" pos="2905125"/>
                <a:tab algn="l" pos="3354070"/>
                <a:tab algn="l" pos="3803650"/>
                <a:tab algn="l" pos="4252595"/>
                <a:tab algn="l" pos="4702175"/>
                <a:tab algn="l" pos="5151120"/>
                <a:tab algn="l" pos="5600700"/>
                <a:tab algn="l" pos="6049645"/>
                <a:tab algn="l" pos="6499225"/>
                <a:tab algn="l" pos="6948170"/>
                <a:tab algn="l" pos="7397750"/>
                <a:tab algn="l" pos="7846695"/>
                <a:tab algn="l" pos="8296275"/>
                <a:tab algn="l" pos="8745220"/>
                <a:tab algn="l" pos="9194800"/>
                <a:tab algn="l" pos="9434195"/>
              </a:tabLst>
            </a:pPr>
            <a:r>
              <a:rPr altLang="en-US" dirty="0" sz="3200" lang="en-IN">
                <a:latin typeface="Times New Roman" panose="02020603050405020304" pitchFamily="18" charset="0"/>
                <a:ea typeface="+mj-ea"/>
                <a:cs typeface="Times New Roman" panose="02020603050405020304" pitchFamily="18" charset="0"/>
              </a:rPr>
              <a:t>It is a new type of malware installed into a compromised computer which can be controlled remotely by </a:t>
            </a:r>
            <a:r>
              <a:rPr altLang="en-US" dirty="0" sz="3200" lang="en-IN" err="1">
                <a:latin typeface="Times New Roman" panose="02020603050405020304" pitchFamily="18" charset="0"/>
                <a:ea typeface="+mj-ea"/>
                <a:cs typeface="Times New Roman" panose="02020603050405020304" pitchFamily="18" charset="0"/>
              </a:rPr>
              <a:t>BotMaster</a:t>
            </a:r>
            <a:r>
              <a:rPr altLang="en-US" dirty="0" sz="3200" lang="en-IN">
                <a:latin typeface="Times New Roman" panose="02020603050405020304" pitchFamily="18" charset="0"/>
                <a:ea typeface="+mj-ea"/>
                <a:cs typeface="Times New Roman" panose="02020603050405020304" pitchFamily="18" charset="0"/>
              </a:rPr>
              <a:t> for executing some orders through the received commands. </a:t>
            </a:r>
            <a:endParaRPr altLang="en-US" dirty="0" sz="3200" lang="en-IN">
              <a:latin typeface="Times New Roman" panose="02020603050405020304" pitchFamily="18" charset="0"/>
              <a:ea typeface="+mj-ea"/>
              <a:cs typeface="Times New Roman" panose="02020603050405020304" pitchFamily="18" charset="0"/>
            </a:endParaRPr>
          </a:p>
          <a:p>
            <a:pPr algn="l" eaLnBrk="1" indent="-554355" marL="554355">
              <a:buSzPct val="45000"/>
              <a:buFont typeface="Wingdings" panose="05000000000000000000" pitchFamily="2" charset="2"/>
              <a:buChar char=""/>
              <a:tabLst>
                <a:tab algn="l" pos="553720"/>
                <a:tab algn="l" pos="658495"/>
                <a:tab algn="l" pos="1108075"/>
                <a:tab algn="l" pos="1557020"/>
                <a:tab algn="l" pos="2006600"/>
                <a:tab algn="l" pos="2455545"/>
                <a:tab algn="l" pos="2905125"/>
                <a:tab algn="l" pos="3354070"/>
                <a:tab algn="l" pos="3803650"/>
                <a:tab algn="l" pos="4252595"/>
                <a:tab algn="l" pos="4702175"/>
                <a:tab algn="l" pos="5151120"/>
                <a:tab algn="l" pos="5600700"/>
                <a:tab algn="l" pos="6049645"/>
                <a:tab algn="l" pos="6499225"/>
                <a:tab algn="l" pos="6948170"/>
                <a:tab algn="l" pos="7397750"/>
                <a:tab algn="l" pos="7846695"/>
                <a:tab algn="l" pos="8296275"/>
                <a:tab algn="l" pos="8745220"/>
                <a:tab algn="l" pos="9194800"/>
                <a:tab algn="l" pos="9434195"/>
              </a:tabLst>
            </a:pPr>
            <a:r>
              <a:rPr altLang="en-US" dirty="0" sz="3200" lang="en-IN">
                <a:latin typeface="Times New Roman" panose="02020603050405020304" pitchFamily="18" charset="0"/>
                <a:ea typeface="+mj-ea"/>
                <a:cs typeface="Times New Roman" panose="02020603050405020304" pitchFamily="18" charset="0"/>
              </a:rPr>
              <a:t>After the Bot code has been installed into the compromised computers, the computer becomes a Bot or Zombie. </a:t>
            </a:r>
            <a:endParaRPr altLang="en-US" dirty="0" sz="3200" lang="en-IN">
              <a:latin typeface="Times New Roman" panose="02020603050405020304" pitchFamily="18" charset="0"/>
              <a:ea typeface="+mj-ea"/>
              <a:cs typeface="Times New Roman" panose="02020603050405020304" pitchFamily="18" charset="0"/>
            </a:endParaRPr>
          </a:p>
        </p:txBody>
      </p:sp>
    </p:spTree>
  </p:cSld>
  <p:clrMapOvr>
    <a:masterClrMapping/>
  </p:clrMapOvr>
  <p:transition spd="med" advTm="82315"/>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13" name=""/>
        <p:cNvGrpSpPr/>
        <p:nvPr/>
      </p:nvGrpSpPr>
      <p:grpSpPr>
        <a:xfrm>
          <a:off x="0" y="0"/>
          <a:ext cx="0" cy="0"/>
          <a:chOff x="0" y="0"/>
          <a:chExt cx="0" cy="0"/>
        </a:xfrm>
      </p:grpSpPr>
      <p:sp>
        <p:nvSpPr>
          <p:cNvPr id="1048680" name="Text Box 1"/>
          <p:cNvSpPr txBox="1">
            <a:spLocks noChangeArrowheads="1"/>
          </p:cNvSpPr>
          <p:nvPr/>
        </p:nvSpPr>
        <p:spPr bwMode="auto">
          <a:xfrm>
            <a:off x="144463" y="374650"/>
            <a:ext cx="9791700" cy="7040563"/>
          </a:xfrm>
          <a:prstGeom prst="rect"/>
          <a:noFill/>
          <a:ln>
            <a:noFill/>
          </a:ln>
          <a:effectLst/>
        </p:spPr>
        <p:txBody>
          <a:bodyPr anchor="ctr" bIns="0" lIns="0" rIns="0" tIns="0"/>
          <a:lstStyle>
            <a:lvl1pPr indent="-554355" marL="554355">
              <a:tabLst>
                <a:tab algn="l" pos="553720"/>
                <a:tab algn="l" pos="1001395"/>
                <a:tab algn="l" pos="1450975"/>
                <a:tab algn="l" pos="1899920"/>
                <a:tab algn="l" pos="2349500"/>
                <a:tab algn="l" pos="2798445"/>
                <a:tab algn="l" pos="3248025"/>
                <a:tab algn="l" pos="3696970"/>
                <a:tab algn="l" pos="4146550"/>
                <a:tab algn="l" pos="4595495"/>
                <a:tab algn="l" pos="5045075"/>
                <a:tab algn="l" pos="5494020"/>
                <a:tab algn="l" pos="5943600"/>
                <a:tab algn="l" pos="6392545"/>
                <a:tab algn="l" pos="6842125"/>
                <a:tab algn="l" pos="7291070"/>
                <a:tab algn="l" pos="7740650"/>
                <a:tab algn="l" pos="8189595"/>
                <a:tab algn="l" pos="8639175"/>
                <a:tab algn="l" pos="9088120"/>
                <a:tab algn="l" pos="9537700"/>
              </a:tabLst>
              <a:defRPr>
                <a:solidFill>
                  <a:srgbClr val="000000"/>
                </a:solidFill>
                <a:latin typeface="Arial" panose="020B0604020202020204" pitchFamily="34" charset="0"/>
                <a:cs typeface="Arial Unicode MS" panose="020B0604020202020204" charset="-122"/>
              </a:defRPr>
            </a:lvl1pPr>
            <a:lvl2pPr>
              <a:tabLst>
                <a:tab algn="l" pos="553720"/>
                <a:tab algn="l" pos="1001395"/>
                <a:tab algn="l" pos="1450975"/>
                <a:tab algn="l" pos="1899920"/>
                <a:tab algn="l" pos="2349500"/>
                <a:tab algn="l" pos="2798445"/>
                <a:tab algn="l" pos="3248025"/>
                <a:tab algn="l" pos="3696970"/>
                <a:tab algn="l" pos="4146550"/>
                <a:tab algn="l" pos="4595495"/>
                <a:tab algn="l" pos="5045075"/>
                <a:tab algn="l" pos="5494020"/>
                <a:tab algn="l" pos="5943600"/>
                <a:tab algn="l" pos="6392545"/>
                <a:tab algn="l" pos="6842125"/>
                <a:tab algn="l" pos="7291070"/>
                <a:tab algn="l" pos="7740650"/>
                <a:tab algn="l" pos="8189595"/>
                <a:tab algn="l" pos="8639175"/>
                <a:tab algn="l" pos="9088120"/>
                <a:tab algn="l" pos="9537700"/>
              </a:tabLst>
              <a:defRPr>
                <a:solidFill>
                  <a:srgbClr val="000000"/>
                </a:solidFill>
                <a:latin typeface="Arial" panose="020B0604020202020204" pitchFamily="34" charset="0"/>
                <a:cs typeface="Arial Unicode MS" panose="020B0604020202020204" charset="-122"/>
              </a:defRPr>
            </a:lvl2pPr>
            <a:lvl3pPr>
              <a:tabLst>
                <a:tab algn="l" pos="553720"/>
                <a:tab algn="l" pos="1001395"/>
                <a:tab algn="l" pos="1450975"/>
                <a:tab algn="l" pos="1899920"/>
                <a:tab algn="l" pos="2349500"/>
                <a:tab algn="l" pos="2798445"/>
                <a:tab algn="l" pos="3248025"/>
                <a:tab algn="l" pos="3696970"/>
                <a:tab algn="l" pos="4146550"/>
                <a:tab algn="l" pos="4595495"/>
                <a:tab algn="l" pos="5045075"/>
                <a:tab algn="l" pos="5494020"/>
                <a:tab algn="l" pos="5943600"/>
                <a:tab algn="l" pos="6392545"/>
                <a:tab algn="l" pos="6842125"/>
                <a:tab algn="l" pos="7291070"/>
                <a:tab algn="l" pos="7740650"/>
                <a:tab algn="l" pos="8189595"/>
                <a:tab algn="l" pos="8639175"/>
                <a:tab algn="l" pos="9088120"/>
                <a:tab algn="l" pos="9537700"/>
              </a:tabLst>
              <a:defRPr>
                <a:solidFill>
                  <a:srgbClr val="000000"/>
                </a:solidFill>
                <a:latin typeface="Arial" panose="020B0604020202020204" pitchFamily="34" charset="0"/>
                <a:cs typeface="Arial Unicode MS" panose="020B0604020202020204" charset="-122"/>
              </a:defRPr>
            </a:lvl3pPr>
            <a:lvl4pPr>
              <a:tabLst>
                <a:tab algn="l" pos="553720"/>
                <a:tab algn="l" pos="1001395"/>
                <a:tab algn="l" pos="1450975"/>
                <a:tab algn="l" pos="1899920"/>
                <a:tab algn="l" pos="2349500"/>
                <a:tab algn="l" pos="2798445"/>
                <a:tab algn="l" pos="3248025"/>
                <a:tab algn="l" pos="3696970"/>
                <a:tab algn="l" pos="4146550"/>
                <a:tab algn="l" pos="4595495"/>
                <a:tab algn="l" pos="5045075"/>
                <a:tab algn="l" pos="5494020"/>
                <a:tab algn="l" pos="5943600"/>
                <a:tab algn="l" pos="6392545"/>
                <a:tab algn="l" pos="6842125"/>
                <a:tab algn="l" pos="7291070"/>
                <a:tab algn="l" pos="7740650"/>
                <a:tab algn="l" pos="8189595"/>
                <a:tab algn="l" pos="8639175"/>
                <a:tab algn="l" pos="9088120"/>
                <a:tab algn="l" pos="9537700"/>
              </a:tabLst>
              <a:defRPr>
                <a:solidFill>
                  <a:srgbClr val="000000"/>
                </a:solidFill>
                <a:latin typeface="Arial" panose="020B0604020202020204" pitchFamily="34" charset="0"/>
                <a:cs typeface="Arial Unicode MS" panose="020B0604020202020204" charset="-122"/>
              </a:defRPr>
            </a:lvl4pPr>
            <a:lvl5pPr>
              <a:tabLst>
                <a:tab algn="l" pos="553720"/>
                <a:tab algn="l" pos="1001395"/>
                <a:tab algn="l" pos="1450975"/>
                <a:tab algn="l" pos="1899920"/>
                <a:tab algn="l" pos="2349500"/>
                <a:tab algn="l" pos="2798445"/>
                <a:tab algn="l" pos="3248025"/>
                <a:tab algn="l" pos="3696970"/>
                <a:tab algn="l" pos="4146550"/>
                <a:tab algn="l" pos="4595495"/>
                <a:tab algn="l" pos="5045075"/>
                <a:tab algn="l" pos="5494020"/>
                <a:tab algn="l" pos="5943600"/>
                <a:tab algn="l" pos="6392545"/>
                <a:tab algn="l" pos="6842125"/>
                <a:tab algn="l" pos="7291070"/>
                <a:tab algn="l" pos="7740650"/>
                <a:tab algn="l" pos="8189595"/>
                <a:tab algn="l" pos="8639175"/>
                <a:tab algn="l" pos="9088120"/>
                <a:tab algn="l" pos="9537700"/>
              </a:tabLst>
              <a:defRPr>
                <a:solidFill>
                  <a:srgbClr val="000000"/>
                </a:solidFill>
                <a:latin typeface="Arial" panose="020B0604020202020204" pitchFamily="34" charset="0"/>
                <a:cs typeface="Arial Unicode MS" panose="020B0604020202020204" charset="-122"/>
              </a:defRPr>
            </a:lvl5pPr>
            <a:lvl6pPr defTabSz="44958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553720"/>
                <a:tab algn="l" pos="1001395"/>
                <a:tab algn="l" pos="1450975"/>
                <a:tab algn="l" pos="1899920"/>
                <a:tab algn="l" pos="2349500"/>
                <a:tab algn="l" pos="2798445"/>
                <a:tab algn="l" pos="3248025"/>
                <a:tab algn="l" pos="3696970"/>
                <a:tab algn="l" pos="4146550"/>
                <a:tab algn="l" pos="4595495"/>
                <a:tab algn="l" pos="5045075"/>
                <a:tab algn="l" pos="5494020"/>
                <a:tab algn="l" pos="5943600"/>
                <a:tab algn="l" pos="6392545"/>
                <a:tab algn="l" pos="6842125"/>
                <a:tab algn="l" pos="7291070"/>
                <a:tab algn="l" pos="7740650"/>
                <a:tab algn="l" pos="8189595"/>
                <a:tab algn="l" pos="8639175"/>
                <a:tab algn="l" pos="9088120"/>
                <a:tab algn="l" pos="9537700"/>
              </a:tabLst>
              <a:defRPr>
                <a:solidFill>
                  <a:srgbClr val="000000"/>
                </a:solidFill>
                <a:latin typeface="Arial" panose="020B0604020202020204" pitchFamily="34" charset="0"/>
                <a:cs typeface="Arial Unicode MS" panose="020B0604020202020204" charset="-122"/>
              </a:defRPr>
            </a:lvl6pPr>
            <a:lvl7pPr defTabSz="44958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553720"/>
                <a:tab algn="l" pos="1001395"/>
                <a:tab algn="l" pos="1450975"/>
                <a:tab algn="l" pos="1899920"/>
                <a:tab algn="l" pos="2349500"/>
                <a:tab algn="l" pos="2798445"/>
                <a:tab algn="l" pos="3248025"/>
                <a:tab algn="l" pos="3696970"/>
                <a:tab algn="l" pos="4146550"/>
                <a:tab algn="l" pos="4595495"/>
                <a:tab algn="l" pos="5045075"/>
                <a:tab algn="l" pos="5494020"/>
                <a:tab algn="l" pos="5943600"/>
                <a:tab algn="l" pos="6392545"/>
                <a:tab algn="l" pos="6842125"/>
                <a:tab algn="l" pos="7291070"/>
                <a:tab algn="l" pos="7740650"/>
                <a:tab algn="l" pos="8189595"/>
                <a:tab algn="l" pos="8639175"/>
                <a:tab algn="l" pos="9088120"/>
                <a:tab algn="l" pos="9537700"/>
              </a:tabLst>
              <a:defRPr>
                <a:solidFill>
                  <a:srgbClr val="000000"/>
                </a:solidFill>
                <a:latin typeface="Arial" panose="020B0604020202020204" pitchFamily="34" charset="0"/>
                <a:cs typeface="Arial Unicode MS" panose="020B0604020202020204" charset="-122"/>
              </a:defRPr>
            </a:lvl7pPr>
            <a:lvl8pPr defTabSz="44958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553720"/>
                <a:tab algn="l" pos="1001395"/>
                <a:tab algn="l" pos="1450975"/>
                <a:tab algn="l" pos="1899920"/>
                <a:tab algn="l" pos="2349500"/>
                <a:tab algn="l" pos="2798445"/>
                <a:tab algn="l" pos="3248025"/>
                <a:tab algn="l" pos="3696970"/>
                <a:tab algn="l" pos="4146550"/>
                <a:tab algn="l" pos="4595495"/>
                <a:tab algn="l" pos="5045075"/>
                <a:tab algn="l" pos="5494020"/>
                <a:tab algn="l" pos="5943600"/>
                <a:tab algn="l" pos="6392545"/>
                <a:tab algn="l" pos="6842125"/>
                <a:tab algn="l" pos="7291070"/>
                <a:tab algn="l" pos="7740650"/>
                <a:tab algn="l" pos="8189595"/>
                <a:tab algn="l" pos="8639175"/>
                <a:tab algn="l" pos="9088120"/>
                <a:tab algn="l" pos="9537700"/>
              </a:tabLst>
              <a:defRPr>
                <a:solidFill>
                  <a:srgbClr val="000000"/>
                </a:solidFill>
                <a:latin typeface="Arial" panose="020B0604020202020204" pitchFamily="34" charset="0"/>
                <a:cs typeface="Arial Unicode MS" panose="020B0604020202020204" charset="-122"/>
              </a:defRPr>
            </a:lvl8pPr>
            <a:lvl9pPr defTabSz="44958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553720"/>
                <a:tab algn="l" pos="1001395"/>
                <a:tab algn="l" pos="1450975"/>
                <a:tab algn="l" pos="1899920"/>
                <a:tab algn="l" pos="2349500"/>
                <a:tab algn="l" pos="2798445"/>
                <a:tab algn="l" pos="3248025"/>
                <a:tab algn="l" pos="3696970"/>
                <a:tab algn="l" pos="4146550"/>
                <a:tab algn="l" pos="4595495"/>
                <a:tab algn="l" pos="5045075"/>
                <a:tab algn="l" pos="5494020"/>
                <a:tab algn="l" pos="5943600"/>
                <a:tab algn="l" pos="6392545"/>
                <a:tab algn="l" pos="6842125"/>
                <a:tab algn="l" pos="7291070"/>
                <a:tab algn="l" pos="7740650"/>
                <a:tab algn="l" pos="8189595"/>
                <a:tab algn="l" pos="8639175"/>
                <a:tab algn="l" pos="9088120"/>
                <a:tab algn="l" pos="9537700"/>
              </a:tabLst>
              <a:defRPr>
                <a:solidFill>
                  <a:srgbClr val="000000"/>
                </a:solidFill>
                <a:latin typeface="Arial" panose="020B0604020202020204" pitchFamily="34" charset="0"/>
                <a:cs typeface="Arial Unicode MS" panose="020B0604020202020204" charset="-122"/>
              </a:defRPr>
            </a:lvl9pPr>
          </a:lstStyle>
          <a:p>
            <a:pPr algn="just" eaLnBrk="1">
              <a:lnSpc>
                <a:spcPct val="94000"/>
              </a:lnSpc>
              <a:buClr>
                <a:srgbClr val="000000"/>
              </a:buClr>
              <a:buSzPct val="45000"/>
              <a:buFont typeface="Wingdings" panose="05000000000000000000" pitchFamily="2" charset="2"/>
              <a:buChar char=""/>
            </a:pPr>
            <a:r>
              <a:rPr altLang="en-US" b="1" dirty="0" sz="3200" lang="en-IN" err="1">
                <a:latin typeface="Times New Roman" panose="02020603050405020304" pitchFamily="18" charset="0"/>
                <a:ea typeface="+mn-ea"/>
                <a:cs typeface="Times New Roman" panose="02020603050405020304" pitchFamily="18" charset="0"/>
              </a:rPr>
              <a:t>BotMaster</a:t>
            </a:r>
            <a:r>
              <a:rPr altLang="en-US" dirty="0" sz="3200" lang="en-IN">
                <a:latin typeface="Times New Roman" panose="02020603050405020304" pitchFamily="18" charset="0"/>
                <a:ea typeface="+mn-ea"/>
                <a:cs typeface="Times New Roman" panose="02020603050405020304" pitchFamily="18" charset="0"/>
              </a:rPr>
              <a:t>– </a:t>
            </a:r>
            <a:r>
              <a:rPr altLang="en-US" dirty="0" sz="3200" lang="en-IN" err="1">
                <a:latin typeface="Times New Roman" panose="02020603050405020304" pitchFamily="18" charset="0"/>
                <a:ea typeface="+mn-ea"/>
                <a:cs typeface="Times New Roman" panose="02020603050405020304" pitchFamily="18" charset="0"/>
              </a:rPr>
              <a:t>BotMaster</a:t>
            </a:r>
            <a:r>
              <a:rPr altLang="en-US" dirty="0" sz="3200" lang="en-IN">
                <a:latin typeface="Times New Roman" panose="02020603050405020304" pitchFamily="18" charset="0"/>
                <a:ea typeface="+mn-ea"/>
                <a:cs typeface="Times New Roman" panose="02020603050405020304" pitchFamily="18" charset="0"/>
              </a:rPr>
              <a:t> is also known as </a:t>
            </a:r>
            <a:r>
              <a:rPr altLang="en-US" dirty="0" sz="3200" lang="en-IN" err="1">
                <a:latin typeface="Times New Roman" panose="02020603050405020304" pitchFamily="18" charset="0"/>
                <a:ea typeface="+mn-ea"/>
                <a:cs typeface="Times New Roman" panose="02020603050405020304" pitchFamily="18" charset="0"/>
              </a:rPr>
              <a:t>BotHerder</a:t>
            </a:r>
            <a:r>
              <a:rPr altLang="en-US" dirty="0" sz="3200" lang="en-IN">
                <a:latin typeface="Times New Roman" panose="02020603050405020304" pitchFamily="18" charset="0"/>
                <a:ea typeface="+mn-ea"/>
                <a:cs typeface="Times New Roman" panose="02020603050405020304" pitchFamily="18" charset="0"/>
              </a:rPr>
              <a:t>, is a person or a group of person which control remote Bots.</a:t>
            </a:r>
            <a:endParaRPr altLang="en-US" dirty="0" sz="3200" lang="en-IN">
              <a:latin typeface="Times New Roman" panose="02020603050405020304" pitchFamily="18" charset="0"/>
              <a:ea typeface="+mn-ea"/>
              <a:cs typeface="Times New Roman" panose="02020603050405020304" pitchFamily="18" charset="0"/>
            </a:endParaRPr>
          </a:p>
          <a:p>
            <a:pPr algn="just" eaLnBrk="1" indent="0" marL="0">
              <a:lnSpc>
                <a:spcPct val="94000"/>
              </a:lnSpc>
              <a:buClr>
                <a:srgbClr val="000000"/>
              </a:buClr>
              <a:buSzPct val="45000"/>
            </a:pPr>
            <a:endParaRPr altLang="en-US" dirty="0" sz="3200" lang="en-IN">
              <a:latin typeface="Times New Roman" panose="02020603050405020304" pitchFamily="18" charset="0"/>
              <a:ea typeface="+mn-ea"/>
              <a:cs typeface="Times New Roman" panose="02020603050405020304" pitchFamily="18" charset="0"/>
            </a:endParaRPr>
          </a:p>
          <a:p>
            <a:pPr algn="just" eaLnBrk="1">
              <a:lnSpc>
                <a:spcPct val="94000"/>
              </a:lnSpc>
              <a:buClr>
                <a:srgbClr val="000000"/>
              </a:buClr>
              <a:buSzPct val="45000"/>
              <a:buFont typeface="Wingdings" panose="05000000000000000000" pitchFamily="2" charset="2"/>
              <a:buChar char=""/>
            </a:pPr>
            <a:r>
              <a:rPr altLang="en-US" b="1" dirty="0" sz="3200" lang="en-IN">
                <a:latin typeface="Times New Roman" panose="02020603050405020304" pitchFamily="18" charset="0"/>
                <a:ea typeface="+mn-ea"/>
                <a:cs typeface="Times New Roman" panose="02020603050405020304" pitchFamily="18" charset="0"/>
              </a:rPr>
              <a:t>Botnets</a:t>
            </a:r>
            <a:r>
              <a:rPr altLang="en-US" dirty="0" sz="3200" lang="en-IN">
                <a:latin typeface="Times New Roman" panose="02020603050405020304" pitchFamily="18" charset="0"/>
                <a:ea typeface="+mn-ea"/>
                <a:cs typeface="Times New Roman" panose="02020603050405020304" pitchFamily="18" charset="0"/>
              </a:rPr>
              <a:t> - Botnets are networks consisting of large number of Bots. Botnets are created by the </a:t>
            </a:r>
            <a:r>
              <a:rPr altLang="en-US" dirty="0" sz="3200" lang="en-IN" err="1">
                <a:latin typeface="Times New Roman" panose="02020603050405020304" pitchFamily="18" charset="0"/>
                <a:ea typeface="+mn-ea"/>
                <a:cs typeface="Times New Roman" panose="02020603050405020304" pitchFamily="18" charset="0"/>
              </a:rPr>
              <a:t>BotMaster</a:t>
            </a:r>
            <a:r>
              <a:rPr altLang="en-US" dirty="0" sz="3200" lang="en-IN">
                <a:latin typeface="Times New Roman" panose="02020603050405020304" pitchFamily="18" charset="0"/>
                <a:ea typeface="+mn-ea"/>
                <a:cs typeface="Times New Roman" panose="02020603050405020304" pitchFamily="18" charset="0"/>
              </a:rPr>
              <a:t> to setup a private communication infrastructure which can be used for malicious activities such as Distributed Denial-of-Service (</a:t>
            </a:r>
            <a:r>
              <a:rPr altLang="en-US" dirty="0" sz="3200" lang="en-IN" err="1">
                <a:latin typeface="Times New Roman" panose="02020603050405020304" pitchFamily="18" charset="0"/>
                <a:ea typeface="+mn-ea"/>
                <a:cs typeface="Times New Roman" panose="02020603050405020304" pitchFamily="18" charset="0"/>
              </a:rPr>
              <a:t>DdoS</a:t>
            </a:r>
            <a:r>
              <a:rPr altLang="en-US" dirty="0" sz="3200" lang="en-IN">
                <a:latin typeface="Times New Roman" panose="02020603050405020304" pitchFamily="18" charset="0"/>
                <a:ea typeface="+mn-ea"/>
                <a:cs typeface="Times New Roman" panose="02020603050405020304" pitchFamily="18" charset="0"/>
              </a:rPr>
              <a:t>), sending large amount of SPAM or phishing mails, and other nefarious purpose . </a:t>
            </a:r>
            <a:endParaRPr altLang="en-US" dirty="0" sz="3200" lang="en-IN">
              <a:latin typeface="Times New Roman" panose="02020603050405020304" pitchFamily="18" charset="0"/>
              <a:ea typeface="+mn-ea"/>
              <a:cs typeface="Times New Roman" panose="02020603050405020304" pitchFamily="18" charset="0"/>
            </a:endParaRPr>
          </a:p>
        </p:txBody>
      </p:sp>
    </p:spTree>
  </p:cSld>
  <p:clrMapOvr>
    <a:masterClrMapping/>
  </p:clrMapOvr>
  <p:transition spd="med" advTm="78539"/>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16" name=""/>
        <p:cNvGrpSpPr/>
        <p:nvPr/>
      </p:nvGrpSpPr>
      <p:grpSpPr>
        <a:xfrm>
          <a:off x="0" y="0"/>
          <a:ext cx="0" cy="0"/>
          <a:chOff x="0" y="0"/>
          <a:chExt cx="0" cy="0"/>
        </a:xfrm>
      </p:grpSpPr>
      <p:sp>
        <p:nvSpPr>
          <p:cNvPr id="1048684" name="Text Box 1"/>
          <p:cNvSpPr txBox="1">
            <a:spLocks noChangeArrowheads="1"/>
          </p:cNvSpPr>
          <p:nvPr/>
        </p:nvSpPr>
        <p:spPr bwMode="auto">
          <a:xfrm>
            <a:off x="503238" y="301625"/>
            <a:ext cx="9069387" cy="5843588"/>
          </a:xfrm>
          <a:prstGeom prst="rect"/>
          <a:noFill/>
          <a:ln>
            <a:noFill/>
          </a:ln>
          <a:effectLst/>
        </p:spPr>
        <p:txBody>
          <a:bodyPr anchor="ctr" wrap="none"/>
          <a:p>
            <a:pPr eaLnBrk="1">
              <a:lnSpc>
                <a:spcPct val="94000"/>
              </a:lnSpc>
              <a:buClr>
                <a:srgbClr val="000000"/>
              </a:buClr>
              <a:buSzPct val="100000"/>
              <a:buFont typeface="Times New Roman" panose="02020603050405020304" pitchFamily="18" charset="0"/>
              <a:buNone/>
            </a:pPr>
            <a:endParaRPr altLang="en-US" lang="en-US"/>
          </a:p>
        </p:txBody>
      </p:sp>
      <p:pic>
        <p:nvPicPr>
          <p:cNvPr id="2097157" name="Picture 2"/>
          <p:cNvPicPr>
            <a:picLocks noChangeAspect="1" noChangeArrowheads="1"/>
          </p:cNvPicPr>
          <p:nvPr/>
        </p:nvPicPr>
        <p:blipFill>
          <a:blip xmlns:r="http://schemas.openxmlformats.org/officeDocument/2006/relationships" r:embed="rId1"/>
          <a:srcRect/>
          <a:stretch>
            <a:fillRect/>
          </a:stretch>
        </p:blipFill>
        <p:spPr bwMode="auto">
          <a:xfrm>
            <a:off x="144463" y="144463"/>
            <a:ext cx="9791700" cy="7415212"/>
          </a:xfrm>
          <a:prstGeom prst="rect"/>
          <a:noFill/>
          <a:ln>
            <a:noFill/>
          </a:ln>
          <a:effectLst/>
        </p:spPr>
      </p:pic>
    </p:spTree>
  </p:cSld>
  <p:clrMapOvr>
    <a:masterClrMapping/>
  </p:clrMapOvr>
  <p:transition spd="med" advTm="104267"/>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19" name=""/>
        <p:cNvGrpSpPr/>
        <p:nvPr/>
      </p:nvGrpSpPr>
      <p:grpSpPr>
        <a:xfrm>
          <a:off x="0" y="0"/>
          <a:ext cx="0" cy="0"/>
          <a:chOff x="0" y="0"/>
          <a:chExt cx="0" cy="0"/>
        </a:xfrm>
      </p:grpSpPr>
      <p:sp>
        <p:nvSpPr>
          <p:cNvPr id="1048688" name="Text Box 1"/>
          <p:cNvSpPr txBox="1">
            <a:spLocks noChangeArrowheads="1"/>
          </p:cNvSpPr>
          <p:nvPr/>
        </p:nvSpPr>
        <p:spPr bwMode="auto">
          <a:xfrm>
            <a:off x="503238" y="301625"/>
            <a:ext cx="9069387" cy="5843588"/>
          </a:xfrm>
          <a:prstGeom prst="rect"/>
          <a:noFill/>
          <a:ln>
            <a:noFill/>
          </a:ln>
          <a:effectLst/>
        </p:spPr>
        <p:txBody>
          <a:bodyPr anchor="ctr" bIns="0" lIns="0" rIns="0" tIns="0"/>
          <a:lstStyle>
            <a:lvl1pPr indent="-336550" marL="342900">
              <a:lnSpc>
                <a:spcPct val="94000"/>
              </a:lnSpc>
              <a:buClr>
                <a:srgbClr val="000000"/>
              </a:buClr>
              <a:buSzPct val="100000"/>
              <a:buFont typeface="Times New Roman" panose="02020603050405020304" pitchFamily="18" charset="0"/>
              <a:tabLst>
                <a:tab algn="l" pos="342900"/>
                <a:tab algn="l" pos="790575"/>
                <a:tab algn="l" pos="1239520"/>
                <a:tab algn="l" pos="1689100"/>
                <a:tab algn="l" pos="2138045"/>
                <a:tab algn="l" pos="2587625"/>
                <a:tab algn="l" pos="3036570"/>
                <a:tab algn="l" pos="3486150"/>
                <a:tab algn="l" pos="3935095"/>
                <a:tab algn="l" pos="4384675"/>
                <a:tab algn="l" pos="4833620"/>
                <a:tab algn="l" pos="5283200"/>
                <a:tab algn="l" pos="5732145"/>
                <a:tab algn="l" pos="6181725"/>
                <a:tab algn="l" pos="6630670"/>
                <a:tab algn="l" pos="7080250"/>
                <a:tab algn="l" pos="7529195"/>
                <a:tab algn="l" pos="7978775"/>
                <a:tab algn="l" pos="8427720"/>
                <a:tab algn="l" pos="8877300"/>
                <a:tab algn="l" pos="9326245"/>
              </a:tabLst>
              <a:defRPr>
                <a:solidFill>
                  <a:schemeClr val="bg1"/>
                </a:solidFill>
                <a:latin typeface="Arial" panose="020B0604020202020204" pitchFamily="34" charset="0"/>
                <a:ea typeface="Arial Unicode MS" panose="020B0604020202020204" pitchFamily="34" charset="-128"/>
              </a:defRPr>
            </a:lvl1pPr>
            <a:lvl2pPr>
              <a:lnSpc>
                <a:spcPct val="94000"/>
              </a:lnSpc>
              <a:buClr>
                <a:srgbClr val="000000"/>
              </a:buClr>
              <a:buSzPct val="100000"/>
              <a:buFont typeface="Times New Roman" panose="02020603050405020304" pitchFamily="18" charset="0"/>
              <a:tabLst>
                <a:tab algn="l" pos="342900"/>
                <a:tab algn="l" pos="790575"/>
                <a:tab algn="l" pos="1239520"/>
                <a:tab algn="l" pos="1689100"/>
                <a:tab algn="l" pos="2138045"/>
                <a:tab algn="l" pos="2587625"/>
                <a:tab algn="l" pos="3036570"/>
                <a:tab algn="l" pos="3486150"/>
                <a:tab algn="l" pos="3935095"/>
                <a:tab algn="l" pos="4384675"/>
                <a:tab algn="l" pos="4833620"/>
                <a:tab algn="l" pos="5283200"/>
                <a:tab algn="l" pos="5732145"/>
                <a:tab algn="l" pos="6181725"/>
                <a:tab algn="l" pos="6630670"/>
                <a:tab algn="l" pos="7080250"/>
                <a:tab algn="l" pos="7529195"/>
                <a:tab algn="l" pos="7978775"/>
                <a:tab algn="l" pos="8427720"/>
                <a:tab algn="l" pos="8877300"/>
                <a:tab algn="l" pos="9326245"/>
              </a:tabLst>
              <a:defRPr>
                <a:solidFill>
                  <a:schemeClr val="bg1"/>
                </a:solidFill>
                <a:latin typeface="Arial" panose="020B0604020202020204" pitchFamily="34" charset="0"/>
                <a:ea typeface="Arial Unicode MS" panose="020B0604020202020204" pitchFamily="34" charset="-128"/>
              </a:defRPr>
            </a:lvl2pPr>
            <a:lvl3pPr>
              <a:lnSpc>
                <a:spcPct val="94000"/>
              </a:lnSpc>
              <a:buClr>
                <a:srgbClr val="000000"/>
              </a:buClr>
              <a:buSzPct val="100000"/>
              <a:buFont typeface="Times New Roman" panose="02020603050405020304" pitchFamily="18" charset="0"/>
              <a:tabLst>
                <a:tab algn="l" pos="342900"/>
                <a:tab algn="l" pos="790575"/>
                <a:tab algn="l" pos="1239520"/>
                <a:tab algn="l" pos="1689100"/>
                <a:tab algn="l" pos="2138045"/>
                <a:tab algn="l" pos="2587625"/>
                <a:tab algn="l" pos="3036570"/>
                <a:tab algn="l" pos="3486150"/>
                <a:tab algn="l" pos="3935095"/>
                <a:tab algn="l" pos="4384675"/>
                <a:tab algn="l" pos="4833620"/>
                <a:tab algn="l" pos="5283200"/>
                <a:tab algn="l" pos="5732145"/>
                <a:tab algn="l" pos="6181725"/>
                <a:tab algn="l" pos="6630670"/>
                <a:tab algn="l" pos="7080250"/>
                <a:tab algn="l" pos="7529195"/>
                <a:tab algn="l" pos="7978775"/>
                <a:tab algn="l" pos="8427720"/>
                <a:tab algn="l" pos="8877300"/>
                <a:tab algn="l" pos="9326245"/>
              </a:tabLst>
              <a:defRPr>
                <a:solidFill>
                  <a:schemeClr val="bg1"/>
                </a:solidFill>
                <a:latin typeface="Arial" panose="020B0604020202020204" pitchFamily="34" charset="0"/>
                <a:ea typeface="Arial Unicode MS" panose="020B0604020202020204" pitchFamily="34" charset="-128"/>
              </a:defRPr>
            </a:lvl3pPr>
            <a:lvl4pPr>
              <a:lnSpc>
                <a:spcPct val="94000"/>
              </a:lnSpc>
              <a:buClr>
                <a:srgbClr val="000000"/>
              </a:buClr>
              <a:buSzPct val="100000"/>
              <a:buFont typeface="Times New Roman" panose="02020603050405020304" pitchFamily="18" charset="0"/>
              <a:tabLst>
                <a:tab algn="l" pos="342900"/>
                <a:tab algn="l" pos="790575"/>
                <a:tab algn="l" pos="1239520"/>
                <a:tab algn="l" pos="1689100"/>
                <a:tab algn="l" pos="2138045"/>
                <a:tab algn="l" pos="2587625"/>
                <a:tab algn="l" pos="3036570"/>
                <a:tab algn="l" pos="3486150"/>
                <a:tab algn="l" pos="3935095"/>
                <a:tab algn="l" pos="4384675"/>
                <a:tab algn="l" pos="4833620"/>
                <a:tab algn="l" pos="5283200"/>
                <a:tab algn="l" pos="5732145"/>
                <a:tab algn="l" pos="6181725"/>
                <a:tab algn="l" pos="6630670"/>
                <a:tab algn="l" pos="7080250"/>
                <a:tab algn="l" pos="7529195"/>
                <a:tab algn="l" pos="7978775"/>
                <a:tab algn="l" pos="8427720"/>
                <a:tab algn="l" pos="8877300"/>
                <a:tab algn="l" pos="9326245"/>
              </a:tabLst>
              <a:defRPr>
                <a:solidFill>
                  <a:schemeClr val="bg1"/>
                </a:solidFill>
                <a:latin typeface="Arial" panose="020B0604020202020204" pitchFamily="34" charset="0"/>
                <a:ea typeface="Arial Unicode MS" panose="020B0604020202020204" pitchFamily="34" charset="-128"/>
              </a:defRPr>
            </a:lvl4pPr>
            <a:lvl5pPr>
              <a:lnSpc>
                <a:spcPct val="94000"/>
              </a:lnSpc>
              <a:buClr>
                <a:srgbClr val="000000"/>
              </a:buClr>
              <a:buSzPct val="100000"/>
              <a:buFont typeface="Times New Roman" panose="02020603050405020304" pitchFamily="18" charset="0"/>
              <a:tabLst>
                <a:tab algn="l" pos="342900"/>
                <a:tab algn="l" pos="790575"/>
                <a:tab algn="l" pos="1239520"/>
                <a:tab algn="l" pos="1689100"/>
                <a:tab algn="l" pos="2138045"/>
                <a:tab algn="l" pos="2587625"/>
                <a:tab algn="l" pos="3036570"/>
                <a:tab algn="l" pos="3486150"/>
                <a:tab algn="l" pos="3935095"/>
                <a:tab algn="l" pos="4384675"/>
                <a:tab algn="l" pos="4833620"/>
                <a:tab algn="l" pos="5283200"/>
                <a:tab algn="l" pos="5732145"/>
                <a:tab algn="l" pos="6181725"/>
                <a:tab algn="l" pos="6630670"/>
                <a:tab algn="l" pos="7080250"/>
                <a:tab algn="l" pos="7529195"/>
                <a:tab algn="l" pos="7978775"/>
                <a:tab algn="l" pos="8427720"/>
                <a:tab algn="l" pos="8877300"/>
                <a:tab algn="l" pos="9326245"/>
              </a:tabLst>
              <a:defRPr>
                <a:solidFill>
                  <a:schemeClr val="bg1"/>
                </a:solidFill>
                <a:latin typeface="Arial" panose="020B0604020202020204" pitchFamily="34" charset="0"/>
                <a:ea typeface="Arial Unicode MS" panose="020B0604020202020204" pitchFamily="34" charset="-128"/>
              </a:defRPr>
            </a:lvl5pPr>
            <a:lvl6pPr defTabSz="449580" eaLnBrk="0" fontAlgn="base" hangingPunct="0" indent="-228600" marL="2514600">
              <a:lnSpc>
                <a:spcPct val="94000"/>
              </a:lnSpc>
              <a:spcBef>
                <a:spcPct val="0"/>
              </a:spcBef>
              <a:spcAft>
                <a:spcPct val="0"/>
              </a:spcAft>
              <a:buClr>
                <a:srgbClr val="000000"/>
              </a:buClr>
              <a:buSzPct val="100000"/>
              <a:buFont typeface="Times New Roman" panose="02020603050405020304" pitchFamily="18" charset="0"/>
              <a:tabLst>
                <a:tab algn="l" pos="342900"/>
                <a:tab algn="l" pos="790575"/>
                <a:tab algn="l" pos="1239520"/>
                <a:tab algn="l" pos="1689100"/>
                <a:tab algn="l" pos="2138045"/>
                <a:tab algn="l" pos="2587625"/>
                <a:tab algn="l" pos="3036570"/>
                <a:tab algn="l" pos="3486150"/>
                <a:tab algn="l" pos="3935095"/>
                <a:tab algn="l" pos="4384675"/>
                <a:tab algn="l" pos="4833620"/>
                <a:tab algn="l" pos="5283200"/>
                <a:tab algn="l" pos="5732145"/>
                <a:tab algn="l" pos="6181725"/>
                <a:tab algn="l" pos="6630670"/>
                <a:tab algn="l" pos="7080250"/>
                <a:tab algn="l" pos="7529195"/>
                <a:tab algn="l" pos="7978775"/>
                <a:tab algn="l" pos="8427720"/>
                <a:tab algn="l" pos="8877300"/>
                <a:tab algn="l" pos="9326245"/>
              </a:tabLst>
              <a:defRPr>
                <a:solidFill>
                  <a:schemeClr val="bg1"/>
                </a:solidFill>
                <a:latin typeface="Arial" panose="020B0604020202020204" pitchFamily="34" charset="0"/>
                <a:ea typeface="Arial Unicode MS" panose="020B0604020202020204" pitchFamily="34" charset="-128"/>
              </a:defRPr>
            </a:lvl6pPr>
            <a:lvl7pPr defTabSz="449580" eaLnBrk="0" fontAlgn="base" hangingPunct="0" indent="-228600" marL="2971800">
              <a:lnSpc>
                <a:spcPct val="94000"/>
              </a:lnSpc>
              <a:spcBef>
                <a:spcPct val="0"/>
              </a:spcBef>
              <a:spcAft>
                <a:spcPct val="0"/>
              </a:spcAft>
              <a:buClr>
                <a:srgbClr val="000000"/>
              </a:buClr>
              <a:buSzPct val="100000"/>
              <a:buFont typeface="Times New Roman" panose="02020603050405020304" pitchFamily="18" charset="0"/>
              <a:tabLst>
                <a:tab algn="l" pos="342900"/>
                <a:tab algn="l" pos="790575"/>
                <a:tab algn="l" pos="1239520"/>
                <a:tab algn="l" pos="1689100"/>
                <a:tab algn="l" pos="2138045"/>
                <a:tab algn="l" pos="2587625"/>
                <a:tab algn="l" pos="3036570"/>
                <a:tab algn="l" pos="3486150"/>
                <a:tab algn="l" pos="3935095"/>
                <a:tab algn="l" pos="4384675"/>
                <a:tab algn="l" pos="4833620"/>
                <a:tab algn="l" pos="5283200"/>
                <a:tab algn="l" pos="5732145"/>
                <a:tab algn="l" pos="6181725"/>
                <a:tab algn="l" pos="6630670"/>
                <a:tab algn="l" pos="7080250"/>
                <a:tab algn="l" pos="7529195"/>
                <a:tab algn="l" pos="7978775"/>
                <a:tab algn="l" pos="8427720"/>
                <a:tab algn="l" pos="8877300"/>
                <a:tab algn="l" pos="9326245"/>
              </a:tabLst>
              <a:defRPr>
                <a:solidFill>
                  <a:schemeClr val="bg1"/>
                </a:solidFill>
                <a:latin typeface="Arial" panose="020B0604020202020204" pitchFamily="34" charset="0"/>
                <a:ea typeface="Arial Unicode MS" panose="020B0604020202020204" pitchFamily="34" charset="-128"/>
              </a:defRPr>
            </a:lvl7pPr>
            <a:lvl8pPr defTabSz="449580" eaLnBrk="0" fontAlgn="base" hangingPunct="0" indent="-228600" marL="3429000">
              <a:lnSpc>
                <a:spcPct val="94000"/>
              </a:lnSpc>
              <a:spcBef>
                <a:spcPct val="0"/>
              </a:spcBef>
              <a:spcAft>
                <a:spcPct val="0"/>
              </a:spcAft>
              <a:buClr>
                <a:srgbClr val="000000"/>
              </a:buClr>
              <a:buSzPct val="100000"/>
              <a:buFont typeface="Times New Roman" panose="02020603050405020304" pitchFamily="18" charset="0"/>
              <a:tabLst>
                <a:tab algn="l" pos="342900"/>
                <a:tab algn="l" pos="790575"/>
                <a:tab algn="l" pos="1239520"/>
                <a:tab algn="l" pos="1689100"/>
                <a:tab algn="l" pos="2138045"/>
                <a:tab algn="l" pos="2587625"/>
                <a:tab algn="l" pos="3036570"/>
                <a:tab algn="l" pos="3486150"/>
                <a:tab algn="l" pos="3935095"/>
                <a:tab algn="l" pos="4384675"/>
                <a:tab algn="l" pos="4833620"/>
                <a:tab algn="l" pos="5283200"/>
                <a:tab algn="l" pos="5732145"/>
                <a:tab algn="l" pos="6181725"/>
                <a:tab algn="l" pos="6630670"/>
                <a:tab algn="l" pos="7080250"/>
                <a:tab algn="l" pos="7529195"/>
                <a:tab algn="l" pos="7978775"/>
                <a:tab algn="l" pos="8427720"/>
                <a:tab algn="l" pos="8877300"/>
                <a:tab algn="l" pos="9326245"/>
              </a:tabLst>
              <a:defRPr>
                <a:solidFill>
                  <a:schemeClr val="bg1"/>
                </a:solidFill>
                <a:latin typeface="Arial" panose="020B0604020202020204" pitchFamily="34" charset="0"/>
                <a:ea typeface="Arial Unicode MS" panose="020B0604020202020204" pitchFamily="34" charset="-128"/>
              </a:defRPr>
            </a:lvl8pPr>
            <a:lvl9pPr defTabSz="449580" eaLnBrk="0" fontAlgn="base" hangingPunct="0" indent="-228600" marL="3886200">
              <a:lnSpc>
                <a:spcPct val="94000"/>
              </a:lnSpc>
              <a:spcBef>
                <a:spcPct val="0"/>
              </a:spcBef>
              <a:spcAft>
                <a:spcPct val="0"/>
              </a:spcAft>
              <a:buClr>
                <a:srgbClr val="000000"/>
              </a:buClr>
              <a:buSzPct val="100000"/>
              <a:buFont typeface="Times New Roman" panose="02020603050405020304" pitchFamily="18" charset="0"/>
              <a:tabLst>
                <a:tab algn="l" pos="342900"/>
                <a:tab algn="l" pos="790575"/>
                <a:tab algn="l" pos="1239520"/>
                <a:tab algn="l" pos="1689100"/>
                <a:tab algn="l" pos="2138045"/>
                <a:tab algn="l" pos="2587625"/>
                <a:tab algn="l" pos="3036570"/>
                <a:tab algn="l" pos="3486150"/>
                <a:tab algn="l" pos="3935095"/>
                <a:tab algn="l" pos="4384675"/>
                <a:tab algn="l" pos="4833620"/>
                <a:tab algn="l" pos="5283200"/>
                <a:tab algn="l" pos="5732145"/>
                <a:tab algn="l" pos="6181725"/>
                <a:tab algn="l" pos="6630670"/>
                <a:tab algn="l" pos="7080250"/>
                <a:tab algn="l" pos="7529195"/>
                <a:tab algn="l" pos="7978775"/>
                <a:tab algn="l" pos="8427720"/>
                <a:tab algn="l" pos="8877300"/>
                <a:tab algn="l" pos="9326245"/>
              </a:tabLst>
              <a:defRPr>
                <a:solidFill>
                  <a:schemeClr val="bg1"/>
                </a:solidFill>
                <a:latin typeface="Arial" panose="020B0604020202020204" pitchFamily="34" charset="0"/>
                <a:ea typeface="Arial Unicode MS" panose="020B0604020202020204" pitchFamily="34" charset="-128"/>
              </a:defRPr>
            </a:lvl9pPr>
          </a:lstStyle>
          <a:p>
            <a:pPr algn="just" eaLnBrk="1">
              <a:buClrTx/>
              <a:buFontTx/>
              <a:buNone/>
            </a:pPr>
            <a:r>
              <a:rPr altLang="en-US" sz="3200" lang="en-IN">
                <a:solidFill>
                  <a:srgbClr val="000000"/>
                </a:solidFill>
                <a:latin typeface="Times New Roman" panose="02020603050405020304" pitchFamily="18" charset="0"/>
                <a:cs typeface="Times New Roman" panose="02020603050405020304" pitchFamily="18" charset="0"/>
              </a:rPr>
              <a:t>The activities associated with Botnet can be classified into three parts:</a:t>
            </a:r>
            <a:endParaRPr altLang="en-US" sz="3200" lang="en-IN">
              <a:solidFill>
                <a:srgbClr val="000000"/>
              </a:solidFill>
              <a:latin typeface="Times New Roman" panose="02020603050405020304" pitchFamily="18" charset="0"/>
              <a:cs typeface="Times New Roman" panose="02020603050405020304" pitchFamily="18" charset="0"/>
            </a:endParaRPr>
          </a:p>
          <a:p>
            <a:pPr algn="just" eaLnBrk="1">
              <a:buClrTx/>
              <a:buFontTx/>
              <a:buNone/>
            </a:pPr>
            <a:r>
              <a:rPr altLang="en-US" sz="3200" lang="en-IN">
                <a:solidFill>
                  <a:srgbClr val="000000"/>
                </a:solidFill>
                <a:latin typeface="Times New Roman" panose="02020603050405020304" pitchFamily="18" charset="0"/>
                <a:cs typeface="Times New Roman" panose="02020603050405020304" pitchFamily="18" charset="0"/>
              </a:rPr>
              <a:t>(1)Searching– searching for vulnerable and unprotectedcomputers. </a:t>
            </a:r>
            <a:endParaRPr altLang="en-US" sz="3200" lang="en-IN">
              <a:solidFill>
                <a:srgbClr val="000000"/>
              </a:solidFill>
              <a:latin typeface="Times New Roman" panose="02020603050405020304" pitchFamily="18" charset="0"/>
              <a:cs typeface="Times New Roman" panose="02020603050405020304" pitchFamily="18" charset="0"/>
            </a:endParaRPr>
          </a:p>
          <a:p>
            <a:pPr algn="just" eaLnBrk="1">
              <a:buClrTx/>
              <a:buFontTx/>
              <a:buNone/>
            </a:pPr>
            <a:r>
              <a:rPr altLang="en-US" sz="3200" lang="en-IN">
                <a:solidFill>
                  <a:srgbClr val="000000"/>
                </a:solidFill>
                <a:latin typeface="Times New Roman" panose="02020603050405020304" pitchFamily="18" charset="0"/>
                <a:cs typeface="Times New Roman" panose="02020603050405020304" pitchFamily="18" charset="0"/>
              </a:rPr>
              <a:t>(2)Dissemination– the Bot code is distributed to the computers (targets), so the targets become Bots</a:t>
            </a:r>
            <a:endParaRPr altLang="en-US" sz="3200" lang="en-IN">
              <a:solidFill>
                <a:srgbClr val="000000"/>
              </a:solidFill>
              <a:latin typeface="Times New Roman" panose="02020603050405020304" pitchFamily="18" charset="0"/>
              <a:cs typeface="Times New Roman" panose="02020603050405020304" pitchFamily="18" charset="0"/>
            </a:endParaRPr>
          </a:p>
          <a:p>
            <a:pPr algn="just" eaLnBrk="1">
              <a:buClrTx/>
              <a:buFontTx/>
              <a:buNone/>
            </a:pPr>
            <a:r>
              <a:rPr altLang="en-US" sz="3200" lang="en-IN">
                <a:solidFill>
                  <a:srgbClr val="000000"/>
                </a:solidFill>
                <a:latin typeface="Times New Roman" panose="02020603050405020304" pitchFamily="18" charset="0"/>
                <a:cs typeface="Times New Roman" panose="02020603050405020304" pitchFamily="18" charset="0"/>
              </a:rPr>
              <a:t>(3)sign-on – the Bots connect to BotMaster and become ready to receive command and control traffic.</a:t>
            </a:r>
            <a:endParaRPr altLang="en-US" sz="3200" lang="en-IN">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ransition spd="med" advTm="96558"/>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22" name=""/>
        <p:cNvGrpSpPr/>
        <p:nvPr/>
      </p:nvGrpSpPr>
      <p:grpSpPr>
        <a:xfrm>
          <a:off x="0" y="0"/>
          <a:ext cx="0" cy="0"/>
          <a:chOff x="0" y="0"/>
          <a:chExt cx="0" cy="0"/>
        </a:xfrm>
      </p:grpSpPr>
      <p:sp>
        <p:nvSpPr>
          <p:cNvPr id="1048692" name="Title 5"/>
          <p:cNvSpPr>
            <a:spLocks noGrp="1"/>
          </p:cNvSpPr>
          <p:nvPr>
            <p:ph type="title"/>
          </p:nvPr>
        </p:nvSpPr>
        <p:spPr/>
        <p:txBody>
          <a:bodyPr/>
          <a:p>
            <a:r>
              <a:rPr dirty="0" lang="en-US"/>
              <a:t>Assignment (2)</a:t>
            </a:r>
            <a:endParaRPr dirty="0" lang="en-US"/>
          </a:p>
        </p:txBody>
      </p:sp>
      <p:sp>
        <p:nvSpPr>
          <p:cNvPr id="1048693" name="Rectangle 1"/>
          <p:cNvSpPr>
            <a:spLocks noChangeArrowheads="1"/>
          </p:cNvSpPr>
          <p:nvPr/>
        </p:nvSpPr>
        <p:spPr bwMode="auto">
          <a:xfrm>
            <a:off x="196057" y="1295984"/>
            <a:ext cx="9688512" cy="6187442"/>
          </a:xfrm>
          <a:prstGeom prst="rect"/>
          <a:noFill/>
          <a:ln>
            <a:noFill/>
          </a:ln>
          <a:effectLst/>
        </p:spPr>
        <p:txBody>
          <a:bodyPr anchor="ctr" anchorCtr="0" bIns="45720" compatLnSpc="1" lIns="91440" numCol="1" rIns="91440" tIns="45720" vert="horz" wrap="square">
            <a:spAutoFit/>
          </a:bodyPr>
          <a:p>
            <a:pPr algn="l" defTabSz="914400" eaLnBrk="0" fontAlgn="base" hangingPunct="0" indent="0" latinLnBrk="0" lvl="0" marL="0" marR="0" rtl="0">
              <a:lnSpc>
                <a:spcPct val="100000"/>
              </a:lnSpc>
              <a:spcBef>
                <a:spcPct val="0"/>
              </a:spcBef>
              <a:spcAft>
                <a:spcPct val="0"/>
              </a:spcAft>
              <a:buClrTx/>
              <a:buSzTx/>
              <a:buFontTx/>
              <a:buChar char="•"/>
            </a:pPr>
            <a:r>
              <a:rPr altLang="en-US" baseline="0" b="1" cap="none" dirty="0" sz="2000" i="0" kumimoji="0" lang="en-US" normalizeH="0" strike="noStrike" u="none">
                <a:ln>
                  <a:noFill/>
                </a:ln>
                <a:solidFill>
                  <a:schemeClr val="tx1"/>
                </a:solidFill>
                <a:effectLst/>
                <a:latin typeface="Arial" panose="020B0604020202020204" pitchFamily="34" charset="0"/>
              </a:rPr>
              <a:t>Buffer Overflow:</a:t>
            </a:r>
            <a:br>
              <a:rPr altLang="en-US" baseline="0" b="0" cap="none" dirty="0" sz="2000" i="0" kumimoji="0" lang="en-US" normalizeH="0" strike="noStrike" u="none">
                <a:ln>
                  <a:noFill/>
                </a:ln>
                <a:solidFill>
                  <a:schemeClr val="tx1"/>
                </a:solidFill>
                <a:effectLst/>
                <a:latin typeface="Arial" panose="020B0604020202020204" pitchFamily="34" charset="0"/>
              </a:rPr>
            </a:br>
            <a:r>
              <a:rPr altLang="en-US" baseline="0" b="0" cap="none" dirty="0" sz="2000" i="0" kumimoji="0" lang="en-US" normalizeH="0" strike="noStrike" u="none">
                <a:ln>
                  <a:noFill/>
                </a:ln>
                <a:solidFill>
                  <a:schemeClr val="tx1"/>
                </a:solidFill>
                <a:effectLst/>
                <a:latin typeface="Arial" panose="020B0604020202020204" pitchFamily="34" charset="0"/>
              </a:rPr>
              <a:t>a) Explain what a buffer overflow vulnerability is and how an attacker can exploit it.</a:t>
            </a:r>
            <a:br>
              <a:rPr altLang="en-US" baseline="0" b="0" cap="none" dirty="0" sz="2000" i="0" kumimoji="0" lang="en-US" normalizeH="0" strike="noStrike" u="none">
                <a:ln>
                  <a:noFill/>
                </a:ln>
                <a:solidFill>
                  <a:schemeClr val="tx1"/>
                </a:solidFill>
                <a:effectLst/>
                <a:latin typeface="Arial" panose="020B0604020202020204" pitchFamily="34" charset="0"/>
              </a:rPr>
            </a:br>
            <a:r>
              <a:rPr altLang="en-US" baseline="0" b="0" cap="none" dirty="0" sz="2000" i="0" kumimoji="0" lang="en-US" normalizeH="0" strike="noStrike" u="none">
                <a:ln>
                  <a:noFill/>
                </a:ln>
                <a:solidFill>
                  <a:schemeClr val="tx1"/>
                </a:solidFill>
                <a:effectLst/>
                <a:latin typeface="Arial" panose="020B0604020202020204" pitchFamily="34" charset="0"/>
              </a:rPr>
              <a:t>b) Discuss two real-world examples of buffer overflow attacks and their impact.</a:t>
            </a:r>
            <a:endParaRPr altLang="en-US" baseline="0" b="0" cap="none" dirty="0" sz="2000" i="0" kumimoji="0" lang="en-US" normalizeH="0" strike="noStrike" u="none">
              <a:ln>
                <a:noFill/>
              </a:ln>
              <a:solidFill>
                <a:schemeClr val="tx1"/>
              </a:solidFill>
              <a:effectLst/>
              <a:latin typeface="Arial" panose="020B0604020202020204" pitchFamily="34" charset="0"/>
            </a:endParaRPr>
          </a:p>
          <a:p>
            <a:pPr algn="l" defTabSz="914400" eaLnBrk="0" fontAlgn="base" hangingPunct="0" indent="0" latinLnBrk="0" lvl="0" marL="0" marR="0" rtl="0">
              <a:lnSpc>
                <a:spcPct val="100000"/>
              </a:lnSpc>
              <a:spcBef>
                <a:spcPct val="0"/>
              </a:spcBef>
              <a:spcAft>
                <a:spcPct val="0"/>
              </a:spcAft>
              <a:buClrTx/>
              <a:buSzTx/>
              <a:buFontTx/>
              <a:buChar char="•"/>
            </a:pPr>
            <a:r>
              <a:rPr altLang="en-US" baseline="0" b="1" cap="none" dirty="0" sz="2000" i="0" kumimoji="0" lang="en-US" normalizeH="0" strike="noStrike" u="none">
                <a:ln>
                  <a:noFill/>
                </a:ln>
                <a:solidFill>
                  <a:schemeClr val="tx1"/>
                </a:solidFill>
                <a:effectLst/>
                <a:latin typeface="Arial" panose="020B0604020202020204" pitchFamily="34" charset="0"/>
              </a:rPr>
              <a:t>Format String Vulnerabilities:</a:t>
            </a:r>
            <a:br>
              <a:rPr altLang="en-US" baseline="0" b="0" cap="none" dirty="0" sz="2000" i="0" kumimoji="0" lang="en-US" normalizeH="0" strike="noStrike" u="none">
                <a:ln>
                  <a:noFill/>
                </a:ln>
                <a:solidFill>
                  <a:schemeClr val="tx1"/>
                </a:solidFill>
                <a:effectLst/>
                <a:latin typeface="Arial" panose="020B0604020202020204" pitchFamily="34" charset="0"/>
              </a:rPr>
            </a:br>
            <a:r>
              <a:rPr altLang="en-US" baseline="0" b="0" cap="none" dirty="0" sz="2000" i="0" kumimoji="0" lang="en-US" normalizeH="0" strike="noStrike" u="none">
                <a:ln>
                  <a:noFill/>
                </a:ln>
                <a:solidFill>
                  <a:schemeClr val="tx1"/>
                </a:solidFill>
                <a:effectLst/>
                <a:latin typeface="Arial" panose="020B0604020202020204" pitchFamily="34" charset="0"/>
              </a:rPr>
              <a:t>a) What is a format string vulnerability, and how does it occur?</a:t>
            </a:r>
            <a:br>
              <a:rPr altLang="en-US" baseline="0" b="0" cap="none" dirty="0" sz="2000" i="0" kumimoji="0" lang="en-US" normalizeH="0" strike="noStrike" u="none">
                <a:ln>
                  <a:noFill/>
                </a:ln>
                <a:solidFill>
                  <a:schemeClr val="tx1"/>
                </a:solidFill>
                <a:effectLst/>
                <a:latin typeface="Arial" panose="020B0604020202020204" pitchFamily="34" charset="0"/>
              </a:rPr>
            </a:br>
            <a:r>
              <a:rPr altLang="en-US" baseline="0" b="0" cap="none" dirty="0" sz="2000" i="0" kumimoji="0" lang="en-US" normalizeH="0" strike="noStrike" u="none">
                <a:ln>
                  <a:noFill/>
                </a:ln>
                <a:solidFill>
                  <a:schemeClr val="tx1"/>
                </a:solidFill>
                <a:effectLst/>
                <a:latin typeface="Arial" panose="020B0604020202020204" pitchFamily="34" charset="0"/>
              </a:rPr>
              <a:t>b) Provide an example of vulnerable C code and explain how an attacker could exploit it.</a:t>
            </a:r>
            <a:endParaRPr altLang="en-US" baseline="0" b="0" cap="none" dirty="0" sz="2000" i="0" kumimoji="0" lang="en-US" normalizeH="0" strike="noStrike" u="none">
              <a:ln>
                <a:noFill/>
              </a:ln>
              <a:solidFill>
                <a:schemeClr val="tx1"/>
              </a:solidFill>
              <a:effectLst/>
              <a:latin typeface="Arial" panose="020B0604020202020204" pitchFamily="34" charset="0"/>
            </a:endParaRPr>
          </a:p>
          <a:p>
            <a:pPr algn="l" defTabSz="914400" eaLnBrk="0" fontAlgn="base" hangingPunct="0" indent="0" latinLnBrk="0" lvl="0" marL="0" marR="0" rtl="0">
              <a:lnSpc>
                <a:spcPct val="100000"/>
              </a:lnSpc>
              <a:spcBef>
                <a:spcPct val="0"/>
              </a:spcBef>
              <a:spcAft>
                <a:spcPct val="0"/>
              </a:spcAft>
              <a:buClrTx/>
              <a:buSzTx/>
              <a:buFontTx/>
              <a:buChar char="•"/>
            </a:pPr>
            <a:r>
              <a:rPr altLang="en-US" baseline="0" b="1" cap="none" dirty="0" sz="2000" i="0" kumimoji="0" lang="en-US" normalizeH="0" strike="noStrike" u="none">
                <a:ln>
                  <a:noFill/>
                </a:ln>
                <a:solidFill>
                  <a:schemeClr val="tx1"/>
                </a:solidFill>
                <a:effectLst/>
                <a:latin typeface="Arial" panose="020B0604020202020204" pitchFamily="34" charset="0"/>
              </a:rPr>
              <a:t>Cross-Site Scripting (XSS):</a:t>
            </a:r>
            <a:br>
              <a:rPr altLang="en-US" baseline="0" b="0" cap="none" dirty="0" sz="2000" i="0" kumimoji="0" lang="en-US" normalizeH="0" strike="noStrike" u="none">
                <a:ln>
                  <a:noFill/>
                </a:ln>
                <a:solidFill>
                  <a:schemeClr val="tx1"/>
                </a:solidFill>
                <a:effectLst/>
                <a:latin typeface="Arial" panose="020B0604020202020204" pitchFamily="34" charset="0"/>
              </a:rPr>
            </a:br>
            <a:r>
              <a:rPr altLang="en-US" baseline="0" b="0" cap="none" dirty="0" sz="2000" i="0" kumimoji="0" lang="en-US" normalizeH="0" strike="noStrike" u="none">
                <a:ln>
                  <a:noFill/>
                </a:ln>
                <a:solidFill>
                  <a:schemeClr val="tx1"/>
                </a:solidFill>
                <a:effectLst/>
                <a:latin typeface="Arial" panose="020B0604020202020204" pitchFamily="34" charset="0"/>
              </a:rPr>
              <a:t>a) Define Cross-Site Scripting (XSS) and differentiate between Stored, Reflected, and DOM-based XSS.</a:t>
            </a:r>
            <a:br>
              <a:rPr altLang="en-US" baseline="0" b="0" cap="none" dirty="0" sz="2000" i="0" kumimoji="0" lang="en-US" normalizeH="0" strike="noStrike" u="none">
                <a:ln>
                  <a:noFill/>
                </a:ln>
                <a:solidFill>
                  <a:schemeClr val="tx1"/>
                </a:solidFill>
                <a:effectLst/>
                <a:latin typeface="Arial" panose="020B0604020202020204" pitchFamily="34" charset="0"/>
              </a:rPr>
            </a:br>
            <a:r>
              <a:rPr altLang="en-US" baseline="0" b="0" cap="none" dirty="0" sz="2000" i="0" kumimoji="0" lang="en-US" normalizeH="0" strike="noStrike" u="none">
                <a:ln>
                  <a:noFill/>
                </a:ln>
                <a:solidFill>
                  <a:schemeClr val="tx1"/>
                </a:solidFill>
                <a:effectLst/>
                <a:latin typeface="Arial" panose="020B0604020202020204" pitchFamily="34" charset="0"/>
              </a:rPr>
              <a:t>b) Give an example of an XSS attack scenario and suggest two mitigation techniques.</a:t>
            </a:r>
            <a:endParaRPr altLang="en-US" baseline="0" b="0" cap="none" dirty="0" sz="2000" i="0" kumimoji="0" lang="en-US" normalizeH="0" strike="noStrike" u="none">
              <a:ln>
                <a:noFill/>
              </a:ln>
              <a:solidFill>
                <a:schemeClr val="tx1"/>
              </a:solidFill>
              <a:effectLst/>
              <a:latin typeface="Arial" panose="020B0604020202020204" pitchFamily="34" charset="0"/>
            </a:endParaRPr>
          </a:p>
          <a:p>
            <a:pPr algn="l" defTabSz="914400" eaLnBrk="0" fontAlgn="base" hangingPunct="0" indent="0" latinLnBrk="0" lvl="0" marL="0" marR="0" rtl="0">
              <a:lnSpc>
                <a:spcPct val="100000"/>
              </a:lnSpc>
              <a:spcBef>
                <a:spcPct val="0"/>
              </a:spcBef>
              <a:spcAft>
                <a:spcPct val="0"/>
              </a:spcAft>
              <a:buClrTx/>
              <a:buSzTx/>
              <a:buFontTx/>
              <a:buChar char="•"/>
            </a:pPr>
            <a:r>
              <a:rPr altLang="en-US" baseline="0" b="1" cap="none" dirty="0" sz="2000" i="0" kumimoji="0" lang="en-US" normalizeH="0" strike="noStrike" u="none">
                <a:ln>
                  <a:noFill/>
                </a:ln>
                <a:solidFill>
                  <a:schemeClr val="tx1"/>
                </a:solidFill>
                <a:effectLst/>
                <a:latin typeface="Arial" panose="020B0604020202020204" pitchFamily="34" charset="0"/>
              </a:rPr>
              <a:t>Malware, Worms, and Trojan Horses:</a:t>
            </a:r>
            <a:br>
              <a:rPr altLang="en-US" baseline="0" b="0" cap="none" dirty="0" sz="2000" i="0" kumimoji="0" lang="en-US" normalizeH="0" strike="noStrike" u="none">
                <a:ln>
                  <a:noFill/>
                </a:ln>
                <a:solidFill>
                  <a:schemeClr val="tx1"/>
                </a:solidFill>
                <a:effectLst/>
                <a:latin typeface="Arial" panose="020B0604020202020204" pitchFamily="34" charset="0"/>
              </a:rPr>
            </a:br>
            <a:r>
              <a:rPr altLang="en-US" baseline="0" b="0" cap="none" dirty="0" sz="2000" i="0" kumimoji="0" lang="en-US" normalizeH="0" strike="noStrike" u="none">
                <a:ln>
                  <a:noFill/>
                </a:ln>
                <a:solidFill>
                  <a:schemeClr val="tx1"/>
                </a:solidFill>
                <a:effectLst/>
                <a:latin typeface="Arial" panose="020B0604020202020204" pitchFamily="34" charset="0"/>
              </a:rPr>
              <a:t>a) Define the terms: Malware, Worm, and Trojan Horse, and explain how they differ.</a:t>
            </a:r>
            <a:br>
              <a:rPr altLang="en-US" baseline="0" b="0" cap="none" dirty="0" sz="2000" i="0" kumimoji="0" lang="en-US" normalizeH="0" strike="noStrike" u="none">
                <a:ln>
                  <a:noFill/>
                </a:ln>
                <a:solidFill>
                  <a:schemeClr val="tx1"/>
                </a:solidFill>
                <a:effectLst/>
                <a:latin typeface="Arial" panose="020B0604020202020204" pitchFamily="34" charset="0"/>
              </a:rPr>
            </a:br>
            <a:r>
              <a:rPr altLang="en-US" baseline="0" b="0" cap="none" dirty="0" sz="2000" i="0" kumimoji="0" lang="en-US" normalizeH="0" strike="noStrike" u="none">
                <a:ln>
                  <a:noFill/>
                </a:ln>
                <a:solidFill>
                  <a:schemeClr val="tx1"/>
                </a:solidFill>
                <a:effectLst/>
                <a:latin typeface="Arial" panose="020B0604020202020204" pitchFamily="34" charset="0"/>
              </a:rPr>
              <a:t>b) Provide one real-world example of each type and describe its impact.</a:t>
            </a:r>
            <a:endParaRPr altLang="en-US" baseline="0" b="0" cap="none" dirty="0" sz="2000" i="0" kumimoji="0" lang="en-US" normalizeH="0" strike="noStrike" u="none">
              <a:ln>
                <a:noFill/>
              </a:ln>
              <a:solidFill>
                <a:schemeClr val="tx1"/>
              </a:solidFill>
              <a:effectLst/>
              <a:latin typeface="Arial" panose="020B0604020202020204" pitchFamily="34" charset="0"/>
            </a:endParaRPr>
          </a:p>
          <a:p>
            <a:pPr algn="l" defTabSz="914400" eaLnBrk="0" fontAlgn="base" hangingPunct="0" indent="0" latinLnBrk="0" lvl="0" marL="0" marR="0" rtl="0">
              <a:lnSpc>
                <a:spcPct val="100000"/>
              </a:lnSpc>
              <a:spcBef>
                <a:spcPct val="0"/>
              </a:spcBef>
              <a:spcAft>
                <a:spcPct val="0"/>
              </a:spcAft>
              <a:buClrTx/>
              <a:buSzTx/>
              <a:buFontTx/>
              <a:buChar char="•"/>
            </a:pPr>
            <a:r>
              <a:rPr altLang="en-US" baseline="0" b="1" cap="none" dirty="0" sz="2000" i="0" kumimoji="0" lang="en-US" normalizeH="0" strike="noStrike" u="none">
                <a:ln>
                  <a:noFill/>
                </a:ln>
                <a:solidFill>
                  <a:schemeClr val="tx1"/>
                </a:solidFill>
                <a:effectLst/>
                <a:latin typeface="Arial" panose="020B0604020202020204" pitchFamily="34" charset="0"/>
              </a:rPr>
              <a:t>Mitigation Strategies:</a:t>
            </a:r>
            <a:br>
              <a:rPr altLang="en-US" baseline="0" b="0" cap="none" dirty="0" sz="2000" i="0" kumimoji="0" lang="en-US" normalizeH="0" strike="noStrike" u="none">
                <a:ln>
                  <a:noFill/>
                </a:ln>
                <a:solidFill>
                  <a:schemeClr val="tx1"/>
                </a:solidFill>
                <a:effectLst/>
                <a:latin typeface="Arial" panose="020B0604020202020204" pitchFamily="34" charset="0"/>
              </a:rPr>
            </a:br>
            <a:r>
              <a:rPr altLang="en-US" baseline="0" b="0" cap="none" dirty="0" sz="2000" i="0" kumimoji="0" lang="en-US" normalizeH="0" strike="noStrike" u="none">
                <a:ln>
                  <a:noFill/>
                </a:ln>
                <a:solidFill>
                  <a:schemeClr val="tx1"/>
                </a:solidFill>
                <a:effectLst/>
                <a:latin typeface="Arial" panose="020B0604020202020204" pitchFamily="34" charset="0"/>
              </a:rPr>
              <a:t>a) Discuss three general strategies that developers can use to prevent software vulnerabilities.</a:t>
            </a:r>
            <a:br>
              <a:rPr altLang="en-US" baseline="0" b="0" cap="none" dirty="0" sz="2000" i="0" kumimoji="0" lang="en-US" normalizeH="0" strike="noStrike" u="none">
                <a:ln>
                  <a:noFill/>
                </a:ln>
                <a:solidFill>
                  <a:schemeClr val="tx1"/>
                </a:solidFill>
                <a:effectLst/>
                <a:latin typeface="Arial" panose="020B0604020202020204" pitchFamily="34" charset="0"/>
              </a:rPr>
            </a:br>
            <a:r>
              <a:rPr altLang="en-US" baseline="0" b="0" cap="none" dirty="0" sz="2000" i="0" kumimoji="0" lang="en-US" normalizeH="0" strike="noStrike" u="none">
                <a:ln>
                  <a:noFill/>
                </a:ln>
                <a:solidFill>
                  <a:schemeClr val="tx1"/>
                </a:solidFill>
                <a:effectLst/>
                <a:latin typeface="Arial" panose="020B0604020202020204" pitchFamily="34" charset="0"/>
              </a:rPr>
              <a:t>b) Explain how secure coding practices and penetration testing contribute to reducing vulnerabilities.</a:t>
            </a:r>
            <a:endParaRPr altLang="en-US" baseline="0" b="0" cap="none" dirty="0" sz="2000" i="0" kumimoji="0" lang="en-US" normalizeH="0" strike="noStrike" u="none">
              <a:ln>
                <a:noFill/>
              </a:ln>
              <a:solidFill>
                <a:schemeClr val="tx1"/>
              </a:solidFill>
              <a:effectLst/>
              <a:latin typeface="Arial" panose="020B0604020202020204" pitchFamily="34" charset="0"/>
            </a:endParaRPr>
          </a:p>
        </p:txBody>
      </p:sp>
    </p:spTree>
  </p:cSld>
  <p:clrMapOvr>
    <a:masterClrMapping/>
  </p:clrMapOvr>
  <p:transition spd="slow" advTm="26972"/>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Arial Unicode MS"/>
      </a:majorFont>
      <a:minorFont>
        <a:latin typeface="Arial"/>
        <a:ea typeface=""/>
        <a:cs typeface="Arial Unicode M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ahLst/>
          <a:rect l="0" t="0" r="0" b="0"/>
          <a:pathLst/>
        </a:custGeom>
        <a:solidFill>
          <a:srgbClr val="00B8FF"/>
        </a:solidFill>
        <a:ln w="9525" cap="flat" cmpd="sng" algn="ctr">
          <a:solidFill>
            <a:schemeClr val="tx1"/>
          </a:solidFill>
          <a:prstDash val="solid"/>
          <a:round/>
          <a:headEnd type="none" w="med" len="med"/>
          <a:tailEnd type="none" w="med" len="med"/>
        </a:ln>
      </a:spPr>
      <a:bodyPr anchor="t" anchorCtr="0" bIns="45720" compatLnSpc="1" lIns="91440" numCol="1" rIns="91440" tIns="45720" vert="horz" wrap="square"/>
      <a:lstStyle>
        <a:defPPr algn="l" defTabSz="449580" eaLnBrk="1" fontAlgn="base" hangingPunct="0" indent="0" latinLnBrk="0" marL="0" marR="0" rtl="0">
          <a:lnSpc>
            <a:spcPct val="94000"/>
          </a:lnSpc>
          <a:spcBef>
            <a:spcPct val="0"/>
          </a:spcBef>
          <a:spcAft>
            <a:spcPct val="0"/>
          </a:spcAft>
          <a:buClr>
            <a:srgbClr val="000000"/>
          </a:buClr>
          <a:buSzPct val="100000"/>
          <a:buFont typeface="Times New Roman" panose="02020603050405020304" pitchFamily="18" charset="0"/>
          <a:buNone/>
          <a:defRPr altLang="en-US" baseline="0" b="0" cap="none" sz="1800" i="0" kumimoji="0" lang="en-GB" normalizeH="0" strike="noStrike" u="none" smtClean="0">
            <a:ln>
              <a:noFill/>
            </a:ln>
            <a:solidFill>
              <a:schemeClr val="bg1"/>
            </a:solidFill>
            <a:effectLst/>
            <a:latin typeface="Arial" panose="020B0604020202020204" pitchFamily="34" charset="0"/>
            <a:cs typeface="Arial Unicode MS" panose="020B0604020202020204" charset="-122"/>
          </a:defRPr>
        </a:defPPr>
      </a:lstStyle>
    </a:spDef>
    <a:lnDef>
      <a:spPr bwMode="auto">
        <a:xfrm>
          <a:off x="0" y="0"/>
          <a:ext cx="1" cy="1"/>
        </a:xfrm>
        <a:custGeom>
          <a:avLst/>
          <a:ahLst/>
          <a:rect l="0" t="0" r="0" b="0"/>
          <a:pathLst/>
        </a:custGeom>
        <a:solidFill>
          <a:srgbClr val="00B8FF"/>
        </a:solidFill>
        <a:ln w="9525" cap="flat" cmpd="sng" algn="ctr">
          <a:solidFill>
            <a:schemeClr val="tx1"/>
          </a:solidFill>
          <a:prstDash val="solid"/>
          <a:round/>
          <a:headEnd type="none" w="med" len="med"/>
          <a:tailEnd type="none" w="med" len="med"/>
        </a:ln>
      </a:spPr>
      <a:bodyPr anchor="t" anchorCtr="0" bIns="45720" compatLnSpc="1" lIns="91440" numCol="1" rIns="91440" tIns="45720" vert="horz" wrap="square"/>
      <a:lstStyle>
        <a:defPPr algn="l" defTabSz="449580" eaLnBrk="1" fontAlgn="base" hangingPunct="0" indent="0" latinLnBrk="0" marL="0" marR="0" rtl="0">
          <a:lnSpc>
            <a:spcPct val="94000"/>
          </a:lnSpc>
          <a:spcBef>
            <a:spcPct val="0"/>
          </a:spcBef>
          <a:spcAft>
            <a:spcPct val="0"/>
          </a:spcAft>
          <a:buClr>
            <a:srgbClr val="000000"/>
          </a:buClr>
          <a:buSzPct val="100000"/>
          <a:buFont typeface="Times New Roman" panose="02020603050405020304" pitchFamily="18" charset="0"/>
          <a:buNone/>
          <a:defRPr altLang="en-US" baseline="0" b="0" cap="none" sz="1800" i="0" kumimoji="0" lang="en-GB" normalizeH="0" strike="noStrike" u="none" smtClean="0">
            <a:ln>
              <a:noFill/>
            </a:ln>
            <a:solidFill>
              <a:schemeClr val="bg1"/>
            </a:solidFill>
            <a:effectLst/>
            <a:latin typeface="Arial" panose="020B0604020202020204" pitchFamily="34" charset="0"/>
            <a:cs typeface="Arial Unicode MS" panose="020B0604020202020204"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Arial Unicode MS"/>
      </a:majorFont>
      <a:minorFont>
        <a:latin typeface="Arial"/>
        <a:ea typeface=""/>
        <a:cs typeface="Arial Unicode M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ahLst/>
          <a:rect l="0" t="0" r="0" b="0"/>
          <a:pathLst/>
        </a:custGeom>
        <a:solidFill>
          <a:srgbClr val="00B8FF"/>
        </a:solidFill>
        <a:ln w="9525" cap="flat" cmpd="sng" algn="ctr">
          <a:solidFill>
            <a:schemeClr val="tx1"/>
          </a:solidFill>
          <a:prstDash val="solid"/>
          <a:round/>
          <a:headEnd type="none" w="med" len="med"/>
          <a:tailEnd type="none" w="med" len="med"/>
        </a:ln>
      </a:spPr>
      <a:bodyPr anchor="t" anchorCtr="0" bIns="45720" compatLnSpc="1" lIns="91440" numCol="1" rIns="91440" tIns="45720" vert="horz" wrap="square"/>
      <a:lstStyle>
        <a:defPPr algn="l" defTabSz="449580" eaLnBrk="1" fontAlgn="base" hangingPunct="0" indent="0" latinLnBrk="0" marL="0" marR="0" rtl="0">
          <a:lnSpc>
            <a:spcPct val="94000"/>
          </a:lnSpc>
          <a:spcBef>
            <a:spcPct val="0"/>
          </a:spcBef>
          <a:spcAft>
            <a:spcPct val="0"/>
          </a:spcAft>
          <a:buClr>
            <a:srgbClr val="000000"/>
          </a:buClr>
          <a:buSzPct val="100000"/>
          <a:buFont typeface="Times New Roman" panose="02020603050405020304" pitchFamily="18" charset="0"/>
          <a:buNone/>
          <a:defRPr altLang="en-US" baseline="0" b="0" cap="none" sz="1800" i="0" kumimoji="0" lang="en-GB" normalizeH="0" strike="noStrike" u="none" smtClean="0">
            <a:ln>
              <a:noFill/>
            </a:ln>
            <a:solidFill>
              <a:schemeClr val="bg1"/>
            </a:solidFill>
            <a:effectLst/>
            <a:latin typeface="Arial" panose="020B0604020202020204" pitchFamily="34" charset="0"/>
            <a:cs typeface="Arial Unicode MS" panose="020B0604020202020204" charset="-122"/>
          </a:defRPr>
        </a:defPPr>
      </a:lstStyle>
    </a:spDef>
    <a:lnDef>
      <a:spPr bwMode="auto">
        <a:xfrm>
          <a:off x="0" y="0"/>
          <a:ext cx="1" cy="1"/>
        </a:xfrm>
        <a:custGeom>
          <a:avLst/>
          <a:ahLst/>
          <a:rect l="0" t="0" r="0" b="0"/>
          <a:pathLst/>
        </a:custGeom>
        <a:solidFill>
          <a:srgbClr val="00B8FF"/>
        </a:solidFill>
        <a:ln w="9525" cap="flat" cmpd="sng" algn="ctr">
          <a:solidFill>
            <a:schemeClr val="tx1"/>
          </a:solidFill>
          <a:prstDash val="solid"/>
          <a:round/>
          <a:headEnd type="none" w="med" len="med"/>
          <a:tailEnd type="none" w="med" len="med"/>
        </a:ln>
      </a:spPr>
      <a:bodyPr anchor="t" anchorCtr="0" bIns="45720" compatLnSpc="1" lIns="91440" numCol="1" rIns="91440" tIns="45720" vert="horz" wrap="square"/>
      <a:lstStyle>
        <a:defPPr algn="l" defTabSz="449580" eaLnBrk="1" fontAlgn="base" hangingPunct="0" indent="0" latinLnBrk="0" marL="0" marR="0" rtl="0">
          <a:lnSpc>
            <a:spcPct val="94000"/>
          </a:lnSpc>
          <a:spcBef>
            <a:spcPct val="0"/>
          </a:spcBef>
          <a:spcAft>
            <a:spcPct val="0"/>
          </a:spcAft>
          <a:buClr>
            <a:srgbClr val="000000"/>
          </a:buClr>
          <a:buSzPct val="100000"/>
          <a:buFont typeface="Times New Roman" panose="02020603050405020304" pitchFamily="18" charset="0"/>
          <a:buNone/>
          <a:defRPr altLang="en-US" baseline="0" b="0" cap="none" sz="1800" i="0" kumimoji="0" lang="en-GB" normalizeH="0" strike="noStrike" u="none" smtClean="0">
            <a:ln>
              <a:noFill/>
            </a:ln>
            <a:solidFill>
              <a:schemeClr val="bg1"/>
            </a:solidFill>
            <a:effectLst/>
            <a:latin typeface="Arial" panose="020B0604020202020204" pitchFamily="34" charset="0"/>
            <a:cs typeface="Arial Unicode MS" panose="020B0604020202020204"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Presentation</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Software Security</dc:title>
  <dc:creator>Elhabob</dc:creator>
  <cp:lastModifiedBy>suhaib</cp:lastModifiedBy>
  <dcterms:created xsi:type="dcterms:W3CDTF">2019-07-24T05:17:00Z</dcterms:created>
  <dcterms:modified xsi:type="dcterms:W3CDTF">2025-11-24T22:20:12Z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A9B6F65BC0AD49C99DCA80F766D92BA2_12</vt:lpwstr>
  </property>
  <property fmtid="{D5CDD505-2E9C-101B-9397-08002B2CF9AE}" pid="3" name="KSOProductBuildVer">
    <vt:lpwstr>1033-12.2.0.21931</vt:lpwstr>
  </property>
</Properties>
</file>