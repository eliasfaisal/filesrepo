
<file path=[Content_Types].xml><?xml version="1.0" encoding="utf-8"?>
<Types xmlns="http://schemas.openxmlformats.org/package/2006/content-types">
  <Default ContentType="application/xml" Extension="xml"/>
  <Default ContentType="application/vnd.openxmlformats-package.relationships+xml" Extension="rels"/>
  <Override ContentType="image/png" PartName="/ppt/media/image4.png"/>
  <Override ContentType="image/png" PartName="/ppt/media/image3.png"/>
  <Override ContentType="image/png" PartName="/ppt/media/image2.png"/>
  <Override ContentType="image/png" PartName="/ppt/media/image1.png"/>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presentation.main+xml" PartName="/ppt/presentation.xml"/>
  <Override ContentType="application/vnd.openxmlformats-package.relationships+xml" PartName="/ppt/slides/_rels/slide13.xml.rels"/>
  <Override ContentType="application/vnd.openxmlformats-package.relationships+xml" PartName="/ppt/slides/_rels/slide1.xml.rels"/>
  <Override ContentType="application/vnd.openxmlformats-package.relationships+xml" PartName="/ppt/slides/_rels/slide10.xml.rels"/>
  <Override ContentType="application/vnd.openxmlformats-package.relationships+xml" PartName="/ppt/slideLayouts/_rels/slideLayout5.xml.rels"/>
  <Override ContentType="application/vnd.openxmlformats-package.relationships+xml" PartName="/ppt/slideMasters/_rels/slideMaster1.xml.rels"/>
  <Override ContentType="application/vnd.openxmlformats-package.relationships+xml" PartName="/ppt/slideLayouts/_rels/slideLayout1.xml.rels"/>
  <Override ContentType="application/vnd.openxmlformats-package.relationships+xml" PartName="/ppt/slides/_rels/slide4.xml.rels"/>
  <Override ContentType="application/vnd.openxmlformats-package.relationships+xml" PartName="/ppt/slides/_rels/slide5.xml.rels"/>
  <Override ContentType="application/vnd.openxmlformats-package.relationships+xml" PartName="/ppt/slides/_rels/slide8.xml.rels"/>
  <Override ContentType="application/vnd.openxmlformats-package.relationships+xml" PartName="/ppt/slides/_rels/slide2.xml.rels"/>
  <Override ContentType="application/vnd.openxmlformats-package.relationships+xml" PartName="/ppt/slideMasters/_rels/slideMaster2.xml.rels"/>
  <Override ContentType="application/vnd.openxmlformats-package.relationships+xml" PartName="/ppt/slideLayouts/_rels/slideLayout2.xml.rels"/>
  <Override ContentType="application/vnd.openxmlformats-package.relationships+xml" PartName="/ppt/slides/_rels/slide9.xml.rels"/>
  <Override ContentType="application/vnd.openxmlformats-package.relationships+xml" PartName="/ppt/slideMasters/_rels/slideMaster3.xml.rels"/>
  <Override ContentType="application/vnd.openxmlformats-package.relationships+xml" PartName="/ppt/slideLayouts/_rels/slideLayout3.xml.rels"/>
  <Override ContentType="application/vnd.openxmlformats-package.relationships+xml" PartName="/ppt/slideLayouts/_rels/slideLayout6.xml.rels"/>
  <Override ContentType="application/vnd.openxmlformats-package.relationships+xml" PartName="/ppt/slides/_rels/slide6.xml.rels"/>
  <Override ContentType="application/vnd.openxmlformats-package.relationships+xml" PartName="/ppt/slideLayouts/_rels/slideLayout7.xml.rels"/>
  <Override ContentType="application/vnd.openxmlformats-package.relationships+xml" PartName="/ppt/slideMasters/_rels/slideMaster4.xml.rels"/>
  <Override ContentType="application/vnd.openxmlformats-package.relationships+xml" PartName="/ppt/slideLayouts/_rels/slideLayout4.xml.rels"/>
  <Override ContentType="application/vnd.openxmlformats-package.relationships+xml" PartName="/ppt/slides/_rels/slide12.xml.rels"/>
  <Override ContentType="application/vnd.openxmlformats-package.relationships+xml" PartName="/ppt/slides/_rels/slide11.xml.rels"/>
  <Override ContentType="application/vnd.openxmlformats-package.relationships+xml" PartName="/ppt/slides/_rels/slide3.xml.rels"/>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51" r:id="rId4"/>
    <p:sldMasterId id="2147483654" r:id="rId5"/>
    <p:sldMasterId id="2147483657" r:id="rId6"/>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7559675" cx="10080625"/>
  <p:notesSz cx="7559675" cy="10691800"/>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3.xml"/><Relationship Id="rId19" Type="http://schemas.openxmlformats.org/officeDocument/2006/relationships/slide" Target="slides/slide13.xml"/><Relationship Id="rId6" Type="http://schemas.openxmlformats.org/officeDocument/2006/relationships/slideMaster" Target="slideMasters/slideMaster4.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Vintage">
    <p:spTree>
      <p:nvGrpSpPr>
        <p:cNvPr id="1" name=""/>
        <p:cNvGrpSpPr/>
        <p:nvPr/>
      </p:nvGrpSpPr>
      <p:grpSpPr>
        <a:xfrm>
          <a:off x="0" y="0"/>
          <a:ext cx="0" cy="0"/>
          <a:chOff x="0" y="0"/>
          <a:chExt cx="0" cy="0"/>
        </a:xfrm>
      </p:grpSpPr>
      <p:sp>
        <p:nvSpPr>
          <p:cNvPr id="6" name="PlaceHolder 1"/>
          <p:cNvSpPr>
            <a:spLocks noGrp="1"/>
          </p:cNvSpPr>
          <p:nvPr>
            <p:ph type="title"/>
          </p:nvPr>
        </p:nvSpPr>
        <p:spPr>
          <a:xfrm>
            <a:off x="504000" y="301320"/>
            <a:ext cx="7704000" cy="1138680"/>
          </a:xfrm>
          <a:prstGeom prst="rect">
            <a:avLst/>
          </a:prstGeom>
          <a:noFill/>
          <a:ln w="0">
            <a:noFill/>
          </a:ln>
        </p:spPr>
        <p:txBody>
          <a:bodyPr lIns="0" rIns="0" tIns="0" bIns="0" anchor="ctr">
            <a:noAutofit/>
          </a:bodyPr>
          <a:p>
            <a:pPr indent="0">
              <a:buNone/>
            </a:pPr>
            <a:endParaRPr b="0" lang="en-US" sz="4400" strike="noStrike" u="none">
              <a:solidFill>
                <a:srgbClr val="000000"/>
              </a:solidFill>
              <a:uFillTx/>
              <a:latin typeface="Times New Roman"/>
            </a:endParaRPr>
          </a:p>
        </p:txBody>
      </p:sp>
      <p:sp>
        <p:nvSpPr>
          <p:cNvPr id="7" name="PlaceHolder 2"/>
          <p:cNvSpPr>
            <a:spLocks noGrp="1"/>
          </p:cNvSpPr>
          <p:nvPr>
            <p:ph/>
          </p:nvPr>
        </p:nvSpPr>
        <p:spPr>
          <a:xfrm>
            <a:off x="504000" y="1769040"/>
            <a:ext cx="8870040" cy="4384440"/>
          </a:xfrm>
          <a:prstGeom prst="rect">
            <a:avLst/>
          </a:prstGeom>
          <a:noFill/>
          <a:ln w="0">
            <a:noFill/>
          </a:ln>
        </p:spPr>
        <p:txBody>
          <a:bodyPr lIns="0" rIns="0" tIns="0" bIns="0" anchor="t">
            <a:normAutofit/>
          </a:bodyPr>
          <a:p>
            <a:pPr indent="0">
              <a:spcAft>
                <a:spcPts val="1417"/>
              </a:spcAft>
              <a:buNone/>
            </a:pPr>
            <a:endParaRPr b="0" lang="en-US" sz="3200" strike="noStrike" u="none">
              <a:solidFill>
                <a:srgbClr val="000000"/>
              </a:solidFill>
              <a:uFillTx/>
              <a:latin typeface="Times New Roman"/>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C31B64BA-1CDC-4924-AEE0-4D1DD8D86617}"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Vintage">
    <p:spTree>
      <p:nvGrpSpPr>
        <p:cNvPr id="1" name=""/>
        <p:cNvGrpSpPr/>
        <p:nvPr/>
      </p:nvGrpSpPr>
      <p:grpSpPr>
        <a:xfrm>
          <a:off x="0" y="0"/>
          <a:ext cx="0" cy="0"/>
          <a:chOff x="0" y="0"/>
          <a:chExt cx="0" cy="0"/>
        </a:xfrm>
      </p:grpSpPr>
      <p:sp>
        <p:nvSpPr>
          <p:cNvPr id="8" name="PlaceHolder 1"/>
          <p:cNvSpPr>
            <a:spLocks noGrp="1"/>
          </p:cNvSpPr>
          <p:nvPr>
            <p:ph type="title"/>
          </p:nvPr>
        </p:nvSpPr>
        <p:spPr>
          <a:xfrm>
            <a:off x="504000" y="301320"/>
            <a:ext cx="7704000" cy="1138680"/>
          </a:xfrm>
          <a:prstGeom prst="rect">
            <a:avLst/>
          </a:prstGeom>
          <a:noFill/>
          <a:ln w="0">
            <a:noFill/>
          </a:ln>
        </p:spPr>
        <p:txBody>
          <a:bodyPr lIns="0" rIns="0" tIns="0" bIns="0" anchor="ctr">
            <a:noAutofit/>
          </a:bodyPr>
          <a:p>
            <a:pPr indent="0">
              <a:buNone/>
            </a:pPr>
            <a:endParaRPr b="0" lang="en-US" sz="4400" strike="noStrike" u="none">
              <a:solidFill>
                <a:srgbClr val="000000"/>
              </a:solidFill>
              <a:uFillTx/>
              <a:latin typeface="Times New Roman"/>
            </a:endParaRPr>
          </a:p>
        </p:txBody>
      </p:sp>
      <p:sp>
        <p:nvSpPr>
          <p:cNvPr id="9" name="PlaceHolder 2"/>
          <p:cNvSpPr>
            <a:spLocks noGrp="1"/>
          </p:cNvSpPr>
          <p:nvPr>
            <p:ph/>
          </p:nvPr>
        </p:nvSpPr>
        <p:spPr>
          <a:xfrm>
            <a:off x="504000" y="1769040"/>
            <a:ext cx="4328280" cy="4384440"/>
          </a:xfrm>
          <a:prstGeom prst="rect">
            <a:avLst/>
          </a:prstGeom>
          <a:noFill/>
          <a:ln w="0">
            <a:noFill/>
          </a:ln>
        </p:spPr>
        <p:txBody>
          <a:bodyPr lIns="0" rIns="0" tIns="0" bIns="0" anchor="t">
            <a:normAutofit/>
          </a:bodyPr>
          <a:p>
            <a:pPr indent="0">
              <a:spcAft>
                <a:spcPts val="1417"/>
              </a:spcAft>
              <a:buNone/>
            </a:pPr>
            <a:endParaRPr b="0" lang="en-US" sz="3200" strike="noStrike" u="none">
              <a:solidFill>
                <a:srgbClr val="000000"/>
              </a:solidFill>
              <a:uFillTx/>
              <a:latin typeface="Times New Roman"/>
            </a:endParaRPr>
          </a:p>
        </p:txBody>
      </p:sp>
      <p:sp>
        <p:nvSpPr>
          <p:cNvPr id="10" name="PlaceHolder 3"/>
          <p:cNvSpPr>
            <a:spLocks noGrp="1"/>
          </p:cNvSpPr>
          <p:nvPr>
            <p:ph/>
          </p:nvPr>
        </p:nvSpPr>
        <p:spPr>
          <a:xfrm>
            <a:off x="5049000" y="1769040"/>
            <a:ext cx="4328280" cy="4384440"/>
          </a:xfrm>
          <a:prstGeom prst="rect">
            <a:avLst/>
          </a:prstGeom>
          <a:noFill/>
          <a:ln w="0">
            <a:noFill/>
          </a:ln>
        </p:spPr>
        <p:txBody>
          <a:bodyPr lIns="0" rIns="0" tIns="0" bIns="0" anchor="t">
            <a:normAutofit/>
          </a:bodyPr>
          <a:p>
            <a:pPr indent="0">
              <a:spcAft>
                <a:spcPts val="1417"/>
              </a:spcAft>
              <a:buNone/>
            </a:pPr>
            <a:endParaRPr b="0" lang="en-US" sz="3200" strike="noStrike" u="none">
              <a:solidFill>
                <a:srgbClr val="000000"/>
              </a:solidFill>
              <a:uFillTx/>
              <a:latin typeface="Times New Roman"/>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001F06A-AC0E-4A37-B631-03B8615FA33A}"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Standard 1">
    <p:spTree>
      <p:nvGrpSpPr>
        <p:cNvPr id="1" name=""/>
        <p:cNvGrpSpPr/>
        <p:nvPr/>
      </p:nvGrpSpPr>
      <p:grpSpPr>
        <a:xfrm>
          <a:off x="0" y="0"/>
          <a:ext cx="0" cy="0"/>
          <a:chOff x="0" y="0"/>
          <a:chExt cx="0" cy="0"/>
        </a:xfrm>
      </p:grpSpPr>
      <p:sp>
        <p:nvSpPr>
          <p:cNvPr id="17" name="PlaceHolder 1"/>
          <p:cNvSpPr>
            <a:spLocks noGrp="1"/>
          </p:cNvSpPr>
          <p:nvPr>
            <p:ph type="title"/>
          </p:nvPr>
        </p:nvSpPr>
        <p:spPr>
          <a:xfrm>
            <a:off x="504000" y="301320"/>
            <a:ext cx="7704000" cy="1138680"/>
          </a:xfrm>
          <a:prstGeom prst="rect">
            <a:avLst/>
          </a:prstGeom>
          <a:noFill/>
          <a:ln w="0">
            <a:noFill/>
          </a:ln>
        </p:spPr>
        <p:txBody>
          <a:bodyPr lIns="0" rIns="0" tIns="0" bIns="0" anchor="ctr">
            <a:noAutofit/>
          </a:bodyPr>
          <a:p>
            <a:pPr indent="0">
              <a:buNone/>
            </a:pPr>
            <a:endParaRPr b="0" lang="en-US" sz="4400" strike="noStrike" u="none">
              <a:solidFill>
                <a:srgbClr val="000000"/>
              </a:solidFill>
              <a:uFillTx/>
              <a:latin typeface="Times New Roman"/>
            </a:endParaRPr>
          </a:p>
        </p:txBody>
      </p:sp>
      <p:sp>
        <p:nvSpPr>
          <p:cNvPr id="18" name="PlaceHolder 2"/>
          <p:cNvSpPr>
            <a:spLocks noGrp="1"/>
          </p:cNvSpPr>
          <p:nvPr>
            <p:ph/>
          </p:nvPr>
        </p:nvSpPr>
        <p:spPr>
          <a:xfrm>
            <a:off x="504000" y="1769040"/>
            <a:ext cx="8870040" cy="4384440"/>
          </a:xfrm>
          <a:prstGeom prst="rect">
            <a:avLst/>
          </a:prstGeom>
          <a:noFill/>
          <a:ln w="0">
            <a:noFill/>
          </a:ln>
        </p:spPr>
        <p:txBody>
          <a:bodyPr lIns="0" rIns="0" tIns="0" bIns="0" anchor="t">
            <a:normAutofit/>
          </a:bodyPr>
          <a:p>
            <a:pPr indent="0">
              <a:spcAft>
                <a:spcPts val="1417"/>
              </a:spcAft>
              <a:buNone/>
            </a:pPr>
            <a:endParaRPr b="0" lang="en-US" sz="3200" strike="noStrike" u="none">
              <a:solidFill>
                <a:srgbClr val="000000"/>
              </a:solidFill>
              <a:uFillTx/>
              <a:latin typeface="Times New Roman"/>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761624C2-C790-48A6-BB4C-85CF691351FC}"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Standard 1">
    <p:spTree>
      <p:nvGrpSpPr>
        <p:cNvPr id="1" name=""/>
        <p:cNvGrpSpPr/>
        <p:nvPr/>
      </p:nvGrpSpPr>
      <p:grpSpPr>
        <a:xfrm>
          <a:off x="0" y="0"/>
          <a:ext cx="0" cy="0"/>
          <a:chOff x="0" y="0"/>
          <a:chExt cx="0" cy="0"/>
        </a:xfrm>
      </p:grpSpPr>
      <p:sp>
        <p:nvSpPr>
          <p:cNvPr id="19" name="PlaceHolder 1"/>
          <p:cNvSpPr>
            <a:spLocks noGrp="1"/>
          </p:cNvSpPr>
          <p:nvPr>
            <p:ph type="title"/>
          </p:nvPr>
        </p:nvSpPr>
        <p:spPr>
          <a:xfrm>
            <a:off x="504000" y="301320"/>
            <a:ext cx="7704000" cy="1138680"/>
          </a:xfrm>
          <a:prstGeom prst="rect">
            <a:avLst/>
          </a:prstGeom>
          <a:noFill/>
          <a:ln w="0">
            <a:noFill/>
          </a:ln>
        </p:spPr>
        <p:txBody>
          <a:bodyPr lIns="0" rIns="0" tIns="0" bIns="0" anchor="ctr">
            <a:noAutofit/>
          </a:bodyPr>
          <a:p>
            <a:pPr indent="0">
              <a:buNone/>
            </a:pPr>
            <a:endParaRPr b="0" lang="en-US" sz="4400" strike="noStrike" u="none">
              <a:solidFill>
                <a:srgbClr val="000000"/>
              </a:solidFill>
              <a:uFillTx/>
              <a:latin typeface="Times New Roman"/>
            </a:endParaRPr>
          </a:p>
        </p:txBody>
      </p:sp>
      <p:sp>
        <p:nvSpPr>
          <p:cNvPr id="20" name="PlaceHolder 2"/>
          <p:cNvSpPr>
            <a:spLocks noGrp="1"/>
          </p:cNvSpPr>
          <p:nvPr>
            <p:ph/>
          </p:nvPr>
        </p:nvSpPr>
        <p:spPr>
          <a:xfrm>
            <a:off x="504000" y="1769040"/>
            <a:ext cx="4328280" cy="4384440"/>
          </a:xfrm>
          <a:prstGeom prst="rect">
            <a:avLst/>
          </a:prstGeom>
          <a:noFill/>
          <a:ln w="0">
            <a:noFill/>
          </a:ln>
        </p:spPr>
        <p:txBody>
          <a:bodyPr lIns="0" rIns="0" tIns="0" bIns="0" anchor="t">
            <a:normAutofit/>
          </a:bodyPr>
          <a:p>
            <a:pPr indent="0">
              <a:spcAft>
                <a:spcPts val="1417"/>
              </a:spcAft>
              <a:buNone/>
            </a:pPr>
            <a:endParaRPr b="0" lang="en-US" sz="3200" strike="noStrike" u="none">
              <a:solidFill>
                <a:srgbClr val="000000"/>
              </a:solidFill>
              <a:uFillTx/>
              <a:latin typeface="Times New Roman"/>
            </a:endParaRPr>
          </a:p>
        </p:txBody>
      </p:sp>
      <p:sp>
        <p:nvSpPr>
          <p:cNvPr id="21" name="PlaceHolder 3"/>
          <p:cNvSpPr>
            <a:spLocks noGrp="1"/>
          </p:cNvSpPr>
          <p:nvPr>
            <p:ph/>
          </p:nvPr>
        </p:nvSpPr>
        <p:spPr>
          <a:xfrm>
            <a:off x="5049000" y="1769040"/>
            <a:ext cx="4328280" cy="4384440"/>
          </a:xfrm>
          <a:prstGeom prst="rect">
            <a:avLst/>
          </a:prstGeom>
          <a:noFill/>
          <a:ln w="0">
            <a:noFill/>
          </a:ln>
        </p:spPr>
        <p:txBody>
          <a:bodyPr lIns="0" rIns="0" tIns="0" bIns="0" anchor="t">
            <a:normAutofit/>
          </a:bodyPr>
          <a:p>
            <a:pPr indent="0">
              <a:spcAft>
                <a:spcPts val="1417"/>
              </a:spcAft>
              <a:buNone/>
            </a:pPr>
            <a:endParaRPr b="0" lang="en-US" sz="3200" strike="noStrike" u="none">
              <a:solidFill>
                <a:srgbClr val="000000"/>
              </a:solidFill>
              <a:uFillTx/>
              <a:latin typeface="Times New Roman"/>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B9ACCBA0-57E5-458D-B03A-22F889361651}"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Standard 2">
    <p:spTree>
      <p:nvGrpSpPr>
        <p:cNvPr id="1" name=""/>
        <p:cNvGrpSpPr/>
        <p:nvPr/>
      </p:nvGrpSpPr>
      <p:grpSpPr>
        <a:xfrm>
          <a:off x="0" y="0"/>
          <a:ext cx="0" cy="0"/>
          <a:chOff x="0" y="0"/>
          <a:chExt cx="0" cy="0"/>
        </a:xfrm>
      </p:grpSpPr>
      <p:sp>
        <p:nvSpPr>
          <p:cNvPr id="28" name="PlaceHolder 1"/>
          <p:cNvSpPr>
            <a:spLocks noGrp="1"/>
          </p:cNvSpPr>
          <p:nvPr>
            <p:ph type="title"/>
          </p:nvPr>
        </p:nvSpPr>
        <p:spPr>
          <a:xfrm>
            <a:off x="504000" y="301320"/>
            <a:ext cx="7704000" cy="1138680"/>
          </a:xfrm>
          <a:prstGeom prst="rect">
            <a:avLst/>
          </a:prstGeom>
          <a:noFill/>
          <a:ln w="0">
            <a:noFill/>
          </a:ln>
        </p:spPr>
        <p:txBody>
          <a:bodyPr lIns="0" rIns="0" tIns="0" bIns="0" anchor="ctr">
            <a:noAutofit/>
          </a:bodyPr>
          <a:p>
            <a:pPr indent="0">
              <a:buNone/>
            </a:pPr>
            <a:endParaRPr b="0" lang="en-US" sz="4400" strike="noStrike" u="none">
              <a:solidFill>
                <a:srgbClr val="000000"/>
              </a:solidFill>
              <a:uFillTx/>
              <a:latin typeface="Times New Roman"/>
            </a:endParaRPr>
          </a:p>
        </p:txBody>
      </p:sp>
      <p:sp>
        <p:nvSpPr>
          <p:cNvPr id="29" name="PlaceHolder 2"/>
          <p:cNvSpPr>
            <a:spLocks noGrp="1"/>
          </p:cNvSpPr>
          <p:nvPr>
            <p:ph/>
          </p:nvPr>
        </p:nvSpPr>
        <p:spPr>
          <a:xfrm>
            <a:off x="504000" y="1769040"/>
            <a:ext cx="8870040" cy="4384440"/>
          </a:xfrm>
          <a:prstGeom prst="rect">
            <a:avLst/>
          </a:prstGeom>
          <a:noFill/>
          <a:ln w="0">
            <a:noFill/>
          </a:ln>
        </p:spPr>
        <p:txBody>
          <a:bodyPr lIns="0" rIns="0" tIns="0" bIns="0" anchor="t">
            <a:normAutofit/>
          </a:bodyPr>
          <a:p>
            <a:pPr indent="0">
              <a:spcAft>
                <a:spcPts val="1417"/>
              </a:spcAft>
              <a:buNone/>
            </a:pPr>
            <a:endParaRPr b="0" lang="en-US" sz="3200" strike="noStrike" u="none">
              <a:solidFill>
                <a:srgbClr val="000000"/>
              </a:solidFill>
              <a:uFillTx/>
              <a:latin typeface="Times New Roman"/>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59A1CA83-4287-4599-8DFD-DCD673D7BEA1}"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Standard 2">
    <p:spTree>
      <p:nvGrpSpPr>
        <p:cNvPr id="1" name=""/>
        <p:cNvGrpSpPr/>
        <p:nvPr/>
      </p:nvGrpSpPr>
      <p:grpSpPr>
        <a:xfrm>
          <a:off x="0" y="0"/>
          <a:ext cx="0" cy="0"/>
          <a:chOff x="0" y="0"/>
          <a:chExt cx="0" cy="0"/>
        </a:xfrm>
      </p:grpSpPr>
      <p:sp>
        <p:nvSpPr>
          <p:cNvPr id="30" name="PlaceHolder 1"/>
          <p:cNvSpPr>
            <a:spLocks noGrp="1"/>
          </p:cNvSpPr>
          <p:nvPr>
            <p:ph type="title"/>
          </p:nvPr>
        </p:nvSpPr>
        <p:spPr>
          <a:xfrm>
            <a:off x="504000" y="301320"/>
            <a:ext cx="7704000" cy="1138680"/>
          </a:xfrm>
          <a:prstGeom prst="rect">
            <a:avLst/>
          </a:prstGeom>
          <a:noFill/>
          <a:ln w="0">
            <a:noFill/>
          </a:ln>
        </p:spPr>
        <p:txBody>
          <a:bodyPr lIns="0" rIns="0" tIns="0" bIns="0" anchor="ctr">
            <a:noAutofit/>
          </a:bodyPr>
          <a:p>
            <a:pPr indent="0">
              <a:buNone/>
            </a:pPr>
            <a:endParaRPr b="0" lang="en-US" sz="4400" strike="noStrike" u="none">
              <a:solidFill>
                <a:srgbClr val="000000"/>
              </a:solidFill>
              <a:uFillTx/>
              <a:latin typeface="Times New Roman"/>
            </a:endParaRPr>
          </a:p>
        </p:txBody>
      </p:sp>
      <p:sp>
        <p:nvSpPr>
          <p:cNvPr id="31" name="PlaceHolder 2"/>
          <p:cNvSpPr>
            <a:spLocks noGrp="1"/>
          </p:cNvSpPr>
          <p:nvPr>
            <p:ph/>
          </p:nvPr>
        </p:nvSpPr>
        <p:spPr>
          <a:xfrm>
            <a:off x="504000" y="1769040"/>
            <a:ext cx="4328280" cy="4384440"/>
          </a:xfrm>
          <a:prstGeom prst="rect">
            <a:avLst/>
          </a:prstGeom>
          <a:noFill/>
          <a:ln w="0">
            <a:noFill/>
          </a:ln>
        </p:spPr>
        <p:txBody>
          <a:bodyPr lIns="0" rIns="0" tIns="0" bIns="0" anchor="t">
            <a:normAutofit/>
          </a:bodyPr>
          <a:p>
            <a:pPr indent="0">
              <a:spcAft>
                <a:spcPts val="1417"/>
              </a:spcAft>
              <a:buNone/>
            </a:pPr>
            <a:endParaRPr b="0" lang="en-US" sz="3200" strike="noStrike" u="none">
              <a:solidFill>
                <a:srgbClr val="000000"/>
              </a:solidFill>
              <a:uFillTx/>
              <a:latin typeface="Times New Roman"/>
            </a:endParaRPr>
          </a:p>
        </p:txBody>
      </p:sp>
      <p:sp>
        <p:nvSpPr>
          <p:cNvPr id="32" name="PlaceHolder 3"/>
          <p:cNvSpPr>
            <a:spLocks noGrp="1"/>
          </p:cNvSpPr>
          <p:nvPr>
            <p:ph/>
          </p:nvPr>
        </p:nvSpPr>
        <p:spPr>
          <a:xfrm>
            <a:off x="5049000" y="1769040"/>
            <a:ext cx="4328280" cy="4384440"/>
          </a:xfrm>
          <a:prstGeom prst="rect">
            <a:avLst/>
          </a:prstGeom>
          <a:noFill/>
          <a:ln w="0">
            <a:noFill/>
          </a:ln>
        </p:spPr>
        <p:txBody>
          <a:bodyPr lIns="0" rIns="0" tIns="0" bIns="0" anchor="t">
            <a:normAutofit/>
          </a:bodyPr>
          <a:p>
            <a:pPr indent="0">
              <a:spcAft>
                <a:spcPts val="1417"/>
              </a:spcAft>
              <a:buNone/>
            </a:pPr>
            <a:endParaRPr b="0" lang="en-US" sz="3200" strike="noStrike" u="none">
              <a:solidFill>
                <a:srgbClr val="000000"/>
              </a:solidFill>
              <a:uFillTx/>
              <a:latin typeface="Times New Roman"/>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9ED8D57B-D852-4FA0-B3D7-15DC13030DBF}" type="slidenum">
              <a:t>&lt;#&gt;</a:t>
            </a:fld>
          </a:p>
        </p:txBody>
      </p:sp>
      <p:sp>
        <p:nvSpPr>
          <p:cNvPr id="7" name="PlaceHolder 6"/>
          <p:cNvSpPr>
            <a:spLocks noGrp="1"/>
          </p:cNvSpPr>
          <p:nvPr>
            <p:ph type="dt" idx="7"/>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Standard 3">
    <p:spTree>
      <p:nvGrpSpPr>
        <p:cNvPr id="1" name=""/>
        <p:cNvGrpSpPr/>
        <p:nvPr/>
      </p:nvGrpSpPr>
      <p:grpSpPr>
        <a:xfrm>
          <a:off x="0" y="0"/>
          <a:ext cx="0" cy="0"/>
          <a:chOff x="0" y="0"/>
          <a:chExt cx="0" cy="0"/>
        </a:xfrm>
      </p:grpSpPr>
      <p:sp>
        <p:nvSpPr>
          <p:cNvPr id="39" name="PlaceHolder 1"/>
          <p:cNvSpPr>
            <a:spLocks noGrp="1"/>
          </p:cNvSpPr>
          <p:nvPr>
            <p:ph type="title"/>
          </p:nvPr>
        </p:nvSpPr>
        <p:spPr>
          <a:xfrm>
            <a:off x="504000" y="301320"/>
            <a:ext cx="7704000" cy="1138680"/>
          </a:xfrm>
          <a:prstGeom prst="rect">
            <a:avLst/>
          </a:prstGeom>
          <a:noFill/>
          <a:ln w="0">
            <a:noFill/>
          </a:ln>
        </p:spPr>
        <p:txBody>
          <a:bodyPr lIns="0" rIns="0" tIns="0" bIns="0" anchor="ctr">
            <a:noAutofit/>
          </a:bodyPr>
          <a:p>
            <a:pPr indent="0">
              <a:buNone/>
            </a:pPr>
            <a:endParaRPr b="0" lang="en-US" sz="4400" strike="noStrike" u="none">
              <a:solidFill>
                <a:srgbClr val="000000"/>
              </a:solidFill>
              <a:uFillTx/>
              <a:latin typeface="Times New Roman"/>
            </a:endParaRPr>
          </a:p>
        </p:txBody>
      </p:sp>
      <p:sp>
        <p:nvSpPr>
          <p:cNvPr id="40" name="PlaceHolder 2"/>
          <p:cNvSpPr>
            <a:spLocks noGrp="1"/>
          </p:cNvSpPr>
          <p:nvPr>
            <p:ph/>
          </p:nvPr>
        </p:nvSpPr>
        <p:spPr>
          <a:xfrm>
            <a:off x="504000" y="1769040"/>
            <a:ext cx="4328280" cy="4384440"/>
          </a:xfrm>
          <a:prstGeom prst="rect">
            <a:avLst/>
          </a:prstGeom>
          <a:noFill/>
          <a:ln w="0">
            <a:noFill/>
          </a:ln>
        </p:spPr>
        <p:txBody>
          <a:bodyPr lIns="0" rIns="0" tIns="0" bIns="0" anchor="t">
            <a:normAutofit/>
          </a:bodyPr>
          <a:p>
            <a:pPr indent="0">
              <a:spcAft>
                <a:spcPts val="1417"/>
              </a:spcAft>
              <a:buNone/>
            </a:pPr>
            <a:endParaRPr b="0" lang="en-US" sz="3200" strike="noStrike" u="none">
              <a:solidFill>
                <a:srgbClr val="000000"/>
              </a:solidFill>
              <a:uFillTx/>
              <a:latin typeface="Times New Roman"/>
            </a:endParaRPr>
          </a:p>
        </p:txBody>
      </p:sp>
      <p:sp>
        <p:nvSpPr>
          <p:cNvPr id="41" name="PlaceHolder 3"/>
          <p:cNvSpPr>
            <a:spLocks noGrp="1"/>
          </p:cNvSpPr>
          <p:nvPr>
            <p:ph/>
          </p:nvPr>
        </p:nvSpPr>
        <p:spPr>
          <a:xfrm>
            <a:off x="5049000" y="1769040"/>
            <a:ext cx="4328280" cy="4384440"/>
          </a:xfrm>
          <a:prstGeom prst="rect">
            <a:avLst/>
          </a:prstGeom>
          <a:noFill/>
          <a:ln w="0">
            <a:noFill/>
          </a:ln>
        </p:spPr>
        <p:txBody>
          <a:bodyPr lIns="0" rIns="0" tIns="0" bIns="0" anchor="t">
            <a:normAutofit/>
          </a:bodyPr>
          <a:p>
            <a:pPr indent="0">
              <a:spcAft>
                <a:spcPts val="1417"/>
              </a:spcAft>
              <a:buNone/>
            </a:pPr>
            <a:endParaRPr b="0" lang="en-US" sz="3200" strike="noStrike" u="none">
              <a:solidFill>
                <a:srgbClr val="000000"/>
              </a:solidFill>
              <a:uFillTx/>
              <a:latin typeface="Times New Roman"/>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B12989AF-DEF3-45ED-AC2D-9E275393E4BF}" type="slidenum">
              <a:t>&lt;#&gt;</a:t>
            </a:fld>
          </a:p>
        </p:txBody>
      </p:sp>
      <p:sp>
        <p:nvSpPr>
          <p:cNvPr id="7" name="PlaceHolder 6"/>
          <p:cNvSpPr>
            <a:spLocks noGrp="1"/>
          </p:cNvSpPr>
          <p:nvPr>
            <p:ph type="dt" idx="10"/>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png"/><Relationship Id="rId3" Type="http://schemas.openxmlformats.org/officeDocument/2006/relationships/slideLayout" Target="../slideLayouts/slideLayout3.xml"/><Relationship Id="rId4" Type="http://schemas.openxmlformats.org/officeDocument/2006/relationships/slideLayout" Target="../slideLayouts/slideLayout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3.png"/><Relationship Id="rId3" Type="http://schemas.openxmlformats.org/officeDocument/2006/relationships/slideLayout" Target="../slideLayouts/slideLayout5.xml"/><Relationship Id="rId4" Type="http://schemas.openxmlformats.org/officeDocument/2006/relationships/slideLayout" Target="../slideLayouts/slideLayout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4.png"/><Relationship Id="rId3"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0" name="" descr=""/>
          <p:cNvPicPr/>
          <p:nvPr/>
        </p:nvPicPr>
        <p:blipFill>
          <a:blip r:embed="rId2"/>
          <a:stretch/>
        </p:blipFill>
        <p:spPr>
          <a:xfrm>
            <a:off x="0" y="0"/>
            <a:ext cx="10080000" cy="7560000"/>
          </a:xfrm>
          <a:prstGeom prst="rect">
            <a:avLst/>
          </a:prstGeom>
          <a:noFill/>
          <a:ln w="0">
            <a:noFill/>
          </a:ln>
        </p:spPr>
      </p:pic>
      <p:sp>
        <p:nvSpPr>
          <p:cNvPr id="1" name="PlaceHolder 1"/>
          <p:cNvSpPr>
            <a:spLocks noGrp="1"/>
          </p:cNvSpPr>
          <p:nvPr>
            <p:ph type="title"/>
          </p:nvPr>
        </p:nvSpPr>
        <p:spPr>
          <a:xfrm>
            <a:off x="504000" y="3168000"/>
            <a:ext cx="9071640" cy="1262160"/>
          </a:xfrm>
          <a:prstGeom prst="rect">
            <a:avLst/>
          </a:prstGeom>
          <a:noFill/>
          <a:ln w="0">
            <a:noFill/>
          </a:ln>
        </p:spPr>
        <p:txBody>
          <a:bodyPr lIns="0" rIns="0" tIns="0" bIns="0" anchor="ctr">
            <a:normAutofit/>
          </a:bodyPr>
          <a:p>
            <a:pPr indent="0" algn="ctr">
              <a:buNone/>
            </a:pPr>
            <a:r>
              <a:rPr b="0" lang="en-US" sz="4400" strike="noStrike" u="none">
                <a:solidFill>
                  <a:srgbClr val="000000"/>
                </a:solidFill>
                <a:uFillTx/>
                <a:latin typeface="Times New Roman"/>
              </a:rPr>
              <a:t>Click to edit the title text format</a:t>
            </a:r>
            <a:endParaRPr b="0" lang="en-US" sz="4400" strike="noStrike" u="none">
              <a:solidFill>
                <a:srgbClr val="000000"/>
              </a:solidFill>
              <a:uFillTx/>
              <a:latin typeface="Times New Roman"/>
            </a:endParaRPr>
          </a:p>
        </p:txBody>
      </p:sp>
      <p:sp>
        <p:nvSpPr>
          <p:cNvPr id="2" name="PlaceHolder 2"/>
          <p:cNvSpPr>
            <a:spLocks noGrp="1"/>
          </p:cNvSpPr>
          <p:nvPr>
            <p:ph type="body"/>
          </p:nvPr>
        </p:nvSpPr>
        <p:spPr>
          <a:xfrm>
            <a:off x="504000" y="4752000"/>
            <a:ext cx="8870040" cy="2016000"/>
          </a:xfrm>
          <a:prstGeom prst="rect">
            <a:avLst/>
          </a:prstGeom>
          <a:noFill/>
          <a:ln w="0">
            <a:noFill/>
          </a:ln>
        </p:spPr>
        <p:txBody>
          <a:bodyPr lIns="0" rIns="0" tIns="0" bIns="0" anchor="t">
            <a:normAutofit fontScale="77500" lnSpcReduction="19999"/>
          </a:bodyPr>
          <a:p>
            <a:pPr marL="432000" indent="0" algn="ctr">
              <a:spcAft>
                <a:spcPts val="1414"/>
              </a:spcAft>
            </a:pPr>
            <a:r>
              <a:rPr b="0" lang="en-US" sz="3200" strike="noStrike" u="none">
                <a:solidFill>
                  <a:srgbClr val="000000"/>
                </a:solidFill>
                <a:uFillTx/>
                <a:latin typeface="Times New Roman"/>
              </a:rPr>
              <a:t>Click to edit the outline text format</a:t>
            </a:r>
            <a:endParaRPr b="0" lang="en-US" sz="3200" strike="noStrike" u="none">
              <a:solidFill>
                <a:srgbClr val="000000"/>
              </a:solidFill>
              <a:uFillTx/>
              <a:latin typeface="Times New Roman"/>
            </a:endParaRPr>
          </a:p>
          <a:p>
            <a:pPr lvl="1" marL="864000" indent="0" algn="ctr">
              <a:spcAft>
                <a:spcPts val="1131"/>
              </a:spcAft>
            </a:pPr>
            <a:r>
              <a:rPr b="0" lang="en-US" sz="2800" strike="noStrike" u="none">
                <a:solidFill>
                  <a:srgbClr val="000000"/>
                </a:solidFill>
                <a:uFillTx/>
                <a:latin typeface="Times New Roman"/>
              </a:rPr>
              <a:t>Second Outline Level</a:t>
            </a:r>
            <a:endParaRPr b="0" lang="en-US" sz="2800" strike="noStrike" u="none">
              <a:solidFill>
                <a:srgbClr val="000000"/>
              </a:solidFill>
              <a:uFillTx/>
              <a:latin typeface="Times New Roman"/>
            </a:endParaRPr>
          </a:p>
          <a:p>
            <a:pPr lvl="2" marL="1296000" indent="0" algn="ctr">
              <a:spcAft>
                <a:spcPts val="848"/>
              </a:spcAft>
            </a:pPr>
            <a:r>
              <a:rPr b="0" lang="en-US" sz="2400" strike="noStrike" u="none">
                <a:solidFill>
                  <a:srgbClr val="000000"/>
                </a:solidFill>
                <a:uFillTx/>
                <a:latin typeface="Times New Roman"/>
              </a:rPr>
              <a:t>Third Outline Level</a:t>
            </a:r>
            <a:endParaRPr b="0" lang="en-US" sz="2400" strike="noStrike" u="none">
              <a:solidFill>
                <a:srgbClr val="000000"/>
              </a:solidFill>
              <a:uFillTx/>
              <a:latin typeface="Times New Roman"/>
            </a:endParaRPr>
          </a:p>
          <a:p>
            <a:pPr lvl="3" marL="1728000" indent="0" algn="ctr">
              <a:spcAft>
                <a:spcPts val="561"/>
              </a:spcAft>
            </a:pPr>
            <a:r>
              <a:rPr b="0" lang="en-US" sz="2000" strike="noStrike" u="none">
                <a:solidFill>
                  <a:srgbClr val="000000"/>
                </a:solidFill>
                <a:uFillTx/>
                <a:latin typeface="Times New Roman"/>
              </a:rPr>
              <a:t>Fourth Outline Level</a:t>
            </a:r>
            <a:endParaRPr b="0" lang="en-US" sz="2000" strike="noStrike" u="none">
              <a:solidFill>
                <a:srgbClr val="000000"/>
              </a:solidFill>
              <a:uFillTx/>
              <a:latin typeface="Times New Roman"/>
            </a:endParaRPr>
          </a:p>
          <a:p>
            <a:pPr lvl="4" marL="2160000" indent="0" algn="ctr">
              <a:spcAft>
                <a:spcPts val="281"/>
              </a:spcAft>
            </a:pPr>
            <a:r>
              <a:rPr b="0" lang="en-US" sz="2000" strike="noStrike" u="none">
                <a:solidFill>
                  <a:srgbClr val="000000"/>
                </a:solidFill>
                <a:uFillTx/>
                <a:latin typeface="Times New Roman"/>
              </a:rPr>
              <a:t>Fifth Outline Level</a:t>
            </a:r>
            <a:endParaRPr b="0" lang="en-US" sz="2000" strike="noStrike" u="none">
              <a:solidFill>
                <a:srgbClr val="000000"/>
              </a:solidFill>
              <a:uFillTx/>
              <a:latin typeface="Times New Roman"/>
            </a:endParaRPr>
          </a:p>
          <a:p>
            <a:pPr lvl="5" marL="2592000" indent="0" algn="ctr">
              <a:spcAft>
                <a:spcPts val="281"/>
              </a:spcAft>
            </a:pPr>
            <a:r>
              <a:rPr b="0" lang="en-US" sz="2000" strike="noStrike" u="none">
                <a:solidFill>
                  <a:srgbClr val="000000"/>
                </a:solidFill>
                <a:uFillTx/>
                <a:latin typeface="Times New Roman"/>
              </a:rPr>
              <a:t>Sixth Outline Level</a:t>
            </a:r>
            <a:endParaRPr b="0" lang="en-US" sz="2000" strike="noStrike" u="none">
              <a:solidFill>
                <a:srgbClr val="000000"/>
              </a:solidFill>
              <a:uFillTx/>
              <a:latin typeface="Times New Roman"/>
            </a:endParaRPr>
          </a:p>
          <a:p>
            <a:pPr lvl="6" marL="3024000" indent="0" algn="ctr">
              <a:spcAft>
                <a:spcPts val="281"/>
              </a:spcAft>
            </a:pPr>
            <a:r>
              <a:rPr b="0" lang="en-US" sz="2000" strike="noStrike" u="none">
                <a:solidFill>
                  <a:srgbClr val="000000"/>
                </a:solidFill>
                <a:uFillTx/>
                <a:latin typeface="Times New Roman"/>
              </a:rPr>
              <a:t>Seventh Outline Level</a:t>
            </a:r>
            <a:endParaRPr b="0" lang="en-US" sz="2000" strike="noStrike" u="none">
              <a:solidFill>
                <a:srgbClr val="000000"/>
              </a:solidFill>
              <a:uFillTx/>
              <a:latin typeface="Times New Roman"/>
            </a:endParaRPr>
          </a:p>
        </p:txBody>
      </p:sp>
      <p:sp>
        <p:nvSpPr>
          <p:cNvPr id="3" name="PlaceHolder 3"/>
          <p:cNvSpPr>
            <a:spLocks noGrp="1"/>
          </p:cNvSpPr>
          <p:nvPr>
            <p:ph type="dt" idx="1"/>
          </p:nvPr>
        </p:nvSpPr>
        <p:spPr>
          <a:xfrm>
            <a:off x="503640" y="6887160"/>
            <a:ext cx="2348280" cy="521280"/>
          </a:xfrm>
          <a:prstGeom prst="rect">
            <a:avLst/>
          </a:prstGeom>
          <a:noFill/>
          <a:ln w="0">
            <a:noFill/>
          </a:ln>
        </p:spPr>
        <p:txBody>
          <a:bodyPr lIns="0" rIns="0" tIns="0" bIns="0" anchor="t">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&lt;date/time&gt;</a:t>
            </a:r>
            <a:endParaRPr b="0" lang="en-US" sz="1400" strike="noStrike" u="none">
              <a:solidFill>
                <a:srgbClr val="000000"/>
              </a:solidFill>
              <a:uFillTx/>
              <a:latin typeface="Times New Roman"/>
            </a:endParaRPr>
          </a:p>
        </p:txBody>
      </p:sp>
      <p:sp>
        <p:nvSpPr>
          <p:cNvPr id="4" name="PlaceHolder 4"/>
          <p:cNvSpPr>
            <a:spLocks noGrp="1"/>
          </p:cNvSpPr>
          <p:nvPr>
            <p:ph type="ftr" idx="2"/>
          </p:nvPr>
        </p:nvSpPr>
        <p:spPr>
          <a:xfrm>
            <a:off x="3447000" y="6887160"/>
            <a:ext cx="3195000" cy="521280"/>
          </a:xfrm>
          <a:prstGeom prst="rect">
            <a:avLst/>
          </a:prstGeom>
          <a:noFill/>
          <a:ln w="0">
            <a:noFill/>
          </a:ln>
        </p:spPr>
        <p:txBody>
          <a:bodyPr lIns="0" rIns="0" tIns="0" bIns="0" anchor="t">
            <a:noAutofit/>
          </a:bodyPr>
          <a:lstStyle>
            <a:lvl1pPr indent="0" algn="ctr">
              <a:buNone/>
              <a:defRPr b="0" lang="en-US" sz="1400" strike="noStrike" u="none">
                <a:solidFill>
                  <a:srgbClr val="000000"/>
                </a:solidFill>
                <a:uFillTx/>
                <a:latin typeface="Times New Roman"/>
              </a:defRPr>
            </a:lvl1pPr>
          </a:lstStyle>
          <a:p>
            <a:pPr indent="0" algn="ctr">
              <a:buNone/>
            </a:pPr>
            <a:r>
              <a:rPr b="0" lang="en-US" sz="1400" strike="noStrike" u="none">
                <a:solidFill>
                  <a:srgbClr val="000000"/>
                </a:solidFill>
                <a:uFillTx/>
                <a:latin typeface="Times New Roman"/>
              </a:rPr>
              <a:t>&lt;footer&gt;</a:t>
            </a:r>
            <a:endParaRPr b="0" lang="en-US" sz="1400" strike="noStrike" u="none">
              <a:solidFill>
                <a:srgbClr val="000000"/>
              </a:solidFill>
              <a:uFillTx/>
              <a:latin typeface="Times New Roman"/>
            </a:endParaRPr>
          </a:p>
        </p:txBody>
      </p:sp>
      <p:sp>
        <p:nvSpPr>
          <p:cNvPr id="5" name="PlaceHolder 5"/>
          <p:cNvSpPr>
            <a:spLocks noGrp="1"/>
          </p:cNvSpPr>
          <p:nvPr>
            <p:ph type="sldNum" idx="3"/>
          </p:nvPr>
        </p:nvSpPr>
        <p:spPr>
          <a:xfrm>
            <a:off x="7226640" y="6887160"/>
            <a:ext cx="2348280" cy="521280"/>
          </a:xfrm>
          <a:prstGeom prst="rect">
            <a:avLst/>
          </a:prstGeom>
          <a:noFill/>
          <a:ln w="0">
            <a:noFill/>
          </a:ln>
        </p:spPr>
        <p:txBody>
          <a:bodyPr lIns="0" rIns="0" tIns="0" bIns="0" anchor="t">
            <a:noAutofit/>
          </a:bodyPr>
          <a:lstStyle>
            <a:lvl1pPr indent="0" algn="r">
              <a:buNone/>
              <a:defRPr b="0" lang="en-US" sz="1400" strike="noStrike" u="none">
                <a:solidFill>
                  <a:srgbClr val="000000"/>
                </a:solidFill>
                <a:uFillTx/>
                <a:latin typeface="Times New Roman"/>
              </a:defRPr>
            </a:lvl1pPr>
          </a:lstStyle>
          <a:p>
            <a:pPr indent="0" algn="r">
              <a:buNone/>
            </a:pPr>
            <a:fld id="{2A77F5F8-AA15-435C-9A38-A5E74F408275}" type="slidenum">
              <a:rPr b="0" lang="en-US" sz="1400" strike="noStrike" u="none">
                <a:solidFill>
                  <a:srgbClr val="000000"/>
                </a:solidFill>
                <a:uFillTx/>
                <a:latin typeface="Times New Roman"/>
              </a:rPr>
              <a:t>&lt;number&gt;</a:t>
            </a:fld>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 name="" descr=""/>
          <p:cNvPicPr/>
          <p:nvPr/>
        </p:nvPicPr>
        <p:blipFill>
          <a:blip r:embed="rId2"/>
          <a:stretch/>
        </p:blipFill>
        <p:spPr>
          <a:xfrm>
            <a:off x="0" y="-1440"/>
            <a:ext cx="10080000" cy="7561440"/>
          </a:xfrm>
          <a:prstGeom prst="rect">
            <a:avLst/>
          </a:prstGeom>
          <a:noFill/>
          <a:ln w="0">
            <a:noFill/>
          </a:ln>
        </p:spPr>
      </p:pic>
      <p:sp>
        <p:nvSpPr>
          <p:cNvPr id="12" name="PlaceHolder 1"/>
          <p:cNvSpPr>
            <a:spLocks noGrp="1"/>
          </p:cNvSpPr>
          <p:nvPr>
            <p:ph type="title"/>
          </p:nvPr>
        </p:nvSpPr>
        <p:spPr>
          <a:xfrm>
            <a:off x="504000" y="301320"/>
            <a:ext cx="7704000" cy="1138680"/>
          </a:xfrm>
          <a:prstGeom prst="rect">
            <a:avLst/>
          </a:prstGeom>
          <a:noFill/>
          <a:ln w="0">
            <a:noFill/>
          </a:ln>
        </p:spPr>
        <p:txBody>
          <a:bodyPr lIns="0" rIns="0" tIns="0" bIns="0" anchor="ctr">
            <a:noAutofit/>
          </a:bodyPr>
          <a:p>
            <a:pPr indent="0">
              <a:buNone/>
            </a:pPr>
            <a:r>
              <a:rPr b="0" lang="en-US" sz="4400" strike="noStrike" u="none">
                <a:solidFill>
                  <a:srgbClr val="000000"/>
                </a:solidFill>
                <a:uFillTx/>
                <a:latin typeface="Times New Roman"/>
              </a:rPr>
              <a:t>Click to edit the title text format</a:t>
            </a:r>
            <a:endParaRPr b="0" lang="en-US" sz="4400" strike="noStrike" u="none">
              <a:solidFill>
                <a:srgbClr val="000000"/>
              </a:solidFill>
              <a:uFillTx/>
              <a:latin typeface="Times New Roman"/>
            </a:endParaRPr>
          </a:p>
        </p:txBody>
      </p:sp>
      <p:sp>
        <p:nvSpPr>
          <p:cNvPr id="13" name="PlaceHolder 2"/>
          <p:cNvSpPr>
            <a:spLocks noGrp="1"/>
          </p:cNvSpPr>
          <p:nvPr>
            <p:ph type="body"/>
          </p:nvPr>
        </p:nvSpPr>
        <p:spPr>
          <a:xfrm>
            <a:off x="504000" y="1769040"/>
            <a:ext cx="8870040" cy="4384440"/>
          </a:xfrm>
          <a:prstGeom prst="rect">
            <a:avLst/>
          </a:prstGeom>
          <a:noFill/>
          <a:ln w="0">
            <a:noFill/>
          </a:ln>
        </p:spPr>
        <p:txBody>
          <a:bodyPr lIns="0" rIns="0" tIns="0" bIns="0" anchor="t">
            <a:normAutofit/>
          </a:bodyPr>
          <a:p>
            <a:pPr marL="432000" indent="-324000">
              <a:spcAft>
                <a:spcPts val="1417"/>
              </a:spcAft>
              <a:buClr>
                <a:srgbClr val="000000"/>
              </a:buClr>
              <a:buSzPct val="45000"/>
              <a:buFont typeface="Wingdings" charset="2"/>
              <a:buChar char=""/>
            </a:pPr>
            <a:r>
              <a:rPr b="0" lang="en-US" sz="3200" strike="noStrike" u="none">
                <a:solidFill>
                  <a:srgbClr val="000000"/>
                </a:solidFill>
                <a:uFillTx/>
                <a:latin typeface="Times New Roman"/>
              </a:rPr>
              <a:t>Click to edit the outline text format</a:t>
            </a:r>
            <a:endParaRPr b="0" lang="en-US" sz="3200" strike="noStrike" u="none">
              <a:solidFill>
                <a:srgbClr val="000000"/>
              </a:solidFill>
              <a:uFillTx/>
              <a:latin typeface="Times New Roman"/>
            </a:endParaRPr>
          </a:p>
          <a:p>
            <a:pPr lvl="1" marL="864000" indent="-324000">
              <a:spcAft>
                <a:spcPts val="1134"/>
              </a:spcAft>
              <a:buClr>
                <a:srgbClr val="000000"/>
              </a:buClr>
              <a:buSzPct val="75000"/>
              <a:buFont typeface="Symbol" charset="2"/>
              <a:buChar char=""/>
            </a:pPr>
            <a:r>
              <a:rPr b="0" lang="en-US" sz="2800" strike="noStrike" u="none">
                <a:solidFill>
                  <a:srgbClr val="000000"/>
                </a:solidFill>
                <a:uFillTx/>
                <a:latin typeface="Times New Roman"/>
              </a:rPr>
              <a:t>Second Outline Level</a:t>
            </a:r>
            <a:endParaRPr b="0" lang="en-US" sz="2800" strike="noStrike" u="none">
              <a:solidFill>
                <a:srgbClr val="000000"/>
              </a:solidFill>
              <a:uFillTx/>
              <a:latin typeface="Times New Roman"/>
            </a:endParaRPr>
          </a:p>
          <a:p>
            <a:pPr lvl="2" marL="1296000" indent="-288000">
              <a:spcAft>
                <a:spcPts val="850"/>
              </a:spcAft>
              <a:buClr>
                <a:srgbClr val="000000"/>
              </a:buClr>
              <a:buSzPct val="45000"/>
              <a:buFont typeface="Wingdings" charset="2"/>
              <a:buChar char=""/>
            </a:pPr>
            <a:r>
              <a:rPr b="0" lang="en-US" sz="2400" strike="noStrike" u="none">
                <a:solidFill>
                  <a:srgbClr val="000000"/>
                </a:solidFill>
                <a:uFillTx/>
                <a:latin typeface="Times New Roman"/>
              </a:rPr>
              <a:t>Third Outline Level</a:t>
            </a:r>
            <a:endParaRPr b="0" lang="en-US" sz="2400" strike="noStrike" u="none">
              <a:solidFill>
                <a:srgbClr val="000000"/>
              </a:solidFill>
              <a:uFillTx/>
              <a:latin typeface="Times New Roman"/>
            </a:endParaRPr>
          </a:p>
          <a:p>
            <a:pPr lvl="3" marL="1728000" indent="-216000">
              <a:spcAft>
                <a:spcPts val="567"/>
              </a:spcAft>
              <a:buClr>
                <a:srgbClr val="000000"/>
              </a:buClr>
              <a:buSzPct val="75000"/>
              <a:buFont typeface="Symbol" charset="2"/>
              <a:buChar char=""/>
            </a:pPr>
            <a:r>
              <a:rPr b="0" lang="en-US" sz="2000" strike="noStrike" u="none">
                <a:solidFill>
                  <a:srgbClr val="000000"/>
                </a:solidFill>
                <a:uFillTx/>
                <a:latin typeface="Times New Roman"/>
              </a:rPr>
              <a:t>Fourth Outline Level</a:t>
            </a:r>
            <a:endParaRPr b="0" lang="en-US" sz="2000" strike="noStrike" u="none">
              <a:solidFill>
                <a:srgbClr val="000000"/>
              </a:solidFill>
              <a:uFillTx/>
              <a:latin typeface="Times New Roman"/>
            </a:endParaRPr>
          </a:p>
          <a:p>
            <a:pPr lvl="4" marL="2160000" indent="-216000">
              <a:spcAft>
                <a:spcPts val="283"/>
              </a:spcAft>
              <a:buClr>
                <a:srgbClr val="000000"/>
              </a:buClr>
              <a:buSzPct val="45000"/>
              <a:buFont typeface="Wingdings" charset="2"/>
              <a:buChar char=""/>
            </a:pPr>
            <a:r>
              <a:rPr b="0" lang="en-US" sz="2000" strike="noStrike" u="none">
                <a:solidFill>
                  <a:srgbClr val="000000"/>
                </a:solidFill>
                <a:uFillTx/>
                <a:latin typeface="Times New Roman"/>
              </a:rPr>
              <a:t>Fifth Outline Level</a:t>
            </a:r>
            <a:endParaRPr b="0" lang="en-US" sz="2000" strike="noStrike" u="none">
              <a:solidFill>
                <a:srgbClr val="000000"/>
              </a:solidFill>
              <a:uFillTx/>
              <a:latin typeface="Times New Roman"/>
            </a:endParaRPr>
          </a:p>
          <a:p>
            <a:pPr lvl="5" marL="2592000" indent="-216000">
              <a:spcAft>
                <a:spcPts val="283"/>
              </a:spcAft>
              <a:buClr>
                <a:srgbClr val="000000"/>
              </a:buClr>
              <a:buSzPct val="45000"/>
              <a:buFont typeface="Wingdings" charset="2"/>
              <a:buChar char=""/>
            </a:pPr>
            <a:r>
              <a:rPr b="0" lang="en-US" sz="2000" strike="noStrike" u="none">
                <a:solidFill>
                  <a:srgbClr val="000000"/>
                </a:solidFill>
                <a:uFillTx/>
                <a:latin typeface="Times New Roman"/>
              </a:rPr>
              <a:t>Sixth Outline Level</a:t>
            </a:r>
            <a:endParaRPr b="0" lang="en-US" sz="2000" strike="noStrike" u="none">
              <a:solidFill>
                <a:srgbClr val="000000"/>
              </a:solidFill>
              <a:uFillTx/>
              <a:latin typeface="Times New Roman"/>
            </a:endParaRPr>
          </a:p>
          <a:p>
            <a:pPr lvl="6" marL="3024000" indent="-216000">
              <a:spcAft>
                <a:spcPts val="283"/>
              </a:spcAft>
              <a:buClr>
                <a:srgbClr val="000000"/>
              </a:buClr>
              <a:buSzPct val="45000"/>
              <a:buFont typeface="Wingdings" charset="2"/>
              <a:buChar char=""/>
            </a:pPr>
            <a:r>
              <a:rPr b="0" lang="en-US" sz="2000" strike="noStrike" u="none">
                <a:solidFill>
                  <a:srgbClr val="000000"/>
                </a:solidFill>
                <a:uFillTx/>
                <a:latin typeface="Times New Roman"/>
              </a:rPr>
              <a:t>Seventh Outline Level</a:t>
            </a:r>
            <a:endParaRPr b="0" lang="en-US" sz="2000" strike="noStrike" u="none">
              <a:solidFill>
                <a:srgbClr val="000000"/>
              </a:solidFill>
              <a:uFillTx/>
              <a:latin typeface="Times New Roman"/>
            </a:endParaRPr>
          </a:p>
        </p:txBody>
      </p:sp>
      <p:sp>
        <p:nvSpPr>
          <p:cNvPr id="14" name="PlaceHolder 3"/>
          <p:cNvSpPr>
            <a:spLocks noGrp="1"/>
          </p:cNvSpPr>
          <p:nvPr>
            <p:ph type="dt" idx="4"/>
          </p:nvPr>
        </p:nvSpPr>
        <p:spPr>
          <a:xfrm>
            <a:off x="504000" y="6887160"/>
            <a:ext cx="2348280" cy="521280"/>
          </a:xfrm>
          <a:prstGeom prst="rect">
            <a:avLst/>
          </a:prstGeom>
          <a:noFill/>
          <a:ln w="0">
            <a:noFill/>
          </a:ln>
        </p:spPr>
        <p:txBody>
          <a:bodyPr lIns="0" rIns="0" tIns="0" bIns="0" anchor="t">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&lt;date/time&gt;</a:t>
            </a:r>
            <a:endParaRPr b="0" lang="en-US" sz="1400" strike="noStrike" u="none">
              <a:solidFill>
                <a:srgbClr val="000000"/>
              </a:solidFill>
              <a:uFillTx/>
              <a:latin typeface="Times New Roman"/>
            </a:endParaRPr>
          </a:p>
        </p:txBody>
      </p:sp>
      <p:sp>
        <p:nvSpPr>
          <p:cNvPr id="15" name="PlaceHolder 4"/>
          <p:cNvSpPr>
            <a:spLocks noGrp="1"/>
          </p:cNvSpPr>
          <p:nvPr>
            <p:ph type="ftr" idx="5"/>
          </p:nvPr>
        </p:nvSpPr>
        <p:spPr>
          <a:xfrm>
            <a:off x="3447360" y="6887160"/>
            <a:ext cx="3195000" cy="521280"/>
          </a:xfrm>
          <a:prstGeom prst="rect">
            <a:avLst/>
          </a:prstGeom>
          <a:noFill/>
          <a:ln w="0">
            <a:noFill/>
          </a:ln>
        </p:spPr>
        <p:txBody>
          <a:bodyPr lIns="0" rIns="0" tIns="0" bIns="0" anchor="t">
            <a:noAutofit/>
          </a:bodyPr>
          <a:lstStyle>
            <a:lvl1pPr indent="0" algn="ctr">
              <a:buNone/>
              <a:defRPr b="0" lang="en-US" sz="1400" strike="noStrike" u="none">
                <a:solidFill>
                  <a:srgbClr val="000000"/>
                </a:solidFill>
                <a:uFillTx/>
                <a:latin typeface="Times New Roman"/>
              </a:defRPr>
            </a:lvl1pPr>
          </a:lstStyle>
          <a:p>
            <a:pPr indent="0" algn="ctr">
              <a:buNone/>
            </a:pPr>
            <a:r>
              <a:rPr b="0" lang="en-US" sz="1400" strike="noStrike" u="none">
                <a:solidFill>
                  <a:srgbClr val="000000"/>
                </a:solidFill>
                <a:uFillTx/>
                <a:latin typeface="Times New Roman"/>
              </a:rPr>
              <a:t>&lt;footer&gt;</a:t>
            </a:r>
            <a:endParaRPr b="0" lang="en-US" sz="1400" strike="noStrike" u="none">
              <a:solidFill>
                <a:srgbClr val="000000"/>
              </a:solidFill>
              <a:uFillTx/>
              <a:latin typeface="Times New Roman"/>
            </a:endParaRPr>
          </a:p>
        </p:txBody>
      </p:sp>
      <p:sp>
        <p:nvSpPr>
          <p:cNvPr id="16" name="PlaceHolder 5"/>
          <p:cNvSpPr>
            <a:spLocks noGrp="1"/>
          </p:cNvSpPr>
          <p:nvPr>
            <p:ph type="sldNum" idx="6"/>
          </p:nvPr>
        </p:nvSpPr>
        <p:spPr>
          <a:xfrm>
            <a:off x="7227000" y="6887160"/>
            <a:ext cx="2348280" cy="521280"/>
          </a:xfrm>
          <a:prstGeom prst="rect">
            <a:avLst/>
          </a:prstGeom>
          <a:noFill/>
          <a:ln w="0">
            <a:noFill/>
          </a:ln>
        </p:spPr>
        <p:txBody>
          <a:bodyPr lIns="0" rIns="0" tIns="0" bIns="0" anchor="t">
            <a:noAutofit/>
          </a:bodyPr>
          <a:lstStyle>
            <a:lvl1pPr indent="0" algn="r">
              <a:buNone/>
              <a:defRPr b="0" lang="en-US" sz="1400" strike="noStrike" u="none">
                <a:solidFill>
                  <a:srgbClr val="000000"/>
                </a:solidFill>
                <a:uFillTx/>
                <a:latin typeface="Times New Roman"/>
              </a:defRPr>
            </a:lvl1pPr>
          </a:lstStyle>
          <a:p>
            <a:pPr indent="0" algn="r">
              <a:buNone/>
            </a:pPr>
            <a:fld id="{C3EAB531-A5AB-417C-AB29-B89BE6005F54}" type="slidenum">
              <a:rPr b="0" lang="en-US" sz="1400" strike="noStrike" u="none">
                <a:solidFill>
                  <a:srgbClr val="000000"/>
                </a:solidFill>
                <a:uFillTx/>
                <a:latin typeface="Times New Roman"/>
              </a:rPr>
              <a:t>&lt;number&gt;</a:t>
            </a:fld>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2" r:id="rId3"/>
    <p:sldLayoutId id="2147483653"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 name="" descr=""/>
          <p:cNvPicPr/>
          <p:nvPr/>
        </p:nvPicPr>
        <p:blipFill>
          <a:blip r:embed="rId2"/>
          <a:stretch/>
        </p:blipFill>
        <p:spPr>
          <a:xfrm>
            <a:off x="0" y="0"/>
            <a:ext cx="10080000" cy="7560000"/>
          </a:xfrm>
          <a:prstGeom prst="rect">
            <a:avLst/>
          </a:prstGeom>
          <a:noFill/>
          <a:ln w="0">
            <a:noFill/>
          </a:ln>
        </p:spPr>
      </p:pic>
      <p:sp>
        <p:nvSpPr>
          <p:cNvPr id="23" name="PlaceHolder 1"/>
          <p:cNvSpPr>
            <a:spLocks noGrp="1"/>
          </p:cNvSpPr>
          <p:nvPr>
            <p:ph type="title"/>
          </p:nvPr>
        </p:nvSpPr>
        <p:spPr>
          <a:xfrm>
            <a:off x="504000" y="301320"/>
            <a:ext cx="7704000" cy="1138680"/>
          </a:xfrm>
          <a:prstGeom prst="rect">
            <a:avLst/>
          </a:prstGeom>
          <a:noFill/>
          <a:ln w="0">
            <a:noFill/>
          </a:ln>
        </p:spPr>
        <p:txBody>
          <a:bodyPr lIns="0" rIns="0" tIns="0" bIns="0" anchor="ctr">
            <a:noAutofit/>
          </a:bodyPr>
          <a:p>
            <a:pPr indent="0">
              <a:buNone/>
            </a:pPr>
            <a:r>
              <a:rPr b="0" lang="en-US" sz="4400" strike="noStrike" u="none">
                <a:solidFill>
                  <a:srgbClr val="000000"/>
                </a:solidFill>
                <a:uFillTx/>
                <a:latin typeface="Times New Roman"/>
              </a:rPr>
              <a:t>Click to edit the title text format</a:t>
            </a:r>
            <a:endParaRPr b="0" lang="en-US" sz="4400" strike="noStrike" u="none">
              <a:solidFill>
                <a:srgbClr val="000000"/>
              </a:solidFill>
              <a:uFillTx/>
              <a:latin typeface="Times New Roman"/>
            </a:endParaRPr>
          </a:p>
        </p:txBody>
      </p:sp>
      <p:sp>
        <p:nvSpPr>
          <p:cNvPr id="24" name="PlaceHolder 2"/>
          <p:cNvSpPr>
            <a:spLocks noGrp="1"/>
          </p:cNvSpPr>
          <p:nvPr>
            <p:ph type="body"/>
          </p:nvPr>
        </p:nvSpPr>
        <p:spPr>
          <a:xfrm>
            <a:off x="504000" y="1769040"/>
            <a:ext cx="8870040" cy="4384440"/>
          </a:xfrm>
          <a:prstGeom prst="rect">
            <a:avLst/>
          </a:prstGeom>
          <a:noFill/>
          <a:ln w="0">
            <a:noFill/>
          </a:ln>
        </p:spPr>
        <p:txBody>
          <a:bodyPr lIns="0" rIns="0" tIns="0" bIns="0" anchor="t">
            <a:normAutofit/>
          </a:bodyPr>
          <a:p>
            <a:pPr marL="432000" indent="-324000">
              <a:spcAft>
                <a:spcPts val="1417"/>
              </a:spcAft>
              <a:buClr>
                <a:srgbClr val="000000"/>
              </a:buClr>
              <a:buSzPct val="45000"/>
              <a:buFont typeface="Wingdings" charset="2"/>
              <a:buChar char=""/>
            </a:pPr>
            <a:r>
              <a:rPr b="0" lang="en-US" sz="3200" strike="noStrike" u="none">
                <a:solidFill>
                  <a:srgbClr val="000000"/>
                </a:solidFill>
                <a:uFillTx/>
                <a:latin typeface="Times New Roman"/>
              </a:rPr>
              <a:t>Click to edit the outline text format</a:t>
            </a:r>
            <a:endParaRPr b="0" lang="en-US" sz="3200" strike="noStrike" u="none">
              <a:solidFill>
                <a:srgbClr val="000000"/>
              </a:solidFill>
              <a:uFillTx/>
              <a:latin typeface="Times New Roman"/>
            </a:endParaRPr>
          </a:p>
          <a:p>
            <a:pPr lvl="1" marL="864000" indent="-324000">
              <a:spcAft>
                <a:spcPts val="1134"/>
              </a:spcAft>
              <a:buClr>
                <a:srgbClr val="000000"/>
              </a:buClr>
              <a:buSzPct val="75000"/>
              <a:buFont typeface="Symbol" charset="2"/>
              <a:buChar char=""/>
            </a:pPr>
            <a:r>
              <a:rPr b="0" lang="en-US" sz="2800" strike="noStrike" u="none">
                <a:solidFill>
                  <a:srgbClr val="000000"/>
                </a:solidFill>
                <a:uFillTx/>
                <a:latin typeface="Times New Roman"/>
              </a:rPr>
              <a:t>Second Outline Level</a:t>
            </a:r>
            <a:endParaRPr b="0" lang="en-US" sz="2800" strike="noStrike" u="none">
              <a:solidFill>
                <a:srgbClr val="000000"/>
              </a:solidFill>
              <a:uFillTx/>
              <a:latin typeface="Times New Roman"/>
            </a:endParaRPr>
          </a:p>
          <a:p>
            <a:pPr lvl="2" marL="1296000" indent="-288000">
              <a:spcAft>
                <a:spcPts val="850"/>
              </a:spcAft>
              <a:buClr>
                <a:srgbClr val="000000"/>
              </a:buClr>
              <a:buSzPct val="45000"/>
              <a:buFont typeface="Wingdings" charset="2"/>
              <a:buChar char=""/>
            </a:pPr>
            <a:r>
              <a:rPr b="0" lang="en-US" sz="2400" strike="noStrike" u="none">
                <a:solidFill>
                  <a:srgbClr val="000000"/>
                </a:solidFill>
                <a:uFillTx/>
                <a:latin typeface="Times New Roman"/>
              </a:rPr>
              <a:t>Third Outline Level</a:t>
            </a:r>
            <a:endParaRPr b="0" lang="en-US" sz="2400" strike="noStrike" u="none">
              <a:solidFill>
                <a:srgbClr val="000000"/>
              </a:solidFill>
              <a:uFillTx/>
              <a:latin typeface="Times New Roman"/>
            </a:endParaRPr>
          </a:p>
          <a:p>
            <a:pPr lvl="3" marL="1728000" indent="-216000">
              <a:spcAft>
                <a:spcPts val="567"/>
              </a:spcAft>
              <a:buClr>
                <a:srgbClr val="000000"/>
              </a:buClr>
              <a:buSzPct val="75000"/>
              <a:buFont typeface="Symbol" charset="2"/>
              <a:buChar char=""/>
            </a:pPr>
            <a:r>
              <a:rPr b="0" lang="en-US" sz="2000" strike="noStrike" u="none">
                <a:solidFill>
                  <a:srgbClr val="000000"/>
                </a:solidFill>
                <a:uFillTx/>
                <a:latin typeface="Times New Roman"/>
              </a:rPr>
              <a:t>Fourth Outline Level</a:t>
            </a:r>
            <a:endParaRPr b="0" lang="en-US" sz="2000" strike="noStrike" u="none">
              <a:solidFill>
                <a:srgbClr val="000000"/>
              </a:solidFill>
              <a:uFillTx/>
              <a:latin typeface="Times New Roman"/>
            </a:endParaRPr>
          </a:p>
          <a:p>
            <a:pPr lvl="4" marL="2160000" indent="-216000">
              <a:spcAft>
                <a:spcPts val="283"/>
              </a:spcAft>
              <a:buClr>
                <a:srgbClr val="000000"/>
              </a:buClr>
              <a:buSzPct val="45000"/>
              <a:buFont typeface="Wingdings" charset="2"/>
              <a:buChar char=""/>
            </a:pPr>
            <a:r>
              <a:rPr b="0" lang="en-US" sz="2000" strike="noStrike" u="none">
                <a:solidFill>
                  <a:srgbClr val="000000"/>
                </a:solidFill>
                <a:uFillTx/>
                <a:latin typeface="Times New Roman"/>
              </a:rPr>
              <a:t>Fifth Outline Level</a:t>
            </a:r>
            <a:endParaRPr b="0" lang="en-US" sz="2000" strike="noStrike" u="none">
              <a:solidFill>
                <a:srgbClr val="000000"/>
              </a:solidFill>
              <a:uFillTx/>
              <a:latin typeface="Times New Roman"/>
            </a:endParaRPr>
          </a:p>
          <a:p>
            <a:pPr lvl="5" marL="2592000" indent="-216000">
              <a:spcAft>
                <a:spcPts val="283"/>
              </a:spcAft>
              <a:buClr>
                <a:srgbClr val="000000"/>
              </a:buClr>
              <a:buSzPct val="45000"/>
              <a:buFont typeface="Wingdings" charset="2"/>
              <a:buChar char=""/>
            </a:pPr>
            <a:r>
              <a:rPr b="0" lang="en-US" sz="2000" strike="noStrike" u="none">
                <a:solidFill>
                  <a:srgbClr val="000000"/>
                </a:solidFill>
                <a:uFillTx/>
                <a:latin typeface="Times New Roman"/>
              </a:rPr>
              <a:t>Sixth Outline Level</a:t>
            </a:r>
            <a:endParaRPr b="0" lang="en-US" sz="2000" strike="noStrike" u="none">
              <a:solidFill>
                <a:srgbClr val="000000"/>
              </a:solidFill>
              <a:uFillTx/>
              <a:latin typeface="Times New Roman"/>
            </a:endParaRPr>
          </a:p>
          <a:p>
            <a:pPr lvl="6" marL="3024000" indent="-216000">
              <a:spcAft>
                <a:spcPts val="283"/>
              </a:spcAft>
              <a:buClr>
                <a:srgbClr val="000000"/>
              </a:buClr>
              <a:buSzPct val="45000"/>
              <a:buFont typeface="Wingdings" charset="2"/>
              <a:buChar char=""/>
            </a:pPr>
            <a:r>
              <a:rPr b="0" lang="en-US" sz="2000" strike="noStrike" u="none">
                <a:solidFill>
                  <a:srgbClr val="000000"/>
                </a:solidFill>
                <a:uFillTx/>
                <a:latin typeface="Times New Roman"/>
              </a:rPr>
              <a:t>Seventh Outline Level</a:t>
            </a:r>
            <a:endParaRPr b="0" lang="en-US" sz="2000" strike="noStrike" u="none">
              <a:solidFill>
                <a:srgbClr val="000000"/>
              </a:solidFill>
              <a:uFillTx/>
              <a:latin typeface="Times New Roman"/>
            </a:endParaRPr>
          </a:p>
        </p:txBody>
      </p:sp>
      <p:sp>
        <p:nvSpPr>
          <p:cNvPr id="25" name="PlaceHolder 3"/>
          <p:cNvSpPr>
            <a:spLocks noGrp="1"/>
          </p:cNvSpPr>
          <p:nvPr>
            <p:ph type="dt" idx="7"/>
          </p:nvPr>
        </p:nvSpPr>
        <p:spPr>
          <a:xfrm>
            <a:off x="504000" y="6887160"/>
            <a:ext cx="2348280" cy="521280"/>
          </a:xfrm>
          <a:prstGeom prst="rect">
            <a:avLst/>
          </a:prstGeom>
          <a:noFill/>
          <a:ln w="0">
            <a:noFill/>
          </a:ln>
        </p:spPr>
        <p:txBody>
          <a:bodyPr lIns="0" rIns="0" tIns="0" bIns="0" anchor="t">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&lt;date/time&gt;</a:t>
            </a:r>
            <a:endParaRPr b="0" lang="en-US" sz="1400" strike="noStrike" u="none">
              <a:solidFill>
                <a:srgbClr val="000000"/>
              </a:solidFill>
              <a:uFillTx/>
              <a:latin typeface="Times New Roman"/>
            </a:endParaRPr>
          </a:p>
        </p:txBody>
      </p:sp>
      <p:sp>
        <p:nvSpPr>
          <p:cNvPr id="26" name="PlaceHolder 4"/>
          <p:cNvSpPr>
            <a:spLocks noGrp="1"/>
          </p:cNvSpPr>
          <p:nvPr>
            <p:ph type="ftr" idx="8"/>
          </p:nvPr>
        </p:nvSpPr>
        <p:spPr>
          <a:xfrm>
            <a:off x="3447360" y="6887160"/>
            <a:ext cx="3195000" cy="521280"/>
          </a:xfrm>
          <a:prstGeom prst="rect">
            <a:avLst/>
          </a:prstGeom>
          <a:noFill/>
          <a:ln w="0">
            <a:noFill/>
          </a:ln>
        </p:spPr>
        <p:txBody>
          <a:bodyPr lIns="0" rIns="0" tIns="0" bIns="0" anchor="t">
            <a:noAutofit/>
          </a:bodyPr>
          <a:lstStyle>
            <a:lvl1pPr indent="0" algn="ctr">
              <a:buNone/>
              <a:defRPr b="0" lang="en-US" sz="1400" strike="noStrike" u="none">
                <a:solidFill>
                  <a:srgbClr val="000000"/>
                </a:solidFill>
                <a:uFillTx/>
                <a:latin typeface="Times New Roman"/>
              </a:defRPr>
            </a:lvl1pPr>
          </a:lstStyle>
          <a:p>
            <a:pPr indent="0" algn="ctr">
              <a:buNone/>
            </a:pPr>
            <a:r>
              <a:rPr b="0" lang="en-US" sz="1400" strike="noStrike" u="none">
                <a:solidFill>
                  <a:srgbClr val="000000"/>
                </a:solidFill>
                <a:uFillTx/>
                <a:latin typeface="Times New Roman"/>
              </a:rPr>
              <a:t>&lt;footer&gt;</a:t>
            </a:r>
            <a:endParaRPr b="0" lang="en-US" sz="1400" strike="noStrike" u="none">
              <a:solidFill>
                <a:srgbClr val="000000"/>
              </a:solidFill>
              <a:uFillTx/>
              <a:latin typeface="Times New Roman"/>
            </a:endParaRPr>
          </a:p>
        </p:txBody>
      </p:sp>
      <p:sp>
        <p:nvSpPr>
          <p:cNvPr id="27" name="PlaceHolder 5"/>
          <p:cNvSpPr>
            <a:spLocks noGrp="1"/>
          </p:cNvSpPr>
          <p:nvPr>
            <p:ph type="sldNum" idx="9"/>
          </p:nvPr>
        </p:nvSpPr>
        <p:spPr>
          <a:xfrm>
            <a:off x="7227000" y="6887160"/>
            <a:ext cx="2348280" cy="521280"/>
          </a:xfrm>
          <a:prstGeom prst="rect">
            <a:avLst/>
          </a:prstGeom>
          <a:noFill/>
          <a:ln w="0">
            <a:noFill/>
          </a:ln>
        </p:spPr>
        <p:txBody>
          <a:bodyPr lIns="0" rIns="0" tIns="0" bIns="0" anchor="t">
            <a:noAutofit/>
          </a:bodyPr>
          <a:lstStyle>
            <a:lvl1pPr indent="0" algn="r">
              <a:buNone/>
              <a:defRPr b="0" lang="en-US" sz="1400" strike="noStrike" u="none">
                <a:solidFill>
                  <a:srgbClr val="000000"/>
                </a:solidFill>
                <a:uFillTx/>
                <a:latin typeface="Times New Roman"/>
              </a:defRPr>
            </a:lvl1pPr>
          </a:lstStyle>
          <a:p>
            <a:pPr indent="0" algn="r">
              <a:buNone/>
            </a:pPr>
            <a:fld id="{9BDB94BD-14AD-47DF-A60F-47678B0865F5}" type="slidenum">
              <a:rPr b="0" lang="en-US" sz="1400" strike="noStrike" u="none">
                <a:solidFill>
                  <a:srgbClr val="000000"/>
                </a:solidFill>
                <a:uFillTx/>
                <a:latin typeface="Times New Roman"/>
              </a:rPr>
              <a:t>&lt;number&gt;</a:t>
            </a:fld>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5" r:id="rId3"/>
    <p:sldLayoutId id="2147483656"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 name="" descr=""/>
          <p:cNvPicPr/>
          <p:nvPr/>
        </p:nvPicPr>
        <p:blipFill>
          <a:blip r:embed="rId2"/>
          <a:stretch/>
        </p:blipFill>
        <p:spPr>
          <a:xfrm>
            <a:off x="0" y="0"/>
            <a:ext cx="10080000" cy="7560000"/>
          </a:xfrm>
          <a:prstGeom prst="rect">
            <a:avLst/>
          </a:prstGeom>
          <a:noFill/>
          <a:ln w="0">
            <a:noFill/>
          </a:ln>
        </p:spPr>
      </p:pic>
      <p:sp>
        <p:nvSpPr>
          <p:cNvPr id="34" name="PlaceHolder 1"/>
          <p:cNvSpPr>
            <a:spLocks noGrp="1"/>
          </p:cNvSpPr>
          <p:nvPr>
            <p:ph type="title"/>
          </p:nvPr>
        </p:nvSpPr>
        <p:spPr>
          <a:xfrm>
            <a:off x="504000" y="301320"/>
            <a:ext cx="7704000" cy="1138680"/>
          </a:xfrm>
          <a:prstGeom prst="rect">
            <a:avLst/>
          </a:prstGeom>
          <a:noFill/>
          <a:ln w="0">
            <a:noFill/>
          </a:ln>
        </p:spPr>
        <p:txBody>
          <a:bodyPr lIns="0" rIns="0" tIns="0" bIns="0" anchor="ctr">
            <a:noAutofit/>
          </a:bodyPr>
          <a:p>
            <a:pPr indent="0">
              <a:buNone/>
            </a:pPr>
            <a:r>
              <a:rPr b="0" lang="en-US" sz="4400" strike="noStrike" u="none">
                <a:solidFill>
                  <a:srgbClr val="000000"/>
                </a:solidFill>
                <a:uFillTx/>
                <a:latin typeface="Times New Roman"/>
              </a:rPr>
              <a:t>Click to edit the title text format</a:t>
            </a:r>
            <a:endParaRPr b="0" lang="en-US" sz="4400" strike="noStrike" u="none">
              <a:solidFill>
                <a:srgbClr val="000000"/>
              </a:solidFill>
              <a:uFillTx/>
              <a:latin typeface="Times New Roman"/>
            </a:endParaRPr>
          </a:p>
        </p:txBody>
      </p:sp>
      <p:sp>
        <p:nvSpPr>
          <p:cNvPr id="35" name="PlaceHolder 2"/>
          <p:cNvSpPr>
            <a:spLocks noGrp="1"/>
          </p:cNvSpPr>
          <p:nvPr>
            <p:ph type="body"/>
          </p:nvPr>
        </p:nvSpPr>
        <p:spPr>
          <a:xfrm>
            <a:off x="504000" y="1769040"/>
            <a:ext cx="8870040" cy="4384440"/>
          </a:xfrm>
          <a:prstGeom prst="rect">
            <a:avLst/>
          </a:prstGeom>
          <a:noFill/>
          <a:ln w="0">
            <a:noFill/>
          </a:ln>
        </p:spPr>
        <p:txBody>
          <a:bodyPr lIns="0" rIns="0" tIns="0" bIns="0" anchor="t">
            <a:normAutofit/>
          </a:bodyPr>
          <a:p>
            <a:pPr marL="432000" indent="-324000">
              <a:spcAft>
                <a:spcPts val="1417"/>
              </a:spcAft>
              <a:buClr>
                <a:srgbClr val="000000"/>
              </a:buClr>
              <a:buSzPct val="45000"/>
              <a:buFont typeface="Wingdings" charset="2"/>
              <a:buChar char=""/>
            </a:pPr>
            <a:r>
              <a:rPr b="0" lang="en-US" sz="3200" strike="noStrike" u="none">
                <a:solidFill>
                  <a:srgbClr val="000000"/>
                </a:solidFill>
                <a:uFillTx/>
                <a:latin typeface="Times New Roman"/>
              </a:rPr>
              <a:t>Click to edit the outline text format</a:t>
            </a:r>
            <a:endParaRPr b="0" lang="en-US" sz="3200" strike="noStrike" u="none">
              <a:solidFill>
                <a:srgbClr val="000000"/>
              </a:solidFill>
              <a:uFillTx/>
              <a:latin typeface="Times New Roman"/>
            </a:endParaRPr>
          </a:p>
          <a:p>
            <a:pPr lvl="1" marL="864000" indent="-324000">
              <a:spcAft>
                <a:spcPts val="1134"/>
              </a:spcAft>
              <a:buClr>
                <a:srgbClr val="000000"/>
              </a:buClr>
              <a:buSzPct val="75000"/>
              <a:buFont typeface="Symbol" charset="2"/>
              <a:buChar char=""/>
            </a:pPr>
            <a:r>
              <a:rPr b="0" lang="en-US" sz="2800" strike="noStrike" u="none">
                <a:solidFill>
                  <a:srgbClr val="000000"/>
                </a:solidFill>
                <a:uFillTx/>
                <a:latin typeface="Times New Roman"/>
              </a:rPr>
              <a:t>Second Outline Level</a:t>
            </a:r>
            <a:endParaRPr b="0" lang="en-US" sz="2800" strike="noStrike" u="none">
              <a:solidFill>
                <a:srgbClr val="000000"/>
              </a:solidFill>
              <a:uFillTx/>
              <a:latin typeface="Times New Roman"/>
            </a:endParaRPr>
          </a:p>
          <a:p>
            <a:pPr lvl="2" marL="1296000" indent="-288000">
              <a:spcAft>
                <a:spcPts val="850"/>
              </a:spcAft>
              <a:buClr>
                <a:srgbClr val="000000"/>
              </a:buClr>
              <a:buSzPct val="45000"/>
              <a:buFont typeface="Wingdings" charset="2"/>
              <a:buChar char=""/>
            </a:pPr>
            <a:r>
              <a:rPr b="0" lang="en-US" sz="2400" strike="noStrike" u="none">
                <a:solidFill>
                  <a:srgbClr val="000000"/>
                </a:solidFill>
                <a:uFillTx/>
                <a:latin typeface="Times New Roman"/>
              </a:rPr>
              <a:t>Third Outline Level</a:t>
            </a:r>
            <a:endParaRPr b="0" lang="en-US" sz="2400" strike="noStrike" u="none">
              <a:solidFill>
                <a:srgbClr val="000000"/>
              </a:solidFill>
              <a:uFillTx/>
              <a:latin typeface="Times New Roman"/>
            </a:endParaRPr>
          </a:p>
          <a:p>
            <a:pPr lvl="3" marL="1728000" indent="-216000">
              <a:spcAft>
                <a:spcPts val="567"/>
              </a:spcAft>
              <a:buClr>
                <a:srgbClr val="000000"/>
              </a:buClr>
              <a:buSzPct val="75000"/>
              <a:buFont typeface="Symbol" charset="2"/>
              <a:buChar char=""/>
            </a:pPr>
            <a:r>
              <a:rPr b="0" lang="en-US" sz="2000" strike="noStrike" u="none">
                <a:solidFill>
                  <a:srgbClr val="000000"/>
                </a:solidFill>
                <a:uFillTx/>
                <a:latin typeface="Times New Roman"/>
              </a:rPr>
              <a:t>Fourth Outline Level</a:t>
            </a:r>
            <a:endParaRPr b="0" lang="en-US" sz="2000" strike="noStrike" u="none">
              <a:solidFill>
                <a:srgbClr val="000000"/>
              </a:solidFill>
              <a:uFillTx/>
              <a:latin typeface="Times New Roman"/>
            </a:endParaRPr>
          </a:p>
          <a:p>
            <a:pPr lvl="4" marL="2160000" indent="-216000">
              <a:spcAft>
                <a:spcPts val="283"/>
              </a:spcAft>
              <a:buClr>
                <a:srgbClr val="000000"/>
              </a:buClr>
              <a:buSzPct val="45000"/>
              <a:buFont typeface="Wingdings" charset="2"/>
              <a:buChar char=""/>
            </a:pPr>
            <a:r>
              <a:rPr b="0" lang="en-US" sz="2000" strike="noStrike" u="none">
                <a:solidFill>
                  <a:srgbClr val="000000"/>
                </a:solidFill>
                <a:uFillTx/>
                <a:latin typeface="Times New Roman"/>
              </a:rPr>
              <a:t>Fifth Outline Level</a:t>
            </a:r>
            <a:endParaRPr b="0" lang="en-US" sz="2000" strike="noStrike" u="none">
              <a:solidFill>
                <a:srgbClr val="000000"/>
              </a:solidFill>
              <a:uFillTx/>
              <a:latin typeface="Times New Roman"/>
            </a:endParaRPr>
          </a:p>
          <a:p>
            <a:pPr lvl="5" marL="2592000" indent="-216000">
              <a:spcAft>
                <a:spcPts val="283"/>
              </a:spcAft>
              <a:buClr>
                <a:srgbClr val="000000"/>
              </a:buClr>
              <a:buSzPct val="45000"/>
              <a:buFont typeface="Wingdings" charset="2"/>
              <a:buChar char=""/>
            </a:pPr>
            <a:r>
              <a:rPr b="0" lang="en-US" sz="2000" strike="noStrike" u="none">
                <a:solidFill>
                  <a:srgbClr val="000000"/>
                </a:solidFill>
                <a:uFillTx/>
                <a:latin typeface="Times New Roman"/>
              </a:rPr>
              <a:t>Sixth Outline Level</a:t>
            </a:r>
            <a:endParaRPr b="0" lang="en-US" sz="2000" strike="noStrike" u="none">
              <a:solidFill>
                <a:srgbClr val="000000"/>
              </a:solidFill>
              <a:uFillTx/>
              <a:latin typeface="Times New Roman"/>
            </a:endParaRPr>
          </a:p>
          <a:p>
            <a:pPr lvl="6" marL="3024000" indent="-216000">
              <a:spcAft>
                <a:spcPts val="283"/>
              </a:spcAft>
              <a:buClr>
                <a:srgbClr val="000000"/>
              </a:buClr>
              <a:buSzPct val="45000"/>
              <a:buFont typeface="Wingdings" charset="2"/>
              <a:buChar char=""/>
            </a:pPr>
            <a:r>
              <a:rPr b="0" lang="en-US" sz="2000" strike="noStrike" u="none">
                <a:solidFill>
                  <a:srgbClr val="000000"/>
                </a:solidFill>
                <a:uFillTx/>
                <a:latin typeface="Times New Roman"/>
              </a:rPr>
              <a:t>Seventh Outline Level</a:t>
            </a:r>
            <a:endParaRPr b="0" lang="en-US" sz="2000" strike="noStrike" u="none">
              <a:solidFill>
                <a:srgbClr val="000000"/>
              </a:solidFill>
              <a:uFillTx/>
              <a:latin typeface="Times New Roman"/>
            </a:endParaRPr>
          </a:p>
        </p:txBody>
      </p:sp>
      <p:sp>
        <p:nvSpPr>
          <p:cNvPr id="36" name="PlaceHolder 3"/>
          <p:cNvSpPr>
            <a:spLocks noGrp="1"/>
          </p:cNvSpPr>
          <p:nvPr>
            <p:ph type="dt" idx="10"/>
          </p:nvPr>
        </p:nvSpPr>
        <p:spPr>
          <a:xfrm>
            <a:off x="504000" y="6887160"/>
            <a:ext cx="2348280" cy="521280"/>
          </a:xfrm>
          <a:prstGeom prst="rect">
            <a:avLst/>
          </a:prstGeom>
          <a:noFill/>
          <a:ln w="0">
            <a:noFill/>
          </a:ln>
        </p:spPr>
        <p:txBody>
          <a:bodyPr lIns="0" rIns="0" tIns="0" bIns="0" anchor="t">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&lt;date/time&gt;</a:t>
            </a:r>
            <a:endParaRPr b="0" lang="en-US" sz="1400" strike="noStrike" u="none">
              <a:solidFill>
                <a:srgbClr val="000000"/>
              </a:solidFill>
              <a:uFillTx/>
              <a:latin typeface="Times New Roman"/>
            </a:endParaRPr>
          </a:p>
        </p:txBody>
      </p:sp>
      <p:sp>
        <p:nvSpPr>
          <p:cNvPr id="37" name="PlaceHolder 4"/>
          <p:cNvSpPr>
            <a:spLocks noGrp="1"/>
          </p:cNvSpPr>
          <p:nvPr>
            <p:ph type="ftr" idx="11"/>
          </p:nvPr>
        </p:nvSpPr>
        <p:spPr>
          <a:xfrm>
            <a:off x="3447360" y="6887160"/>
            <a:ext cx="3195000" cy="521280"/>
          </a:xfrm>
          <a:prstGeom prst="rect">
            <a:avLst/>
          </a:prstGeom>
          <a:noFill/>
          <a:ln w="0">
            <a:noFill/>
          </a:ln>
        </p:spPr>
        <p:txBody>
          <a:bodyPr lIns="0" rIns="0" tIns="0" bIns="0" anchor="t">
            <a:noAutofit/>
          </a:bodyPr>
          <a:lstStyle>
            <a:lvl1pPr indent="0" algn="ctr">
              <a:buNone/>
              <a:defRPr b="0" lang="en-US" sz="1400" strike="noStrike" u="none">
                <a:solidFill>
                  <a:srgbClr val="000000"/>
                </a:solidFill>
                <a:uFillTx/>
                <a:latin typeface="Times New Roman"/>
              </a:defRPr>
            </a:lvl1pPr>
          </a:lstStyle>
          <a:p>
            <a:pPr indent="0" algn="ctr">
              <a:buNone/>
            </a:pPr>
            <a:r>
              <a:rPr b="0" lang="en-US" sz="1400" strike="noStrike" u="none">
                <a:solidFill>
                  <a:srgbClr val="000000"/>
                </a:solidFill>
                <a:uFillTx/>
                <a:latin typeface="Times New Roman"/>
              </a:rPr>
              <a:t>&lt;footer&gt;</a:t>
            </a:r>
            <a:endParaRPr b="0" lang="en-US" sz="1400" strike="noStrike" u="none">
              <a:solidFill>
                <a:srgbClr val="000000"/>
              </a:solidFill>
              <a:uFillTx/>
              <a:latin typeface="Times New Roman"/>
            </a:endParaRPr>
          </a:p>
        </p:txBody>
      </p:sp>
      <p:sp>
        <p:nvSpPr>
          <p:cNvPr id="38" name="PlaceHolder 5"/>
          <p:cNvSpPr>
            <a:spLocks noGrp="1"/>
          </p:cNvSpPr>
          <p:nvPr>
            <p:ph type="sldNum" idx="12"/>
          </p:nvPr>
        </p:nvSpPr>
        <p:spPr>
          <a:xfrm>
            <a:off x="7227000" y="6887160"/>
            <a:ext cx="2348280" cy="521280"/>
          </a:xfrm>
          <a:prstGeom prst="rect">
            <a:avLst/>
          </a:prstGeom>
          <a:noFill/>
          <a:ln w="0">
            <a:noFill/>
          </a:ln>
        </p:spPr>
        <p:txBody>
          <a:bodyPr lIns="0" rIns="0" tIns="0" bIns="0" anchor="t">
            <a:noAutofit/>
          </a:bodyPr>
          <a:lstStyle>
            <a:lvl1pPr indent="0" algn="r">
              <a:buNone/>
              <a:defRPr b="0" lang="en-US" sz="1400" strike="noStrike" u="none">
                <a:solidFill>
                  <a:srgbClr val="000000"/>
                </a:solidFill>
                <a:uFillTx/>
                <a:latin typeface="Times New Roman"/>
              </a:defRPr>
            </a:lvl1pPr>
          </a:lstStyle>
          <a:p>
            <a:pPr indent="0" algn="r">
              <a:buNone/>
            </a:pPr>
            <a:fld id="{A8614C80-B22C-464D-9CB7-8CB70CA1EFE3}" type="slidenum">
              <a:rPr b="0" lang="en-US" sz="1400" strike="noStrike" u="none">
                <a:solidFill>
                  <a:srgbClr val="000000"/>
                </a:solidFill>
                <a:uFillTx/>
                <a:latin typeface="Times New Roman"/>
              </a:rPr>
              <a:t>&lt;number&gt;</a:t>
            </a:fld>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8"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PlaceHolder 1"/>
          <p:cNvSpPr>
            <a:spLocks noGrp="1"/>
          </p:cNvSpPr>
          <p:nvPr>
            <p:ph type="title"/>
          </p:nvPr>
        </p:nvSpPr>
        <p:spPr>
          <a:xfrm>
            <a:off x="504000" y="3168000"/>
            <a:ext cx="9071640" cy="1262160"/>
          </a:xfrm>
          <a:prstGeom prst="rect">
            <a:avLst/>
          </a:prstGeom>
          <a:noFill/>
          <a:ln w="0">
            <a:noFill/>
          </a:ln>
        </p:spPr>
        <p:txBody>
          <a:bodyPr lIns="0" rIns="0" tIns="0" bIns="0" anchor="ctr">
            <a:normAutofit/>
          </a:bodyPr>
          <a:p>
            <a:pPr indent="0" algn="ctr">
              <a:spcBef>
                <a:spcPts val="1191"/>
              </a:spcBef>
              <a:spcAft>
                <a:spcPts val="992"/>
              </a:spcAft>
              <a:buNone/>
            </a:pPr>
            <a:r>
              <a:rPr b="1" lang="en-US" sz="3200" strike="noStrike" u="none">
                <a:solidFill>
                  <a:srgbClr val="000000"/>
                </a:solidFill>
                <a:uFillTx/>
                <a:latin typeface="Times New Roman"/>
              </a:rPr>
              <a:t>Data Structures Course (Level 3) - Computer Science Department </a:t>
            </a:r>
            <a:endParaRPr b="0" lang="en-US" sz="3200" strike="noStrike" u="none">
              <a:solidFill>
                <a:srgbClr val="000000"/>
              </a:solidFill>
              <a:uFillTx/>
              <a:latin typeface="Times New Roman"/>
            </a:endParaRPr>
          </a:p>
        </p:txBody>
      </p:sp>
      <p:sp>
        <p:nvSpPr>
          <p:cNvPr id="43" name="PlaceHolder 2"/>
          <p:cNvSpPr>
            <a:spLocks noGrp="1"/>
          </p:cNvSpPr>
          <p:nvPr>
            <p:ph/>
          </p:nvPr>
        </p:nvSpPr>
        <p:spPr>
          <a:xfrm>
            <a:off x="504000" y="4752000"/>
            <a:ext cx="8870040" cy="2592000"/>
          </a:xfrm>
          <a:prstGeom prst="rect">
            <a:avLst/>
          </a:prstGeom>
          <a:noFill/>
          <a:ln w="0">
            <a:noFill/>
          </a:ln>
        </p:spPr>
        <p:txBody>
          <a:bodyPr lIns="0" rIns="0" tIns="0" bIns="0" anchor="t">
            <a:normAutofit/>
          </a:bodyPr>
          <a:p>
            <a:pPr marL="432000" indent="0" algn="ctr">
              <a:spcAft>
                <a:spcPts val="1414"/>
              </a:spcAft>
              <a:buNone/>
            </a:pPr>
            <a:r>
              <a:rPr b="0" lang="en-US" sz="3200" strike="noStrike" u="none">
                <a:solidFill>
                  <a:srgbClr val="000000"/>
                </a:solidFill>
                <a:uFillTx/>
                <a:latin typeface="Times New Roman"/>
              </a:rPr>
              <a:t> </a:t>
            </a:r>
            <a:endParaRPr b="0" lang="en-US" sz="3200" strike="noStrike" u="none">
              <a:solidFill>
                <a:srgbClr val="000000"/>
              </a:solidFill>
              <a:uFillTx/>
              <a:latin typeface="Times New Roman"/>
            </a:endParaRPr>
          </a:p>
          <a:p>
            <a:pPr marL="432000" indent="0" algn="ctr">
              <a:spcAft>
                <a:spcPts val="1414"/>
              </a:spcAft>
            </a:pPr>
            <a:r>
              <a:rPr b="1" lang="en-US" sz="3200" strike="noStrike" u="none">
                <a:solidFill>
                  <a:srgbClr val="000000"/>
                </a:solidFill>
                <a:uFillTx/>
                <a:latin typeface="Times New Roman"/>
              </a:rPr>
              <a:t>Course syllabus</a:t>
            </a:r>
            <a:endParaRPr b="0" lang="en-US" sz="3200" strike="noStrike" u="none">
              <a:solidFill>
                <a:srgbClr val="000000"/>
              </a:solidFill>
              <a:uFillTx/>
              <a:latin typeface="Times New Roman"/>
            </a:endParaRPr>
          </a:p>
          <a:p>
            <a:pPr marL="432000" indent="0" algn="ctr">
              <a:spcAft>
                <a:spcPts val="1414"/>
              </a:spcAft>
              <a:buNone/>
            </a:pPr>
            <a:r>
              <a:rPr b="0" lang="en-US" sz="3200" strike="noStrike" u="none">
                <a:solidFill>
                  <a:srgbClr val="000000"/>
                </a:solidFill>
                <a:uFillTx/>
                <a:latin typeface="Times New Roman"/>
              </a:rPr>
              <a:t> </a:t>
            </a:r>
            <a:endParaRPr b="0" lang="en-US" sz="3200" strike="noStrike" u="none">
              <a:solidFill>
                <a:srgbClr val="000000"/>
              </a:solidFill>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504000" y="301320"/>
            <a:ext cx="7704000" cy="1138680"/>
          </a:xfrm>
          <a:prstGeom prst="rect">
            <a:avLst/>
          </a:prstGeom>
          <a:noFill/>
          <a:ln w="0">
            <a:noFill/>
          </a:ln>
        </p:spPr>
        <p:txBody>
          <a:bodyPr lIns="0" rIns="0" tIns="0" bIns="0" anchor="ctr">
            <a:noAutofit/>
          </a:bodyPr>
          <a:p>
            <a:pPr indent="0">
              <a:spcBef>
                <a:spcPts val="1191"/>
              </a:spcBef>
              <a:spcAft>
                <a:spcPts val="992"/>
              </a:spcAft>
              <a:buNone/>
            </a:pPr>
            <a:r>
              <a:rPr b="1" lang="en-US" sz="3200" strike="noStrike" u="none">
                <a:solidFill>
                  <a:srgbClr val="000000"/>
                </a:solidFill>
                <a:uFillTx/>
                <a:latin typeface="Times New Roman"/>
              </a:rPr>
              <a:t>Course Description: </a:t>
            </a:r>
            <a:endParaRPr b="0" lang="en-US" sz="3200" strike="noStrike" u="none">
              <a:solidFill>
                <a:srgbClr val="000000"/>
              </a:solidFill>
              <a:uFillTx/>
              <a:latin typeface="Times New Roman"/>
            </a:endParaRPr>
          </a:p>
        </p:txBody>
      </p:sp>
      <p:sp>
        <p:nvSpPr>
          <p:cNvPr id="45" name="PlaceHolder 2"/>
          <p:cNvSpPr>
            <a:spLocks noGrp="1"/>
          </p:cNvSpPr>
          <p:nvPr>
            <p:ph/>
          </p:nvPr>
        </p:nvSpPr>
        <p:spPr>
          <a:xfrm>
            <a:off x="504000" y="1769040"/>
            <a:ext cx="8870040" cy="4384440"/>
          </a:xfrm>
          <a:prstGeom prst="rect">
            <a:avLst/>
          </a:prstGeom>
          <a:noFill/>
          <a:ln w="0">
            <a:noFill/>
          </a:ln>
        </p:spPr>
        <p:txBody>
          <a:bodyPr lIns="0" rIns="0" tIns="0" bIns="0" anchor="t">
            <a:normAutofit/>
          </a:bodyPr>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The Data Structures course provides a comprehensive introduction to various data storage formats and structures that are fundamental to understanding how to organize and manipulate data efficiently. This course aims to equip students with theoretical knowledge as well as practical skills in using data structures to solve computational problems. </a:t>
            </a:r>
            <a:endParaRPr b="0" lang="en-US" sz="2800" strike="noStrike" u="none">
              <a:solidFill>
                <a:srgbClr val="000000"/>
              </a:solidFill>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PlaceHolder 1"/>
          <p:cNvSpPr>
            <a:spLocks noGrp="1"/>
          </p:cNvSpPr>
          <p:nvPr>
            <p:ph type="title"/>
          </p:nvPr>
        </p:nvSpPr>
        <p:spPr>
          <a:xfrm>
            <a:off x="504000" y="301320"/>
            <a:ext cx="7704000" cy="1138680"/>
          </a:xfrm>
          <a:prstGeom prst="rect">
            <a:avLst/>
          </a:prstGeom>
          <a:noFill/>
          <a:ln w="0">
            <a:noFill/>
          </a:ln>
        </p:spPr>
        <p:txBody>
          <a:bodyPr lIns="0" rIns="0" tIns="0" bIns="0" anchor="ctr">
            <a:noAutofit/>
          </a:bodyPr>
          <a:p>
            <a:pPr indent="0">
              <a:spcBef>
                <a:spcPts val="1191"/>
              </a:spcBef>
              <a:spcAft>
                <a:spcPts val="992"/>
              </a:spcAft>
              <a:buNone/>
            </a:pPr>
            <a:r>
              <a:rPr b="1" lang="en-US" sz="3200" strike="noStrike" u="none">
                <a:solidFill>
                  <a:srgbClr val="000000"/>
                </a:solidFill>
                <a:uFillTx/>
                <a:latin typeface="Times New Roman"/>
              </a:rPr>
              <a:t>Course Objectives:</a:t>
            </a:r>
            <a:r>
              <a:rPr b="0" lang="en-US" sz="1000" strike="noStrike" u="none">
                <a:solidFill>
                  <a:srgbClr val="000000"/>
                </a:solidFill>
                <a:uFillTx/>
                <a:latin typeface="Times New Roman"/>
              </a:rPr>
              <a:t> </a:t>
            </a:r>
            <a:endParaRPr b="0" lang="en-US" sz="1000" strike="noStrike" u="none">
              <a:solidFill>
                <a:srgbClr val="000000"/>
              </a:solidFill>
              <a:uFillTx/>
              <a:latin typeface="Times New Roman"/>
            </a:endParaRPr>
          </a:p>
        </p:txBody>
      </p:sp>
      <p:sp>
        <p:nvSpPr>
          <p:cNvPr id="47" name="PlaceHolder 2"/>
          <p:cNvSpPr>
            <a:spLocks noGrp="1"/>
          </p:cNvSpPr>
          <p:nvPr>
            <p:ph/>
          </p:nvPr>
        </p:nvSpPr>
        <p:spPr>
          <a:xfrm>
            <a:off x="504000" y="1769040"/>
            <a:ext cx="8870040" cy="4384440"/>
          </a:xfrm>
          <a:prstGeom prst="rect">
            <a:avLst/>
          </a:prstGeom>
          <a:noFill/>
          <a:ln w="0">
            <a:noFill/>
          </a:ln>
        </p:spPr>
        <p:txBody>
          <a:bodyPr lIns="0" rIns="0" tIns="0" bIns="0" anchor="t">
            <a:normAutofit fontScale="92500" lnSpcReduction="9999"/>
          </a:bodyPr>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By the end of the course, students should be able to:</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Understand and apply different data structures such as arrays, linked lists, stacks, queues, trees, and graphs.</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Analyze the performance of algorithms related to each data structure (time and space complexity).</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Implement various data structures in Python.</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Use data structures effectively to solve real-world problems.</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Develop a deep understanding of memory management and how different structures optimize space and time complexity.</a:t>
            </a:r>
            <a:endParaRPr b="0" lang="en-US" sz="2800" strike="noStrike" u="none">
              <a:solidFill>
                <a:srgbClr val="000000"/>
              </a:solidFill>
              <a:uFillTx/>
              <a:latin typeface="Times New Roman"/>
            </a:endParaRPr>
          </a:p>
          <a:p>
            <a:pPr marL="432000" indent="0">
              <a:spcBef>
                <a:spcPts val="1191"/>
              </a:spcBef>
              <a:spcAft>
                <a:spcPts val="992"/>
              </a:spcAft>
              <a:buNone/>
            </a:pPr>
            <a:r>
              <a:rPr b="0" lang="en-US" sz="2800" strike="noStrike" u="none">
                <a:solidFill>
                  <a:srgbClr val="000000"/>
                </a:solidFill>
                <a:uFillTx/>
                <a:latin typeface="Times New Roman"/>
              </a:rPr>
              <a:t> </a:t>
            </a:r>
            <a:endParaRPr b="0" lang="en-US" sz="2800" strike="noStrike" u="none">
              <a:solidFill>
                <a:srgbClr val="000000"/>
              </a:solidFill>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504000" y="301320"/>
            <a:ext cx="7704000" cy="1138680"/>
          </a:xfrm>
          <a:prstGeom prst="rect">
            <a:avLst/>
          </a:prstGeom>
          <a:noFill/>
          <a:ln w="0">
            <a:noFill/>
          </a:ln>
        </p:spPr>
        <p:txBody>
          <a:bodyPr lIns="0" rIns="0" tIns="0" bIns="0" anchor="ctr">
            <a:noAutofit/>
          </a:bodyPr>
          <a:p>
            <a:pPr indent="0">
              <a:spcBef>
                <a:spcPts val="1191"/>
              </a:spcBef>
              <a:spcAft>
                <a:spcPts val="992"/>
              </a:spcAft>
              <a:buNone/>
            </a:pPr>
            <a:r>
              <a:rPr b="1" lang="en-US" sz="3200" strike="noStrike" u="none">
                <a:solidFill>
                  <a:srgbClr val="000000"/>
                </a:solidFill>
                <a:uFillTx/>
                <a:latin typeface="Times New Roman"/>
              </a:rPr>
              <a:t>Credit Hours:</a:t>
            </a:r>
            <a:r>
              <a:rPr b="0" lang="en-US" sz="1000" strike="noStrike" u="none">
                <a:solidFill>
                  <a:srgbClr val="000000"/>
                </a:solidFill>
                <a:uFillTx/>
                <a:latin typeface="Times New Roman"/>
              </a:rPr>
              <a:t> </a:t>
            </a:r>
            <a:endParaRPr b="0" lang="en-US" sz="1000" strike="noStrike" u="none">
              <a:solidFill>
                <a:srgbClr val="000000"/>
              </a:solidFill>
              <a:uFillTx/>
              <a:latin typeface="Times New Roman"/>
            </a:endParaRPr>
          </a:p>
        </p:txBody>
      </p:sp>
      <p:sp>
        <p:nvSpPr>
          <p:cNvPr id="49" name="PlaceHolder 2"/>
          <p:cNvSpPr>
            <a:spLocks noGrp="1"/>
          </p:cNvSpPr>
          <p:nvPr>
            <p:ph/>
          </p:nvPr>
        </p:nvSpPr>
        <p:spPr>
          <a:xfrm>
            <a:off x="504000" y="1769040"/>
            <a:ext cx="9325800" cy="4860360"/>
          </a:xfrm>
          <a:prstGeom prst="rect">
            <a:avLst/>
          </a:prstGeom>
          <a:noFill/>
          <a:ln w="0">
            <a:noFill/>
          </a:ln>
        </p:spPr>
        <p:txBody>
          <a:bodyPr lIns="0" rIns="0" tIns="0" bIns="0" anchor="t">
            <a:normAutofit/>
          </a:bodyPr>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Lecture Hours: 3 hours per week</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Practical Hours (Lab Sessions): 2 hours per week</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Total Credit Hours: 4 hours per week</a:t>
            </a:r>
            <a:endParaRPr b="0" lang="en-US" sz="2800" strike="noStrike" u="none">
              <a:solidFill>
                <a:srgbClr val="000000"/>
              </a:solidFill>
              <a:uFillTx/>
              <a:latin typeface="Times New Roman"/>
            </a:endParaRPr>
          </a:p>
          <a:p>
            <a:pPr marL="432000" indent="0">
              <a:spcBef>
                <a:spcPts val="1191"/>
              </a:spcBef>
              <a:spcAft>
                <a:spcPts val="992"/>
              </a:spcAft>
              <a:buNone/>
            </a:pPr>
            <a:r>
              <a:rPr b="0" lang="en-US" sz="2800" strike="noStrike" u="none">
                <a:solidFill>
                  <a:srgbClr val="000000"/>
                </a:solidFill>
                <a:uFillTx/>
                <a:latin typeface="Times New Roman"/>
              </a:rPr>
              <a:t> </a:t>
            </a:r>
            <a:endParaRPr b="0" lang="en-US" sz="2800" strike="noStrike" u="none">
              <a:solidFill>
                <a:srgbClr val="000000"/>
              </a:solidFill>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504000" y="301320"/>
            <a:ext cx="7704000" cy="451800"/>
          </a:xfrm>
          <a:prstGeom prst="rect">
            <a:avLst/>
          </a:prstGeom>
          <a:noFill/>
          <a:ln w="0">
            <a:noFill/>
          </a:ln>
        </p:spPr>
        <p:txBody>
          <a:bodyPr lIns="0" rIns="0" tIns="0" bIns="0" anchor="t">
            <a:noAutofit/>
          </a:bodyPr>
          <a:p>
            <a:pPr indent="0">
              <a:spcBef>
                <a:spcPts val="1191"/>
              </a:spcBef>
              <a:spcAft>
                <a:spcPts val="992"/>
              </a:spcAft>
              <a:buNone/>
            </a:pPr>
            <a:r>
              <a:rPr b="1" lang="en-US" sz="3200" strike="noStrike" u="none">
                <a:solidFill>
                  <a:srgbClr val="000000"/>
                </a:solidFill>
                <a:uFillTx/>
                <a:latin typeface="Times New Roman"/>
              </a:rPr>
              <a:t>Course Topics:</a:t>
            </a:r>
            <a:r>
              <a:rPr b="0" lang="en-US" sz="3200" strike="noStrike" u="none">
                <a:solidFill>
                  <a:srgbClr val="000000"/>
                </a:solidFill>
                <a:uFillTx/>
                <a:latin typeface="Times New Roman"/>
              </a:rPr>
              <a:t> </a:t>
            </a:r>
            <a:endParaRPr b="0" lang="en-US" sz="3200" strike="noStrike" u="none">
              <a:solidFill>
                <a:srgbClr val="000000"/>
              </a:solidFill>
              <a:uFillTx/>
              <a:latin typeface="Times New Roman"/>
            </a:endParaRPr>
          </a:p>
        </p:txBody>
      </p:sp>
      <p:sp>
        <p:nvSpPr>
          <p:cNvPr id="51" name="PlaceHolder 2"/>
          <p:cNvSpPr>
            <a:spLocks noGrp="1"/>
          </p:cNvSpPr>
          <p:nvPr>
            <p:ph/>
          </p:nvPr>
        </p:nvSpPr>
        <p:spPr>
          <a:xfrm>
            <a:off x="504000" y="1769040"/>
            <a:ext cx="9325800" cy="5295960"/>
          </a:xfrm>
          <a:prstGeom prst="rect">
            <a:avLst/>
          </a:prstGeom>
          <a:noFill/>
          <a:ln w="0">
            <a:noFill/>
          </a:ln>
        </p:spPr>
        <p:txBody>
          <a:bodyPr lIns="0" rIns="0" tIns="0" bIns="0" anchor="t">
            <a:noAutofit/>
          </a:bodyPr>
          <a:p>
            <a:pPr marL="432000" indent="-324000">
              <a:spcBef>
                <a:spcPts val="1191"/>
              </a:spcBef>
              <a:spcAft>
                <a:spcPts val="992"/>
              </a:spcAft>
              <a:buClr>
                <a:srgbClr val="000000"/>
              </a:buClr>
              <a:buSzPct val="45000"/>
              <a:buFont typeface="Wingdings" charset="2"/>
              <a:buChar char=""/>
            </a:pPr>
            <a:r>
              <a:rPr b="1" lang="en-US" sz="2800" strike="noStrike" u="none">
                <a:solidFill>
                  <a:srgbClr val="000000"/>
                </a:solidFill>
                <a:uFillTx/>
                <a:latin typeface="Times New Roman"/>
              </a:rPr>
              <a:t>Introduction to Data Structures:</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Definition of data structures and their importance.</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Classification of data structures: linear and non-linear.</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Memory organization and access strategies.</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1" lang="en-US" sz="2800" strike="noStrike" u="none">
                <a:solidFill>
                  <a:srgbClr val="000000"/>
                </a:solidFill>
                <a:uFillTx/>
                <a:latin typeface="Times New Roman"/>
              </a:rPr>
              <a:t>Arrays:</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Basic concepts and types of arrays.</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Operations: insertion, deletion, search, and traversal.</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Dynamic arrays and resizing.</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Implementation in Python (using lists).</a:t>
            </a:r>
            <a:endParaRPr b="0" lang="en-US" sz="2800" strike="noStrike" u="none">
              <a:solidFill>
                <a:srgbClr val="000000"/>
              </a:solidFill>
              <a:uFillTx/>
              <a:latin typeface="Times New Roman"/>
            </a:endParaRPr>
          </a:p>
          <a:p>
            <a:pPr marL="432000" indent="0">
              <a:spcBef>
                <a:spcPts val="1191"/>
              </a:spcBef>
              <a:spcAft>
                <a:spcPts val="992"/>
              </a:spcAft>
              <a:buNone/>
            </a:pPr>
            <a:r>
              <a:rPr b="0" lang="en-US" sz="2800" strike="noStrike" u="none">
                <a:solidFill>
                  <a:srgbClr val="000000"/>
                </a:solidFill>
                <a:uFillTx/>
                <a:latin typeface="Times New Roman"/>
              </a:rPr>
              <a:t> </a:t>
            </a:r>
            <a:endParaRPr b="0" lang="en-US" sz="2800" strike="noStrike" u="none">
              <a:solidFill>
                <a:srgbClr val="000000"/>
              </a:solidFill>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p:nvPr>
        </p:nvSpPr>
        <p:spPr>
          <a:xfrm>
            <a:off x="504000" y="228600"/>
            <a:ext cx="9325800" cy="7228080"/>
          </a:xfrm>
          <a:prstGeom prst="rect">
            <a:avLst/>
          </a:prstGeom>
          <a:noFill/>
          <a:ln w="0">
            <a:noFill/>
          </a:ln>
        </p:spPr>
        <p:txBody>
          <a:bodyPr lIns="0" rIns="0" tIns="0" bIns="0" anchor="t">
            <a:noAutofit/>
          </a:bodyPr>
          <a:p>
            <a:pPr marL="432000" indent="-324000">
              <a:spcBef>
                <a:spcPts val="1191"/>
              </a:spcBef>
              <a:spcAft>
                <a:spcPts val="992"/>
              </a:spcAft>
              <a:buClr>
                <a:srgbClr val="000000"/>
              </a:buClr>
              <a:buSzPct val="45000"/>
              <a:buFont typeface="Wingdings" charset="2"/>
              <a:buChar char=""/>
            </a:pPr>
            <a:r>
              <a:rPr b="1" lang="en-US" sz="2400" strike="noStrike" u="none">
                <a:solidFill>
                  <a:srgbClr val="000000"/>
                </a:solidFill>
                <a:uFillTx/>
                <a:latin typeface="Times New Roman"/>
              </a:rPr>
              <a:t>Linked Lists:</a:t>
            </a:r>
            <a:endParaRPr b="0" lang="en-US" sz="24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400" strike="noStrike" u="none">
                <a:solidFill>
                  <a:srgbClr val="000000"/>
                </a:solidFill>
                <a:uFillTx/>
                <a:latin typeface="Times New Roman"/>
              </a:rPr>
              <a:t>Definition and types of linked lists: singly, doubly, and circular.</a:t>
            </a:r>
            <a:endParaRPr b="0" lang="en-US" sz="24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400" strike="noStrike" u="none">
                <a:solidFill>
                  <a:srgbClr val="000000"/>
                </a:solidFill>
                <a:uFillTx/>
                <a:latin typeface="Times New Roman"/>
              </a:rPr>
              <a:t>Basic operations: insertion, deletion, search, and traversal.</a:t>
            </a:r>
            <a:endParaRPr b="0" lang="en-US" sz="24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400" strike="noStrike" u="none">
                <a:solidFill>
                  <a:srgbClr val="000000"/>
                </a:solidFill>
                <a:uFillTx/>
                <a:latin typeface="Times New Roman"/>
              </a:rPr>
              <a:t>Implementation in Python using classes and nodes.</a:t>
            </a:r>
            <a:endParaRPr b="0" lang="en-US" sz="24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1" lang="en-US" sz="2400" strike="noStrike" u="none">
                <a:solidFill>
                  <a:srgbClr val="000000"/>
                </a:solidFill>
                <a:uFillTx/>
                <a:latin typeface="Times New Roman"/>
              </a:rPr>
              <a:t>Stacks:</a:t>
            </a:r>
            <a:endParaRPr b="0" lang="en-US" sz="24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400" strike="noStrike" u="none">
                <a:solidFill>
                  <a:srgbClr val="000000"/>
                </a:solidFill>
                <a:uFillTx/>
                <a:latin typeface="Times New Roman"/>
              </a:rPr>
              <a:t>Concept of LIFO (Last In First Out).</a:t>
            </a:r>
            <a:endParaRPr b="0" lang="en-US" sz="24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400" strike="noStrike" u="none">
                <a:solidFill>
                  <a:srgbClr val="000000"/>
                </a:solidFill>
                <a:uFillTx/>
                <a:latin typeface="Times New Roman"/>
              </a:rPr>
              <a:t>Applications of stacks.</a:t>
            </a:r>
            <a:endParaRPr b="0" lang="en-US" sz="24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400" strike="noStrike" u="none">
                <a:solidFill>
                  <a:srgbClr val="000000"/>
                </a:solidFill>
                <a:uFillTx/>
                <a:latin typeface="Times New Roman"/>
              </a:rPr>
              <a:t>Stack operations: push, pop, peek.</a:t>
            </a:r>
            <a:endParaRPr b="0" lang="en-US" sz="24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400" strike="noStrike" u="none">
                <a:solidFill>
                  <a:srgbClr val="000000"/>
                </a:solidFill>
                <a:uFillTx/>
                <a:latin typeface="Times New Roman"/>
              </a:rPr>
              <a:t>Implementation using Python lists or linked lists.</a:t>
            </a:r>
            <a:endParaRPr b="0" lang="en-US" sz="24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1" lang="en-US" sz="2400" strike="noStrike" u="none">
                <a:solidFill>
                  <a:srgbClr val="000000"/>
                </a:solidFill>
                <a:uFillTx/>
                <a:latin typeface="Times New Roman"/>
              </a:rPr>
              <a:t>Queues:</a:t>
            </a:r>
            <a:endParaRPr b="0" lang="en-US" sz="24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400" strike="noStrike" u="none">
                <a:solidFill>
                  <a:srgbClr val="000000"/>
                </a:solidFill>
                <a:uFillTx/>
                <a:latin typeface="Times New Roman"/>
              </a:rPr>
              <a:t>Concept of FIFO (First In First Out).</a:t>
            </a:r>
            <a:endParaRPr b="0" lang="en-US" sz="24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400" strike="noStrike" u="none">
                <a:solidFill>
                  <a:srgbClr val="000000"/>
                </a:solidFill>
                <a:uFillTx/>
                <a:latin typeface="Times New Roman"/>
              </a:rPr>
              <a:t>Types of queues: simple, circular, and priority queues.</a:t>
            </a:r>
            <a:endParaRPr b="0" lang="en-US" sz="24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400" strike="noStrike" u="none">
                <a:solidFill>
                  <a:srgbClr val="000000"/>
                </a:solidFill>
                <a:uFillTx/>
                <a:latin typeface="Times New Roman"/>
              </a:rPr>
              <a:t>Queue operations: enqueue, dequeue, front, rear.</a:t>
            </a:r>
            <a:endParaRPr b="0" lang="en-US" sz="24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400" strike="noStrike" u="none">
                <a:solidFill>
                  <a:srgbClr val="000000"/>
                </a:solidFill>
                <a:uFillTx/>
                <a:latin typeface="Times New Roman"/>
              </a:rPr>
              <a:t>Implementation using Python’s collections.deque.</a:t>
            </a:r>
            <a:endParaRPr b="0" lang="en-US" sz="2400" strike="noStrike" u="none">
              <a:solidFill>
                <a:srgbClr val="000000"/>
              </a:solidFill>
              <a:uFillTx/>
              <a:latin typeface="Times New Roman"/>
            </a:endParaRPr>
          </a:p>
          <a:p>
            <a:pPr marL="432000" indent="0">
              <a:spcBef>
                <a:spcPts val="1191"/>
              </a:spcBef>
              <a:spcAft>
                <a:spcPts val="992"/>
              </a:spcAft>
              <a:buNone/>
            </a:pPr>
            <a:r>
              <a:rPr b="0" lang="en-US" sz="2800" strike="noStrike" u="none">
                <a:solidFill>
                  <a:srgbClr val="000000"/>
                </a:solidFill>
                <a:uFillTx/>
                <a:latin typeface="Times New Roman"/>
              </a:rPr>
              <a:t> </a:t>
            </a:r>
            <a:endParaRPr b="0" lang="en-US" sz="2800" strike="noStrike" u="none">
              <a:solidFill>
                <a:srgbClr val="000000"/>
              </a:solidFill>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
          <p:cNvSpPr txBox="1"/>
          <p:nvPr>
            <p:ph type="body"/>
          </p:nvPr>
        </p:nvSpPr>
        <p:spPr>
          <a:xfrm>
            <a:off x="754825" y="-3240441"/>
            <a:ext cx="9325800" cy="7609800"/>
          </a:xfrm>
          <a:prstGeom prst="rect">
            <a:avLst/>
          </a:prstGeom>
          <a:noFill/>
          <a:ln>
            <a:noFill/>
          </a:ln>
        </p:spPr>
        <p:txBody>
          <a:bodyPr anchorCtr="0" anchor="t" bIns="0" lIns="0" spcFirstLastPara="1" rIns="0" wrap="square" tIns="0">
            <a:noAutofit/>
          </a:bodyPr>
          <a:lstStyle/>
          <a:p>
            <a:pPr indent="-323999" lvl="0" marL="431999" marR="0" rtl="0" algn="l">
              <a:spcBef>
                <a:spcPts val="0"/>
              </a:spcBef>
              <a:spcAft>
                <a:spcPts val="0"/>
              </a:spcAft>
              <a:buClr>
                <a:srgbClr val="000000"/>
              </a:buClr>
              <a:buSzPts val="990"/>
              <a:buFont typeface="Noto Sans Symbols"/>
              <a:buChar char="●"/>
            </a:pPr>
            <a:r>
              <a:rPr b="1" i="0" lang="en-US" sz="2200" u="none" cap="none" strike="noStrike">
                <a:solidFill>
                  <a:srgbClr val="000000"/>
                </a:solidFill>
                <a:latin typeface="Times New Roman"/>
                <a:ea typeface="Times New Roman"/>
                <a:cs typeface="Times New Roman"/>
                <a:sym typeface="Times New Roman"/>
              </a:rPr>
              <a:t>Trees:</a:t>
            </a:r>
            <a:endParaRPr b="0" i="0" sz="2200" u="none" cap="none" strike="noStrike">
              <a:solidFill>
                <a:srgbClr val="000000"/>
              </a:solidFill>
              <a:latin typeface="Times New Roman"/>
              <a:ea typeface="Times New Roman"/>
              <a:cs typeface="Times New Roman"/>
              <a:sym typeface="Times New Roman"/>
            </a:endParaRPr>
          </a:p>
          <a:p>
            <a:pPr indent="-323999" lvl="0" marL="431999" marR="0" rtl="0" algn="l">
              <a:spcBef>
                <a:spcPts val="2183"/>
              </a:spcBef>
              <a:spcAft>
                <a:spcPts val="0"/>
              </a:spcAft>
              <a:buClr>
                <a:srgbClr val="000000"/>
              </a:buClr>
              <a:buSzPts val="990"/>
              <a:buFont typeface="Noto Sans Symbols"/>
              <a:buChar char="●"/>
            </a:pPr>
            <a:r>
              <a:rPr b="0" i="0" lang="en-US" sz="2200" u="none" cap="none" strike="noStrike">
                <a:solidFill>
                  <a:srgbClr val="000000"/>
                </a:solidFill>
                <a:latin typeface="Times New Roman"/>
                <a:ea typeface="Times New Roman"/>
                <a:cs typeface="Times New Roman"/>
                <a:sym typeface="Times New Roman"/>
              </a:rPr>
              <a:t>Definition and types: Binary trees, Binary Search Trees (BST), AVL trees.</a:t>
            </a:r>
            <a:endParaRPr b="0" i="0" sz="2200" u="none" cap="none" strike="noStrike">
              <a:solidFill>
                <a:srgbClr val="000000"/>
              </a:solidFill>
              <a:latin typeface="Times New Roman"/>
              <a:ea typeface="Times New Roman"/>
              <a:cs typeface="Times New Roman"/>
              <a:sym typeface="Times New Roman"/>
            </a:endParaRPr>
          </a:p>
          <a:p>
            <a:pPr indent="-323999" lvl="0" marL="431999" marR="0" rtl="0" algn="l">
              <a:spcBef>
                <a:spcPts val="2183"/>
              </a:spcBef>
              <a:spcAft>
                <a:spcPts val="0"/>
              </a:spcAft>
              <a:buClr>
                <a:srgbClr val="000000"/>
              </a:buClr>
              <a:buSzPts val="990"/>
              <a:buFont typeface="Noto Sans Symbols"/>
              <a:buChar char="●"/>
            </a:pPr>
            <a:r>
              <a:rPr b="0" i="0" lang="en-US" sz="2200" u="none" cap="none" strike="noStrike">
                <a:solidFill>
                  <a:srgbClr val="000000"/>
                </a:solidFill>
                <a:latin typeface="Times New Roman"/>
                <a:ea typeface="Times New Roman"/>
                <a:cs typeface="Times New Roman"/>
                <a:sym typeface="Times New Roman"/>
              </a:rPr>
              <a:t>Tree traversal algorithms: In-order, Pre-order, Post-order.</a:t>
            </a:r>
            <a:endParaRPr b="0" i="0" sz="2200" u="none" cap="none" strike="noStrike">
              <a:solidFill>
                <a:srgbClr val="000000"/>
              </a:solidFill>
              <a:latin typeface="Times New Roman"/>
              <a:ea typeface="Times New Roman"/>
              <a:cs typeface="Times New Roman"/>
              <a:sym typeface="Times New Roman"/>
            </a:endParaRPr>
          </a:p>
          <a:p>
            <a:pPr indent="-323999" lvl="0" marL="431999" marR="0" rtl="0" algn="l">
              <a:spcBef>
                <a:spcPts val="2183"/>
              </a:spcBef>
              <a:spcAft>
                <a:spcPts val="0"/>
              </a:spcAft>
              <a:buClr>
                <a:srgbClr val="000000"/>
              </a:buClr>
              <a:buSzPts val="990"/>
              <a:buFont typeface="Noto Sans Symbols"/>
              <a:buChar char="●"/>
            </a:pPr>
            <a:r>
              <a:rPr b="0" i="0" lang="en-US" sz="2200" u="none" cap="none" strike="noStrike">
                <a:solidFill>
                  <a:srgbClr val="000000"/>
                </a:solidFill>
                <a:latin typeface="Times New Roman"/>
                <a:ea typeface="Times New Roman"/>
                <a:cs typeface="Times New Roman"/>
                <a:sym typeface="Times New Roman"/>
              </a:rPr>
              <a:t>Tree operations: insertion, deletion, search.</a:t>
            </a:r>
            <a:endParaRPr b="0" i="0" sz="2200" u="none" cap="none" strike="noStrike">
              <a:solidFill>
                <a:srgbClr val="000000"/>
              </a:solidFill>
              <a:latin typeface="Times New Roman"/>
              <a:ea typeface="Times New Roman"/>
              <a:cs typeface="Times New Roman"/>
              <a:sym typeface="Times New Roman"/>
            </a:endParaRPr>
          </a:p>
          <a:p>
            <a:pPr indent="-323999" lvl="0" marL="431999" marR="0" rtl="0" algn="l">
              <a:spcBef>
                <a:spcPts val="2183"/>
              </a:spcBef>
              <a:spcAft>
                <a:spcPts val="0"/>
              </a:spcAft>
              <a:buClr>
                <a:srgbClr val="000000"/>
              </a:buClr>
              <a:buSzPts val="990"/>
              <a:buFont typeface="Noto Sans Symbols"/>
              <a:buChar char="●"/>
            </a:pPr>
            <a:r>
              <a:rPr b="0" i="0" lang="en-US" sz="2200" u="none" cap="none" strike="noStrike">
                <a:solidFill>
                  <a:srgbClr val="000000"/>
                </a:solidFill>
                <a:latin typeface="Times New Roman"/>
                <a:ea typeface="Times New Roman"/>
                <a:cs typeface="Times New Roman"/>
                <a:sym typeface="Times New Roman"/>
              </a:rPr>
              <a:t>Implementation using Python classes.</a:t>
            </a:r>
            <a:endParaRPr b="0" i="0" sz="2200" u="none" cap="none" strike="noStrike">
              <a:solidFill>
                <a:srgbClr val="000000"/>
              </a:solidFill>
              <a:latin typeface="Times New Roman"/>
              <a:ea typeface="Times New Roman"/>
              <a:cs typeface="Times New Roman"/>
              <a:sym typeface="Times New Roman"/>
            </a:endParaRPr>
          </a:p>
          <a:p>
            <a:pPr indent="-323999" lvl="0" marL="431999" marR="0" rtl="0" algn="l">
              <a:spcBef>
                <a:spcPts val="2183"/>
              </a:spcBef>
              <a:spcAft>
                <a:spcPts val="0"/>
              </a:spcAft>
              <a:buClr>
                <a:srgbClr val="000000"/>
              </a:buClr>
              <a:buSzPts val="990"/>
              <a:buFont typeface="Noto Sans Symbols"/>
              <a:buChar char="●"/>
            </a:pPr>
            <a:r>
              <a:rPr b="1" i="0" lang="en-US" sz="2200" u="none" cap="none" strike="noStrike">
                <a:solidFill>
                  <a:srgbClr val="000000"/>
                </a:solidFill>
                <a:latin typeface="Times New Roman"/>
                <a:ea typeface="Times New Roman"/>
                <a:cs typeface="Times New Roman"/>
                <a:sym typeface="Times New Roman"/>
              </a:rPr>
              <a:t>Graphs:</a:t>
            </a:r>
            <a:endParaRPr b="0" i="0" sz="2200" u="none" cap="none" strike="noStrike">
              <a:solidFill>
                <a:srgbClr val="000000"/>
              </a:solidFill>
              <a:latin typeface="Times New Roman"/>
              <a:ea typeface="Times New Roman"/>
              <a:cs typeface="Times New Roman"/>
              <a:sym typeface="Times New Roman"/>
            </a:endParaRPr>
          </a:p>
          <a:p>
            <a:pPr indent="-323999" lvl="0" marL="431999" marR="0" rtl="0" algn="l">
              <a:spcBef>
                <a:spcPts val="2183"/>
              </a:spcBef>
              <a:spcAft>
                <a:spcPts val="0"/>
              </a:spcAft>
              <a:buClr>
                <a:srgbClr val="000000"/>
              </a:buClr>
              <a:buSzPts val="990"/>
              <a:buFont typeface="Noto Sans Symbols"/>
              <a:buChar char="●"/>
            </a:pPr>
            <a:r>
              <a:rPr b="0" i="0" lang="en-US" sz="2200" u="none" cap="none" strike="noStrike">
                <a:solidFill>
                  <a:srgbClr val="000000"/>
                </a:solidFill>
                <a:latin typeface="Times New Roman"/>
                <a:ea typeface="Times New Roman"/>
                <a:cs typeface="Times New Roman"/>
                <a:sym typeface="Times New Roman"/>
              </a:rPr>
              <a:t>Representation of graphs: adjacency list and adjacency matrix.</a:t>
            </a:r>
            <a:endParaRPr b="0" i="0" sz="2200" u="none" cap="none" strike="noStrike">
              <a:solidFill>
                <a:srgbClr val="000000"/>
              </a:solidFill>
              <a:latin typeface="Times New Roman"/>
              <a:ea typeface="Times New Roman"/>
              <a:cs typeface="Times New Roman"/>
              <a:sym typeface="Times New Roman"/>
            </a:endParaRPr>
          </a:p>
          <a:p>
            <a:pPr indent="-323999" lvl="0" marL="431999" marR="0" rtl="0" algn="l">
              <a:spcBef>
                <a:spcPts val="2183"/>
              </a:spcBef>
              <a:spcAft>
                <a:spcPts val="0"/>
              </a:spcAft>
              <a:buClr>
                <a:srgbClr val="000000"/>
              </a:buClr>
              <a:buSzPts val="990"/>
              <a:buFont typeface="Noto Sans Symbols"/>
              <a:buChar char="●"/>
            </a:pPr>
            <a:r>
              <a:rPr b="0" i="0" lang="en-US" sz="2200" u="none" cap="none" strike="noStrike">
                <a:solidFill>
                  <a:srgbClr val="000000"/>
                </a:solidFill>
                <a:latin typeface="Times New Roman"/>
                <a:ea typeface="Times New Roman"/>
                <a:cs typeface="Times New Roman"/>
                <a:sym typeface="Times New Roman"/>
              </a:rPr>
              <a:t>Types of graphs: directed, undirected, weighted, and unweighted.</a:t>
            </a:r>
            <a:endParaRPr b="0" i="0" sz="2200" u="none" cap="none" strike="noStrike">
              <a:solidFill>
                <a:srgbClr val="000000"/>
              </a:solidFill>
              <a:latin typeface="Times New Roman"/>
              <a:ea typeface="Times New Roman"/>
              <a:cs typeface="Times New Roman"/>
              <a:sym typeface="Times New Roman"/>
            </a:endParaRPr>
          </a:p>
          <a:p>
            <a:pPr indent="-323999" lvl="0" marL="431999" marR="0" rtl="0" algn="l">
              <a:spcBef>
                <a:spcPts val="2183"/>
              </a:spcBef>
              <a:spcAft>
                <a:spcPts val="0"/>
              </a:spcAft>
              <a:buClr>
                <a:srgbClr val="000000"/>
              </a:buClr>
              <a:buSzPts val="990"/>
              <a:buFont typeface="Noto Sans Symbols"/>
              <a:buChar char="●"/>
            </a:pPr>
            <a:r>
              <a:rPr b="0" i="0" lang="en-US" sz="2200" u="none" cap="none" strike="noStrike">
                <a:solidFill>
                  <a:srgbClr val="000000"/>
                </a:solidFill>
                <a:latin typeface="Times New Roman"/>
                <a:ea typeface="Times New Roman"/>
                <a:cs typeface="Times New Roman"/>
                <a:sym typeface="Times New Roman"/>
              </a:rPr>
              <a:t>Graph traversal algorithms: BFS (Breadth-First Search) and DFS (Depth-First Search).</a:t>
            </a:r>
            <a:endParaRPr b="0" i="0" sz="2200" u="none" cap="none" strike="noStrike">
              <a:solidFill>
                <a:srgbClr val="000000"/>
              </a:solidFill>
              <a:latin typeface="Times New Roman"/>
              <a:ea typeface="Times New Roman"/>
              <a:cs typeface="Times New Roman"/>
              <a:sym typeface="Times New Roman"/>
            </a:endParaRPr>
          </a:p>
          <a:p>
            <a:pPr indent="-323999" lvl="0" marL="431999" marR="0" rtl="0" algn="l">
              <a:spcBef>
                <a:spcPts val="2183"/>
              </a:spcBef>
              <a:spcAft>
                <a:spcPts val="0"/>
              </a:spcAft>
              <a:buClr>
                <a:srgbClr val="000000"/>
              </a:buClr>
              <a:buSzPts val="990"/>
              <a:buFont typeface="Noto Sans Symbols"/>
              <a:buChar char="●"/>
            </a:pPr>
            <a:r>
              <a:rPr b="0" i="0" lang="en-US" sz="2200" u="none" cap="none" strike="noStrike">
                <a:solidFill>
                  <a:srgbClr val="000000"/>
                </a:solidFill>
                <a:latin typeface="Times New Roman"/>
                <a:ea typeface="Times New Roman"/>
                <a:cs typeface="Times New Roman"/>
                <a:sym typeface="Times New Roman"/>
              </a:rPr>
              <a:t>Implementation using Python dictionaries or adjacency lists.</a:t>
            </a:r>
            <a:endParaRPr b="0" i="0" sz="2200" u="none" cap="none" strike="noStrike">
              <a:solidFill>
                <a:srgbClr val="000000"/>
              </a:solidFill>
              <a:latin typeface="Times New Roman"/>
              <a:ea typeface="Times New Roman"/>
              <a:cs typeface="Times New Roman"/>
              <a:sym typeface="Times New Roman"/>
            </a:endParaRPr>
          </a:p>
          <a:p>
            <a:pPr indent="-323999" lvl="0" marL="431999" marR="0" rtl="0" algn="l">
              <a:spcBef>
                <a:spcPts val="2183"/>
              </a:spcBef>
              <a:spcAft>
                <a:spcPts val="0"/>
              </a:spcAft>
              <a:buClr>
                <a:srgbClr val="000000"/>
              </a:buClr>
              <a:buSzPts val="990"/>
              <a:buFont typeface="Noto Sans Symbols"/>
              <a:buChar char="●"/>
            </a:pPr>
            <a:r>
              <a:rPr b="1" i="0" lang="en-US" sz="2200" u="none" cap="none" strike="noStrike">
                <a:solidFill>
                  <a:srgbClr val="000000"/>
                </a:solidFill>
                <a:latin typeface="Times New Roman"/>
                <a:ea typeface="Times New Roman"/>
                <a:cs typeface="Times New Roman"/>
                <a:sym typeface="Times New Roman"/>
              </a:rPr>
              <a:t>Hashing:</a:t>
            </a:r>
            <a:endParaRPr b="0" i="0" sz="2200" u="none" cap="none" strike="noStrike">
              <a:solidFill>
                <a:srgbClr val="000000"/>
              </a:solidFill>
              <a:latin typeface="Times New Roman"/>
              <a:ea typeface="Times New Roman"/>
              <a:cs typeface="Times New Roman"/>
              <a:sym typeface="Times New Roman"/>
            </a:endParaRPr>
          </a:p>
          <a:p>
            <a:pPr indent="-323999" lvl="0" marL="431999" marR="0" rtl="0" algn="l">
              <a:spcBef>
                <a:spcPts val="2183"/>
              </a:spcBef>
              <a:spcAft>
                <a:spcPts val="0"/>
              </a:spcAft>
              <a:buClr>
                <a:srgbClr val="000000"/>
              </a:buClr>
              <a:buSzPts val="990"/>
              <a:buFont typeface="Noto Sans Symbols"/>
              <a:buChar char="●"/>
            </a:pPr>
            <a:r>
              <a:rPr b="0" i="0" lang="en-US" sz="2200" u="none" cap="none" strike="noStrike">
                <a:solidFill>
                  <a:srgbClr val="000000"/>
                </a:solidFill>
                <a:latin typeface="Times New Roman"/>
                <a:ea typeface="Times New Roman"/>
                <a:cs typeface="Times New Roman"/>
                <a:sym typeface="Times New Roman"/>
              </a:rPr>
              <a:t>Introduction to hash tables and hash functions.</a:t>
            </a:r>
            <a:endParaRPr b="0" i="0" sz="2200" u="none" cap="none" strike="noStrike">
              <a:solidFill>
                <a:srgbClr val="000000"/>
              </a:solidFill>
              <a:latin typeface="Times New Roman"/>
              <a:ea typeface="Times New Roman"/>
              <a:cs typeface="Times New Roman"/>
              <a:sym typeface="Times New Roman"/>
            </a:endParaRPr>
          </a:p>
          <a:p>
            <a:pPr indent="-323999" lvl="0" marL="431999" marR="0" rtl="0" algn="l">
              <a:spcBef>
                <a:spcPts val="2183"/>
              </a:spcBef>
              <a:spcAft>
                <a:spcPts val="0"/>
              </a:spcAft>
              <a:buClr>
                <a:srgbClr val="000000"/>
              </a:buClr>
              <a:buSzPts val="990"/>
              <a:buFont typeface="Noto Sans Symbols"/>
              <a:buChar char="●"/>
            </a:pPr>
            <a:r>
              <a:rPr b="0" i="0" lang="en-US" sz="2200" u="none" cap="none" strike="noStrike">
                <a:solidFill>
                  <a:srgbClr val="000000"/>
                </a:solidFill>
                <a:latin typeface="Times New Roman"/>
                <a:ea typeface="Times New Roman"/>
                <a:cs typeface="Times New Roman"/>
                <a:sym typeface="Times New Roman"/>
              </a:rPr>
              <a:t>Handling collisions: open addressing, chaining.</a:t>
            </a:r>
            <a:endParaRPr b="0" i="0" sz="2200" u="none" cap="none" strike="noStrike">
              <a:solidFill>
                <a:srgbClr val="000000"/>
              </a:solidFill>
              <a:latin typeface="Times New Roman"/>
              <a:ea typeface="Times New Roman"/>
              <a:cs typeface="Times New Roman"/>
              <a:sym typeface="Times New Roman"/>
            </a:endParaRPr>
          </a:p>
          <a:p>
            <a:pPr indent="-323999" lvl="0" marL="431999" marR="0" rtl="0" algn="l">
              <a:spcBef>
                <a:spcPts val="2183"/>
              </a:spcBef>
              <a:spcAft>
                <a:spcPts val="0"/>
              </a:spcAft>
              <a:buClr>
                <a:srgbClr val="000000"/>
              </a:buClr>
              <a:buSzPts val="990"/>
              <a:buFont typeface="Noto Sans Symbols"/>
              <a:buChar char="●"/>
            </a:pPr>
            <a:r>
              <a:rPr b="0" i="0" lang="en-US" sz="2200" u="none" cap="none" strike="noStrike">
                <a:solidFill>
                  <a:srgbClr val="000000"/>
                </a:solidFill>
                <a:latin typeface="Times New Roman"/>
                <a:ea typeface="Times New Roman"/>
                <a:cs typeface="Times New Roman"/>
                <a:sym typeface="Times New Roman"/>
              </a:rPr>
              <a:t>Applications of hashing in databases and caches.</a:t>
            </a:r>
            <a:endParaRPr b="0" i="0" sz="2200" u="none" cap="none" strike="noStrike">
              <a:solidFill>
                <a:srgbClr val="000000"/>
              </a:solidFill>
              <a:latin typeface="Times New Roman"/>
              <a:ea typeface="Times New Roman"/>
              <a:cs typeface="Times New Roman"/>
              <a:sym typeface="Times New Roman"/>
            </a:endParaRPr>
          </a:p>
          <a:p>
            <a:pPr indent="-323999" lvl="0" marL="431999" marR="0" rtl="0" algn="l">
              <a:spcBef>
                <a:spcPts val="2183"/>
              </a:spcBef>
              <a:spcAft>
                <a:spcPts val="0"/>
              </a:spcAft>
              <a:buClr>
                <a:srgbClr val="000000"/>
              </a:buClr>
              <a:buSzPts val="990"/>
              <a:buFont typeface="Noto Sans Symbols"/>
              <a:buChar char="●"/>
            </a:pPr>
            <a:r>
              <a:rPr b="0" i="0" lang="en-US" sz="2200" u="none" cap="none" strike="noStrike">
                <a:solidFill>
                  <a:srgbClr val="000000"/>
                </a:solidFill>
                <a:latin typeface="Times New Roman"/>
                <a:ea typeface="Times New Roman"/>
                <a:cs typeface="Times New Roman"/>
                <a:sym typeface="Times New Roman"/>
              </a:rPr>
              <a:t>Implementation using Python dictionaries.</a:t>
            </a:r>
            <a:endParaRPr b="0" i="0" sz="2200" u="none" cap="none" strike="noStrike">
              <a:solidFill>
                <a:srgbClr val="000000"/>
              </a:solidFill>
              <a:latin typeface="Times New Roman"/>
              <a:ea typeface="Times New Roman"/>
              <a:cs typeface="Times New Roman"/>
              <a:sym typeface="Times New Roman"/>
            </a:endParaRPr>
          </a:p>
          <a:p>
            <a:pPr indent="0" lvl="0" marL="431999" marR="0" rtl="0" algn="l">
              <a:spcBef>
                <a:spcPts val="2183"/>
              </a:spcBef>
              <a:spcAft>
                <a:spcPts val="0"/>
              </a:spcAft>
              <a:buClr>
                <a:srgbClr val="000000"/>
              </a:buClr>
              <a:buSzPts val="2800"/>
              <a:buFont typeface="Times New Roman"/>
              <a:buNone/>
            </a:pPr>
            <a:r>
              <a:rPr b="0" i="0" lang="en-US" sz="2800" u="none" cap="none" strike="noStrike">
                <a:solidFill>
                  <a:srgbClr val="000000"/>
                </a:solidFill>
                <a:latin typeface="Times New Roman"/>
                <a:ea typeface="Times New Roman"/>
                <a:cs typeface="Times New Roman"/>
                <a:sym typeface="Times New Roman"/>
              </a:rPr>
              <a:t> </a:t>
            </a:r>
            <a:endParaRPr b="0" i="0" sz="2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p:nvPr>
        </p:nvSpPr>
        <p:spPr>
          <a:xfrm>
            <a:off x="504000" y="457200"/>
            <a:ext cx="9097200" cy="3904200"/>
          </a:xfrm>
          <a:prstGeom prst="rect">
            <a:avLst/>
          </a:prstGeom>
          <a:noFill/>
          <a:ln w="0">
            <a:noFill/>
          </a:ln>
        </p:spPr>
        <p:txBody>
          <a:bodyPr lIns="0" rIns="0" tIns="0" bIns="0" anchor="t">
            <a:noAutofit/>
          </a:bodyPr>
          <a:p>
            <a:pPr marL="432000" indent="-324000">
              <a:spcBef>
                <a:spcPts val="1191"/>
              </a:spcBef>
              <a:spcAft>
                <a:spcPts val="992"/>
              </a:spcAft>
              <a:buClr>
                <a:srgbClr val="000000"/>
              </a:buClr>
              <a:buSzPct val="45000"/>
              <a:buFont typeface="Wingdings" charset="2"/>
              <a:buChar char=""/>
            </a:pPr>
            <a:r>
              <a:rPr b="1" lang="en-US" sz="2800" strike="noStrike" u="none">
                <a:solidFill>
                  <a:srgbClr val="000000"/>
                </a:solidFill>
                <a:uFillTx/>
                <a:latin typeface="Times New Roman"/>
              </a:rPr>
              <a:t>Algorithm Analysis:</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Time complexity and space complexity.</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Big O notation and its importance.</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Analyzing the complexity of basic operations for each data structure.</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Common algorithmic techniques for performance optimization.</a:t>
            </a:r>
            <a:endParaRPr b="0" lang="en-US" sz="2800" strike="noStrike" u="none">
              <a:solidFill>
                <a:srgbClr val="000000"/>
              </a:solidFill>
              <a:uFillTx/>
              <a:latin typeface="Times New Roman"/>
            </a:endParaRPr>
          </a:p>
          <a:p>
            <a:pPr marL="432000" indent="0">
              <a:spcBef>
                <a:spcPts val="1191"/>
              </a:spcBef>
              <a:spcAft>
                <a:spcPts val="992"/>
              </a:spcAft>
              <a:buNone/>
            </a:pPr>
            <a:endParaRPr b="0" lang="en-US" sz="2800" strike="noStrike" u="none">
              <a:solidFill>
                <a:srgbClr val="000000"/>
              </a:solidFill>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504000" y="301320"/>
            <a:ext cx="7704000" cy="451800"/>
          </a:xfrm>
          <a:prstGeom prst="rect">
            <a:avLst/>
          </a:prstGeom>
          <a:noFill/>
          <a:ln w="0">
            <a:noFill/>
          </a:ln>
        </p:spPr>
        <p:txBody>
          <a:bodyPr lIns="0" rIns="0" tIns="0" bIns="0" anchor="t">
            <a:noAutofit/>
          </a:bodyPr>
          <a:p>
            <a:pPr indent="0">
              <a:spcBef>
                <a:spcPts val="1191"/>
              </a:spcBef>
              <a:spcAft>
                <a:spcPts val="992"/>
              </a:spcAft>
              <a:buNone/>
            </a:pPr>
            <a:r>
              <a:rPr b="1" lang="en-US" sz="3200" strike="noStrike" u="none">
                <a:solidFill>
                  <a:srgbClr val="000000"/>
                </a:solidFill>
                <a:uFillTx/>
                <a:latin typeface="Times New Roman"/>
              </a:rPr>
              <a:t>Practical Sessions (Lab Work): </a:t>
            </a:r>
            <a:endParaRPr b="0" lang="en-US" sz="3200" strike="noStrike" u="none">
              <a:solidFill>
                <a:srgbClr val="000000"/>
              </a:solidFill>
              <a:uFillTx/>
              <a:latin typeface="Times New Roman"/>
            </a:endParaRPr>
          </a:p>
        </p:txBody>
      </p:sp>
      <p:sp>
        <p:nvSpPr>
          <p:cNvPr id="56" name="PlaceHolder 2"/>
          <p:cNvSpPr>
            <a:spLocks noGrp="1"/>
          </p:cNvSpPr>
          <p:nvPr>
            <p:ph/>
          </p:nvPr>
        </p:nvSpPr>
        <p:spPr>
          <a:xfrm>
            <a:off x="504000" y="1769040"/>
            <a:ext cx="9325800" cy="5317560"/>
          </a:xfrm>
          <a:prstGeom prst="rect">
            <a:avLst/>
          </a:prstGeom>
          <a:noFill/>
          <a:ln w="0">
            <a:noFill/>
          </a:ln>
        </p:spPr>
        <p:txBody>
          <a:bodyPr lIns="0" rIns="0" tIns="0" bIns="0" anchor="t">
            <a:normAutofit/>
          </a:bodyPr>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Objective: To provide hands-on experience by implementing the theoretical concepts discussed in lectures.</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Lab Hours: 2 hours per week</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Tasks:</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Implementing various data structures such as arrays, stacks, queues, linked lists, trees, and graphs.</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Solving problems involving data structures such as searching, sorting, and graph traversal.</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Writing efficient algorithms and analyzing their time and space complexity.</a:t>
            </a:r>
            <a:endParaRPr b="0" lang="en-US" sz="2800" strike="noStrike" u="none">
              <a:solidFill>
                <a:srgbClr val="000000"/>
              </a:solidFill>
              <a:uFillTx/>
              <a:latin typeface="Times New Roman"/>
            </a:endParaRPr>
          </a:p>
          <a:p>
            <a:pPr marL="432000" indent="0">
              <a:spcBef>
                <a:spcPts val="1191"/>
              </a:spcBef>
              <a:spcAft>
                <a:spcPts val="992"/>
              </a:spcAft>
              <a:buNone/>
            </a:pPr>
            <a:r>
              <a:rPr b="0" lang="en-US" sz="2800" strike="noStrike" u="none">
                <a:solidFill>
                  <a:srgbClr val="000000"/>
                </a:solidFill>
                <a:uFillTx/>
                <a:latin typeface="Times New Roman"/>
              </a:rPr>
              <a:t> </a:t>
            </a:r>
            <a:endParaRPr b="0" lang="en-US" sz="2800" strike="noStrike" u="none">
              <a:solidFill>
                <a:srgbClr val="000000"/>
              </a:solidFill>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504000" y="301320"/>
            <a:ext cx="7704000" cy="451800"/>
          </a:xfrm>
          <a:prstGeom prst="rect">
            <a:avLst/>
          </a:prstGeom>
          <a:noFill/>
          <a:ln w="0">
            <a:noFill/>
          </a:ln>
        </p:spPr>
        <p:txBody>
          <a:bodyPr lIns="0" rIns="0" tIns="0" bIns="0" anchor="t">
            <a:noAutofit/>
          </a:bodyPr>
          <a:p>
            <a:pPr indent="0">
              <a:spcBef>
                <a:spcPts val="1191"/>
              </a:spcBef>
              <a:spcAft>
                <a:spcPts val="992"/>
              </a:spcAft>
              <a:buNone/>
            </a:pPr>
            <a:r>
              <a:rPr b="1" lang="en-US" sz="3200" strike="noStrike" u="none">
                <a:solidFill>
                  <a:srgbClr val="000000"/>
                </a:solidFill>
                <a:uFillTx/>
                <a:latin typeface="Times New Roman"/>
              </a:rPr>
              <a:t>Recommended Tools for the Course:</a:t>
            </a:r>
            <a:r>
              <a:rPr b="0" lang="en-US" sz="3200" strike="noStrike" u="none">
                <a:solidFill>
                  <a:srgbClr val="000000"/>
                </a:solidFill>
                <a:uFillTx/>
                <a:latin typeface="Times New Roman"/>
              </a:rPr>
              <a:t> </a:t>
            </a:r>
            <a:endParaRPr b="0" lang="en-US" sz="3200" strike="noStrike" u="none">
              <a:solidFill>
                <a:srgbClr val="000000"/>
              </a:solidFill>
              <a:uFillTx/>
              <a:latin typeface="Times New Roman"/>
            </a:endParaRPr>
          </a:p>
        </p:txBody>
      </p:sp>
      <p:sp>
        <p:nvSpPr>
          <p:cNvPr id="58" name="PlaceHolder 2"/>
          <p:cNvSpPr>
            <a:spLocks noGrp="1"/>
          </p:cNvSpPr>
          <p:nvPr>
            <p:ph/>
          </p:nvPr>
        </p:nvSpPr>
        <p:spPr>
          <a:xfrm>
            <a:off x="504000" y="1769040"/>
            <a:ext cx="9325800" cy="5546160"/>
          </a:xfrm>
          <a:prstGeom prst="rect">
            <a:avLst/>
          </a:prstGeom>
          <a:noFill/>
          <a:ln w="0">
            <a:noFill/>
          </a:ln>
        </p:spPr>
        <p:txBody>
          <a:bodyPr lIns="0" rIns="0" tIns="0" bIns="0" anchor="t">
            <a:normAutofit/>
          </a:bodyPr>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Python: The course will primarily focus on Python as the implementation language.</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Jupyter Notebook or PyCharm: For running Python code and experimenting with data structures.</a:t>
            </a:r>
            <a:endParaRPr b="0" lang="en-US" sz="2800" strike="noStrike" u="none">
              <a:solidFill>
                <a:srgbClr val="000000"/>
              </a:solidFill>
              <a:uFillTx/>
              <a:latin typeface="Times New Roman"/>
            </a:endParaRPr>
          </a:p>
          <a:p>
            <a:pPr marL="432000" indent="0">
              <a:spcBef>
                <a:spcPts val="1191"/>
              </a:spcBef>
              <a:spcAft>
                <a:spcPts val="992"/>
              </a:spcAft>
              <a:buNone/>
            </a:pPr>
            <a:r>
              <a:rPr b="0" lang="en-US" sz="2800" strike="noStrike" u="none">
                <a:solidFill>
                  <a:srgbClr val="000000"/>
                </a:solidFill>
                <a:uFillTx/>
                <a:latin typeface="Times New Roman"/>
              </a:rPr>
              <a:t> </a:t>
            </a:r>
            <a:endParaRPr b="0" lang="en-US" sz="2800" strike="noStrike" u="none">
              <a:solidFill>
                <a:srgbClr val="000000"/>
              </a:solidFill>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504000" y="301320"/>
            <a:ext cx="7704000" cy="451800"/>
          </a:xfrm>
          <a:prstGeom prst="rect">
            <a:avLst/>
          </a:prstGeom>
          <a:noFill/>
          <a:ln w="0">
            <a:noFill/>
          </a:ln>
        </p:spPr>
        <p:txBody>
          <a:bodyPr lIns="0" rIns="0" tIns="0" bIns="0" anchor="t">
            <a:noAutofit/>
          </a:bodyPr>
          <a:p>
            <a:pPr indent="0">
              <a:spcBef>
                <a:spcPts val="1191"/>
              </a:spcBef>
              <a:spcAft>
                <a:spcPts val="992"/>
              </a:spcAft>
              <a:buNone/>
            </a:pPr>
            <a:r>
              <a:rPr b="1" lang="en-US" sz="3200" strike="noStrike" u="none">
                <a:solidFill>
                  <a:srgbClr val="000000"/>
                </a:solidFill>
                <a:uFillTx/>
                <a:latin typeface="Times New Roman"/>
              </a:rPr>
              <a:t>Assessment:</a:t>
            </a:r>
            <a:r>
              <a:rPr b="0" lang="en-US" sz="3200" strike="noStrike" u="none">
                <a:solidFill>
                  <a:srgbClr val="000000"/>
                </a:solidFill>
                <a:uFillTx/>
                <a:latin typeface="Times New Roman"/>
              </a:rPr>
              <a:t> </a:t>
            </a:r>
            <a:endParaRPr b="0" lang="en-US" sz="3200" strike="noStrike" u="none">
              <a:solidFill>
                <a:srgbClr val="000000"/>
              </a:solidFill>
              <a:uFillTx/>
              <a:latin typeface="Times New Roman"/>
            </a:endParaRPr>
          </a:p>
        </p:txBody>
      </p:sp>
      <p:sp>
        <p:nvSpPr>
          <p:cNvPr id="60" name="PlaceHolder 2"/>
          <p:cNvSpPr>
            <a:spLocks noGrp="1"/>
          </p:cNvSpPr>
          <p:nvPr>
            <p:ph/>
          </p:nvPr>
        </p:nvSpPr>
        <p:spPr>
          <a:xfrm>
            <a:off x="504000" y="1769040"/>
            <a:ext cx="9325800" cy="3753000"/>
          </a:xfrm>
          <a:prstGeom prst="rect">
            <a:avLst/>
          </a:prstGeom>
          <a:noFill/>
          <a:ln w="0">
            <a:noFill/>
          </a:ln>
        </p:spPr>
        <p:txBody>
          <a:bodyPr lIns="0" rIns="0" tIns="0" bIns="0" anchor="t">
            <a:noAutofit/>
          </a:bodyPr>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Quizzes: To test theoretical knowledge of data structures.</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Assignments: Implementing data structures and solving related problems.</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Lab Work: Practical work in implementing algorithms and data structures.</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Final Exam: A comprehensive exam covering both theoretical and practical aspects of the course.</a:t>
            </a:r>
            <a:endParaRPr b="0" lang="en-US" sz="2800" strike="noStrike" u="none">
              <a:solidFill>
                <a:srgbClr val="000000"/>
              </a:solidFill>
              <a:uFillTx/>
              <a:latin typeface="Times New Roman"/>
            </a:endParaRPr>
          </a:p>
          <a:p>
            <a:pPr marL="432000" indent="0">
              <a:spcBef>
                <a:spcPts val="1191"/>
              </a:spcBef>
              <a:spcAft>
                <a:spcPts val="992"/>
              </a:spcAft>
              <a:buNone/>
            </a:pPr>
            <a:r>
              <a:rPr b="0" lang="en-US" sz="2800" strike="noStrike" u="none">
                <a:solidFill>
                  <a:srgbClr val="000000"/>
                </a:solidFill>
                <a:uFillTx/>
                <a:latin typeface="Times New Roman"/>
              </a:rPr>
              <a:t> </a:t>
            </a:r>
            <a:endParaRPr b="0" lang="en-US" sz="2800" strike="noStrike" u="none">
              <a:solidFill>
                <a:srgbClr val="000000"/>
              </a:solidFill>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504000" y="301320"/>
            <a:ext cx="7704000" cy="451800"/>
          </a:xfrm>
          <a:prstGeom prst="rect">
            <a:avLst/>
          </a:prstGeom>
          <a:noFill/>
          <a:ln w="0">
            <a:noFill/>
          </a:ln>
        </p:spPr>
        <p:txBody>
          <a:bodyPr lIns="0" rIns="0" tIns="0" bIns="0" anchor="t">
            <a:noAutofit/>
          </a:bodyPr>
          <a:p>
            <a:pPr indent="0">
              <a:spcBef>
                <a:spcPts val="1191"/>
              </a:spcBef>
              <a:spcAft>
                <a:spcPts val="992"/>
              </a:spcAft>
              <a:buNone/>
            </a:pPr>
            <a:r>
              <a:rPr b="1" lang="en-US" sz="3200" strike="noStrike" u="none">
                <a:solidFill>
                  <a:srgbClr val="000000"/>
                </a:solidFill>
                <a:uFillTx/>
                <a:latin typeface="Times New Roman"/>
              </a:rPr>
              <a:t>Suggested Reading:</a:t>
            </a:r>
            <a:r>
              <a:rPr b="0" lang="en-US" sz="3200" strike="noStrike" u="none">
                <a:solidFill>
                  <a:srgbClr val="000000"/>
                </a:solidFill>
                <a:uFillTx/>
                <a:latin typeface="Times New Roman"/>
              </a:rPr>
              <a:t> </a:t>
            </a:r>
            <a:endParaRPr b="0" lang="en-US" sz="3200" strike="noStrike" u="none">
              <a:solidFill>
                <a:srgbClr val="000000"/>
              </a:solidFill>
              <a:uFillTx/>
              <a:latin typeface="Times New Roman"/>
            </a:endParaRPr>
          </a:p>
        </p:txBody>
      </p:sp>
      <p:sp>
        <p:nvSpPr>
          <p:cNvPr id="62" name="PlaceHolder 2"/>
          <p:cNvSpPr>
            <a:spLocks noGrp="1"/>
          </p:cNvSpPr>
          <p:nvPr>
            <p:ph/>
          </p:nvPr>
        </p:nvSpPr>
        <p:spPr>
          <a:xfrm>
            <a:off x="504000" y="1769040"/>
            <a:ext cx="9325800" cy="5546160"/>
          </a:xfrm>
          <a:prstGeom prst="rect">
            <a:avLst/>
          </a:prstGeom>
          <a:noFill/>
          <a:ln w="0">
            <a:noFill/>
          </a:ln>
        </p:spPr>
        <p:txBody>
          <a:bodyPr lIns="0" rIns="0" tIns="0" bIns="0" anchor="t">
            <a:normAutofit/>
          </a:bodyPr>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Data Structures and Algorithms in Python by Michael T. Goodrich, Roberto Tamassia, and Michael H. Goldwasser.</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Algorithms, Part I &amp; II by Robert Sedgewick (Coursera).</a:t>
            </a:r>
            <a:endParaRPr b="0" lang="en-US" sz="2800" strike="noStrike" u="none">
              <a:solidFill>
                <a:srgbClr val="000000"/>
              </a:solidFill>
              <a:uFillTx/>
              <a:latin typeface="Times New Roman"/>
            </a:endParaRPr>
          </a:p>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Data Structures and Algorithm Analysis in C by Mark Allen Weiss (for reference).</a:t>
            </a:r>
            <a:endParaRPr b="0" lang="en-US" sz="2800" strike="noStrike" u="none">
              <a:solidFill>
                <a:srgbClr val="000000"/>
              </a:solidFill>
              <a:uFillTx/>
              <a:latin typeface="Times New Roman"/>
            </a:endParaRPr>
          </a:p>
          <a:p>
            <a:pPr marL="432000" indent="0">
              <a:spcBef>
                <a:spcPts val="1191"/>
              </a:spcBef>
              <a:spcAft>
                <a:spcPts val="992"/>
              </a:spcAft>
              <a:buNone/>
            </a:pPr>
            <a:r>
              <a:rPr b="0" lang="en-US" sz="2800" strike="noStrike" u="none">
                <a:solidFill>
                  <a:srgbClr val="000000"/>
                </a:solidFill>
                <a:uFillTx/>
                <a:latin typeface="Times New Roman"/>
              </a:rPr>
              <a:t> </a:t>
            </a:r>
            <a:endParaRPr b="0" lang="en-US" sz="2800" strike="noStrike" u="none">
              <a:solidFill>
                <a:srgbClr val="000000"/>
              </a:solidFill>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504000" y="301320"/>
            <a:ext cx="7704000" cy="451800"/>
          </a:xfrm>
          <a:prstGeom prst="rect">
            <a:avLst/>
          </a:prstGeom>
          <a:noFill/>
          <a:ln w="0">
            <a:noFill/>
          </a:ln>
        </p:spPr>
        <p:txBody>
          <a:bodyPr lIns="0" rIns="0" tIns="0" bIns="0" anchor="t">
            <a:noAutofit/>
          </a:bodyPr>
          <a:p>
            <a:pPr indent="0">
              <a:spcBef>
                <a:spcPts val="1191"/>
              </a:spcBef>
              <a:spcAft>
                <a:spcPts val="992"/>
              </a:spcAft>
              <a:buNone/>
            </a:pPr>
            <a:r>
              <a:rPr b="1" lang="en-US" sz="3200" strike="noStrike" u="none">
                <a:solidFill>
                  <a:srgbClr val="000000"/>
                </a:solidFill>
                <a:uFillTx/>
                <a:latin typeface="Times New Roman"/>
              </a:rPr>
              <a:t>Conclusion:</a:t>
            </a:r>
            <a:r>
              <a:rPr b="0" lang="en-US" sz="3200" strike="noStrike" u="none">
                <a:solidFill>
                  <a:srgbClr val="000000"/>
                </a:solidFill>
                <a:uFillTx/>
                <a:latin typeface="Times New Roman"/>
              </a:rPr>
              <a:t> </a:t>
            </a:r>
            <a:endParaRPr b="0" lang="en-US" sz="3200" strike="noStrike" u="none">
              <a:solidFill>
                <a:srgbClr val="000000"/>
              </a:solidFill>
              <a:uFillTx/>
              <a:latin typeface="Times New Roman"/>
            </a:endParaRPr>
          </a:p>
        </p:txBody>
      </p:sp>
      <p:sp>
        <p:nvSpPr>
          <p:cNvPr id="64" name="PlaceHolder 2"/>
          <p:cNvSpPr>
            <a:spLocks noGrp="1"/>
          </p:cNvSpPr>
          <p:nvPr>
            <p:ph/>
          </p:nvPr>
        </p:nvSpPr>
        <p:spPr>
          <a:xfrm>
            <a:off x="504000" y="1769040"/>
            <a:ext cx="9097200" cy="5317560"/>
          </a:xfrm>
          <a:prstGeom prst="rect">
            <a:avLst/>
          </a:prstGeom>
          <a:noFill/>
          <a:ln w="0">
            <a:noFill/>
          </a:ln>
        </p:spPr>
        <p:txBody>
          <a:bodyPr lIns="0" rIns="0" tIns="0" bIns="0" anchor="t">
            <a:normAutofit/>
          </a:bodyPr>
          <a:p>
            <a:pPr marL="432000" indent="-324000">
              <a:spcBef>
                <a:spcPts val="1191"/>
              </a:spcBef>
              <a:spcAft>
                <a:spcPts val="992"/>
              </a:spcAft>
              <a:buClr>
                <a:srgbClr val="000000"/>
              </a:buClr>
              <a:buSzPct val="45000"/>
              <a:buFont typeface="Wingdings" charset="2"/>
              <a:buChar char=""/>
            </a:pPr>
            <a:r>
              <a:rPr b="0" lang="en-US" sz="2800" strike="noStrike" u="none">
                <a:solidFill>
                  <a:srgbClr val="000000"/>
                </a:solidFill>
                <a:uFillTx/>
                <a:latin typeface="Times New Roman"/>
              </a:rPr>
              <a:t>This course provides both a strong theoretical foundation and practical implementation experience in the field of data structures. Students will be able to design and analyze efficient algorithms for a variety of computational problems using the right data structures. By using Python, the course ensures that students can efficiently implement these concepts and solve problems in real-world applications. </a:t>
            </a:r>
            <a:endParaRPr b="0" lang="en-US" sz="2800" strike="noStrike" u="none">
              <a:solidFill>
                <a:srgbClr val="000000"/>
              </a:solidFill>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