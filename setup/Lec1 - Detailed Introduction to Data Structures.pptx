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71" r:id="rId10"/>
    <p:sldMasterId id="2147483673" r:id="rId11"/>
    <p:sldMasterId id="2147483675" r:id="rId12"/>
    <p:sldMasterId id="2147483677" r:id="rId13"/>
    <p:sldMasterId id="2147483679" r:id="rId14"/>
    <p:sldMasterId id="2147483681" r:id="rId15"/>
    <p:sldMasterId id="2147483683" r:id="rId16"/>
    <p:sldMasterId id="2147483685" r:id="rId17"/>
    <p:sldMasterId id="2147483687" r:id="rId18"/>
    <p:sldMasterId id="2147483689" r:id="rId19"/>
    <p:sldMasterId id="2147483691" r:id="rId20"/>
    <p:sldMasterId id="2147483693" r:id="rId21"/>
    <p:sldMasterId id="2147483695" r:id="rId22"/>
    <p:sldMasterId id="2147483697" r:id="rId23"/>
    <p:sldMasterId id="2147483699" r:id="rId24"/>
    <p:sldMasterId id="2147483701" r:id="rId25"/>
    <p:sldMasterId id="2147483703" r:id="rId26"/>
  </p:sld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B2BDDD-56B0-42D8-B0B3-2C8BEE2868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3F5F4A4-814F-4BE2-8520-CAB1A64A6A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9969692-E57A-413C-BEB8-CACB28E0E1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7B5C858-F661-4FD0-90BA-7A16DBCF12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D1BFC8E-E009-42B5-9C49-155A0526C0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FEAD81B-8604-4AC1-9B3B-CE822739AF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6B37E76-A0C3-4005-BA96-FC9B1B0C13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063FD9D-5BF4-4604-9D62-2BACEB7AC4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46D7D1B-AE7D-485D-81D3-252F349937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DFF2BA4-7CBB-44E5-BBEE-BBD81E0B71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B8F088A-24D3-4574-BB12-448F9A5A89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12DBFAA-673D-4C32-8DE4-684CF7ADC7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BE2119C-6756-4011-9A66-770DE84802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16156CE-4F38-49BE-8F63-0E8F2696BE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B54DBB1-53DD-4C14-9F0E-E5C263E5F8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BAE3BA1-3896-4184-9CD0-C3A14ECB28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D4865BC-EC8F-442B-B50A-1B33A3D462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C2F6DC6-3224-4655-A1C2-EE47AC585F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33F1ACE1-A0F0-4AAE-BBF8-46E3FDE733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3DA28BB-2C8F-499A-97FC-5F764B5B5D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AC5BB18-92EF-4921-85ED-0C30D37910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19FAA5A-2C57-42D8-A1DA-A684A3AF42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7477CE93-0F3F-4E05-AF6C-5FB055E15A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235ED6B-18F9-46E0-9E5C-481D631CDD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EBA70CAA-10E6-44FE-977B-7BE8F7F9A0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41F82B51-8B58-4906-B8B6-AB8C4042BD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6AA63A62-A430-4255-AF4C-3AC3BF15A0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915D5FC7-CCC1-432D-8254-9582F65569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9DED88C5-CD63-4738-9C93-C2B8044EAC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4E179E04-C3A1-422A-9B8E-1F0CD92757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F174B329-0906-43AD-85CA-E6C7B828A4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CBB44732-E2AE-459E-81F0-3413F24BAB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6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7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8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9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20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21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2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3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4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5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6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7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8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9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30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1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67CBD05-ECF4-49CB-9F80-6488A5811E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2E828A-88D1-43F5-9D45-27505C43EC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9502D1-7BC0-415E-81DB-4A75AC8807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506EFA-0DBF-43E1-BF11-32A4AAE988B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F2033C-0C0D-4BC0-891B-E00F2BB5E6C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45F96D-1B2C-4D73-A2DC-A281443A32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5F5980-062E-4129-848B-CED1EBD6D2F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F88545-29B5-4EAB-BF59-43E1DC4980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829445-40CC-419F-9A49-16C04BF9AB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B4F984-A31A-4248-82BC-ABFE545818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C079D1-4C7C-4BC5-ADEA-D6860DF83C6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4B58FC3-268B-4CDC-A6E9-4DE26016E3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BD28129-4CE4-4178-BD75-F81110DC1E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8F9EF3-073F-457F-892F-C287D3EA386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4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4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01628A-CCCA-4416-AE2B-7B827D790FB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dt" idx="4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ftr" idx="4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4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5620B7B-3187-4489-9B39-857C117779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4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ftr" idx="4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1476BE-C10B-4C90-AF9F-DD72FC1BFC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5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 idx="5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5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63AFF4-EF1B-45B6-82F7-0E68737BD09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5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ftr" idx="5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5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80ED14-E18D-49CD-B2DF-F6996A8729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5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ftr" idx="5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sldNum" idx="5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866C23-84AB-41C0-AC1B-506C87DAC4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dt" idx="6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ftr" idx="6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6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BAE7F2-3119-4CAD-8AB6-24DFFA5E6A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6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ftr" idx="6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6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2CD09B-D805-4F30-9E98-AAC6FB9AA0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 idx="6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6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6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A6C851-3967-404F-8F1C-F1ADB315FC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6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ftr" idx="7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7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315E56-93FA-4AE6-86E6-23A42765D3E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7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ftr" idx="7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Num" idx="7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DC281A-808F-44C2-B1E0-66E6079D923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7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Introduction to Data Structures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Level 3 - Computer Science Department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Python-Based Course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What are Data Structures?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Data structures are methods of organizing and storing data in a computer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They enable efficient access and modification of data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Fundamental to designing efficient algorithms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Essential for managing large amounts of data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Classification of Data Structures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Linear Data Structures: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 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Arrays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 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Linked Lists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 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Stacks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 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Queues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Non-linear Data Structures: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 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Trees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 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Graphs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2. Why Are Data Structures Important?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530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Improve efficiency of algorithms.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Allow us to store and retrieve data efficiently.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Essential for memory management and CPU optimization.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Backbone of software development, databases, networking, and more.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Example: Searching for a number in a list can be O(n) or O(log n) depending on the data structure used.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55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3. Classification of Data Structures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53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I. Linear Data Structures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These store data sequentially.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Array – Fixed-size list of elements.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Linked List – Dynamic size; each element points to the next.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Stack – Last In, First Out (LIFO).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Queue – First In, First Out (FIFO).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236520" y="685800"/>
            <a:ext cx="8700120" cy="57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II. Non-Linear Data Structures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These store data hierarchically or in networks.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Trees – Hierarchical data, like a file system.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Graphs – Nodes and edges; used in social networks, maps, etc.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55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4. Abstract Data Types (ADTs)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ubTitle"/>
          </p:nvPr>
        </p:nvSpPr>
        <p:spPr>
          <a:xfrm>
            <a:off x="457200" y="1107000"/>
            <a:ext cx="8228520" cy="57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These are logical descriptions of how the data is viewed and the operations supported, independent of implementation.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Examples of ADTs: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List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Stack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Queue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Map (Dictionary)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In Python: list, set, dict, and deque (from collections) are built-in implementations.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55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5. Operations on Data Structures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457200" y="914400"/>
            <a:ext cx="8228520" cy="56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Common operations include: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Insertion: Adding data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Deletion: Removing data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Traversal: Visiting each data element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Searching: Finding a specific data element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Sorting: Arranging data in order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Each structure handles these operations with different levels of efficiency.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6. Choosing the Right Data Structure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54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Depends on: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Type of data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Required operations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Frequency of operations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Time and space complexity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Readability and maintainability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Example: Use a stack for undo operations, queue for task scheduling, hash map for fast lookup.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55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7. Real-World Applications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519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Data Structure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Application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Arrays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Image processing, databases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Linked Lists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228600" y="228600"/>
            <a:ext cx="8457480" cy="61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Dynamic memory management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Stacks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Function calls, expression evaluation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Queues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Task scheduling, printers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Trees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457200" y="685800"/>
            <a:ext cx="8000280" cy="525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File systems, decision trees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Graphs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GPS, networks, recommendation systems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Hash Tables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Microsoft YaHei"/>
              </a:rPr>
              <a:t>Caching, indexing in databases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55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8. Implementation Language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355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In this course, all structures will be implemented using Python, which offers: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Built-in types (list, dict, set)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Standard libraries (collections, heapq, etc.)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Easy-to-understand syntax for beginners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55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9. Learning Outcomes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49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By the end of this course, you will be able to: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Understand the theory behind various data structures.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Implement them in Python from scratch.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Analyze algorithm complexity using Big O Notation.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Apply suitable data structures in problem-solving.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Importance of Data Structures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Enhance performance and efficiency of algorithms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Allow better data management and scalability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Crucial for problem-solving and system design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Foundation for many computer science concepts (DBMS, OS, AI)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Examples of Common Data Structures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Arrays: Fixed-size sequences of elements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Linked Lists: Nodes linked through pointers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Stacks: LIFO structure for temporary storage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Queues: FIFO structure for task scheduling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Trees: Hierarchical structure used in file systems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Graphs: Nodes connected by edges, used in networks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Course Goals and Expectations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Understand fundamental data structures and their use cases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Implement data structures in Python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Analyze algorithm efficiency (time and space complexity)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Apply data structures to solve real-world problems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LibreOffice/24.8.5.2$Windows_X86_64 LibreOffice_project/fddf2685c70b461e7832239a0162a77216259f22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2025-04-09T16:33:55Z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