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y="3422650" cx="6070600"/>
  <p:notesSz cx="6070600" cy="3422650"/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tableStyles" Target="tableStyle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2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26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2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2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2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Holder 2"/>
          <p:cNvSpPr>
            <a:spLocks noGrp="1"/>
          </p:cNvSpPr>
          <p:nvPr>
            <p:ph type="ctrTitle"/>
          </p:nvPr>
        </p:nvSpPr>
        <p:spPr>
          <a:xfrm>
            <a:off x="455771" y="1061021"/>
            <a:ext cx="5165407" cy="718756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05" name="Holder 3"/>
          <p:cNvSpPr>
            <a:spLocks noGrp="1"/>
          </p:cNvSpPr>
          <p:nvPr>
            <p:ph type="subTitle" idx="4"/>
          </p:nvPr>
        </p:nvSpPr>
        <p:spPr>
          <a:xfrm>
            <a:off x="911542" y="1916684"/>
            <a:ext cx="4253865" cy="855662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06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07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08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p/>
        </p:txBody>
      </p:sp>
      <p:sp>
        <p:nvSpPr>
          <p:cNvPr id="1048610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p/>
        </p:txBody>
      </p:sp>
      <p:sp>
        <p:nvSpPr>
          <p:cNvPr id="1048611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12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13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p/>
        </p:txBody>
      </p:sp>
      <p:sp>
        <p:nvSpPr>
          <p:cNvPr id="1048615" name="Holder 3"/>
          <p:cNvSpPr>
            <a:spLocks noGrp="1"/>
          </p:cNvSpPr>
          <p:nvPr>
            <p:ph sz="half" idx="2"/>
          </p:nvPr>
        </p:nvSpPr>
        <p:spPr>
          <a:xfrm>
            <a:off x="303847" y="787209"/>
            <a:ext cx="2643473" cy="2258949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16" name="Holder 4"/>
          <p:cNvSpPr>
            <a:spLocks noGrp="1"/>
          </p:cNvSpPr>
          <p:nvPr>
            <p:ph sz="half" idx="3"/>
          </p:nvPr>
        </p:nvSpPr>
        <p:spPr>
          <a:xfrm>
            <a:off x="3129629" y="787209"/>
            <a:ext cx="2643473" cy="2258949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17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18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19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p/>
        </p:txBody>
      </p:sp>
      <p:sp>
        <p:nvSpPr>
          <p:cNvPr id="1048621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22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23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2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83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Holder 2"/>
          <p:cNvSpPr>
            <a:spLocks noGrp="1"/>
          </p:cNvSpPr>
          <p:nvPr>
            <p:ph type="title"/>
          </p:nvPr>
        </p:nvSpPr>
        <p:spPr>
          <a:xfrm>
            <a:off x="303847" y="136906"/>
            <a:ext cx="5469255" cy="547624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77" name="Holder 3"/>
          <p:cNvSpPr>
            <a:spLocks noGrp="1"/>
          </p:cNvSpPr>
          <p:nvPr>
            <p:ph type="body" idx="1"/>
          </p:nvPr>
        </p:nvSpPr>
        <p:spPr>
          <a:xfrm>
            <a:off x="303847" y="787209"/>
            <a:ext cx="5469255" cy="2258949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78" name="Holder 4"/>
          <p:cNvSpPr>
            <a:spLocks noGrp="1"/>
          </p:cNvSpPr>
          <p:nvPr>
            <p:ph type="ftr" sz="quarter" idx="5"/>
          </p:nvPr>
        </p:nvSpPr>
        <p:spPr>
          <a:xfrm>
            <a:off x="2066163" y="3183064"/>
            <a:ext cx="1944624" cy="171132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79" name="Holder 5"/>
          <p:cNvSpPr>
            <a:spLocks noGrp="1"/>
          </p:cNvSpPr>
          <p:nvPr>
            <p:ph type="dt" sz="half" idx="6"/>
          </p:nvPr>
        </p:nvSpPr>
        <p:spPr>
          <a:xfrm>
            <a:off x="303847" y="3183064"/>
            <a:ext cx="1397698" cy="171132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80" name="Holder 6"/>
          <p:cNvSpPr>
            <a:spLocks noGrp="1"/>
          </p:cNvSpPr>
          <p:nvPr>
            <p:ph type="sldNum" sz="quarter" idx="7"/>
          </p:nvPr>
        </p:nvSpPr>
        <p:spPr>
          <a:xfrm>
            <a:off x="4375404" y="3183064"/>
            <a:ext cx="1397698" cy="171132"/>
          </a:xfrm>
          <a:prstGeom prst="rect"/>
        </p:spPr>
        <p:txBody>
          <a:bodyPr bIns="0" lIns="0" rIns="0" tIns="0" wrap="square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5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5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5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5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5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5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5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5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5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5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5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5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object 2"/>
          <p:cNvSpPr/>
          <p:nvPr/>
        </p:nvSpPr>
        <p:spPr>
          <a:xfrm>
            <a:off x="0" y="0"/>
            <a:ext cx="6076950" cy="3419475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JDY-LX2</dc:creator>
  <dcterms:created xsi:type="dcterms:W3CDTF">2025-04-04T05:32:30Z</dcterms:created>
  <dcterms:modified xsi:type="dcterms:W3CDTF">2026-09-25T15:25:41Z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2025-04-03T00:00:00Z</vt:filetime>
  </property>
  <property fmtid="{D5CDD505-2E9C-101B-9397-08002B2CF9AE}" pid="3" name="LastSaved">
    <vt:filetime>2025-04-04T00:00:00Z</vt:filetime>
  </property>
  <property fmtid="{D5CDD505-2E9C-101B-9397-08002B2CF9AE}" pid="4" name="ICV">
    <vt:lpwstr>3103b9448574496ca7e3b80f3732fa7b_23</vt:lpwstr>
  </property>
</Properties>
</file>