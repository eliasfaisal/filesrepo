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2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D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663440" y="2423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Single-Station Queueing Models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09160" y="3977639"/>
            <a:ext cx="6766560" cy="174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closed-form derivations and worked examples for M/M/1, M/M/1/K, M/M/c, and M/G/1 — the analytical workhorses of performance modeling.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39" y="1481328"/>
            <a:ext cx="850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M/M/1 queue: complete formula set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1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39" y="2273808"/>
            <a:ext cx="850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numerical example: sizing a single server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093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3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39" y="3066288"/>
            <a:ext cx="850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M/M/1/K: finite capacity and blocking probability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39" y="3858768"/>
            <a:ext cx="850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M/M/c: multiple parallel servers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467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39" y="4651248"/>
            <a:ext cx="850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M/G/1 and the Pollaczek-Khinchine formula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" y="5471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71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39" y="5443728"/>
            <a:ext cx="850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model for a real scenario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What We're Building 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Lecture 4: Kendall notation, the birth-death process, Little's Law, and the stability condition rho &lt; 1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solve the birth-death process completely for four specific, widely used models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trades additional realism for additional mathematical complexity — we'll see exactly where and why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lecture, you will be able to calculate response time, queue length, and required capacity for real systems using closed-form equations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M/M/1 Queue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simplest queueing model: a single server, exponential (Poisson) arrivals at rate lambda, exponential service times at rate mu, infinite queue capacity, and FCFS discipline.”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its simplicity, M/M/1 captures the essential, non-linear relationship between load and delay that appears in every more complex model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M/M/1 Formula 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58647"/>
              </p:ext>
            </p:extLst>
          </p:nvPr>
        </p:nvGraphicFramePr>
        <p:xfrm>
          <a:off x="548640" y="1325880"/>
          <a:ext cx="11064240" cy="484632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intensity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 = lambda / mu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P(system empty)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= 1 - rho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P(n in system)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 = (1 - rho) × rho^n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number in system (L)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rho / (1 - rho)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number in queue (Lq)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= rho^2 / (1 - rho)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time in system (W)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1 / (mu - lambda)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time in queue (Wq)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Wq = rho / (mu - lambda)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Formulas Come From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formulas are derived by solving the birth-death process from Lecture 4 for its steady-state probabilities Pn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know Pn for every n, L follows directly as the expected value: L = sum over n of (n × Pn)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then follows immediately from Little's Law: W = L / lambda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Lecture 4 was essential — every M/M/1 formula is a direct consequence of the birth-death process plus Little's Law, not a separate result to memorize independently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Sizing a Single Web Server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5" name="Shape 3"/>
          <p:cNvSpPr/>
          <p:nvPr/>
        </p:nvSpPr>
        <p:spPr>
          <a:xfrm>
            <a:off x="157848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848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Given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rate λ = 40 req/s. Service rate μ = 50 req/s.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7467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9471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11" name="Shape 9"/>
          <p:cNvSpPr/>
          <p:nvPr/>
        </p:nvSpPr>
        <p:spPr>
          <a:xfrm>
            <a:off x="437883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883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187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ρ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3187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λ/μ = 40/50 = 0.8 (80% utilization).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750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918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918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222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W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3222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1/(μ−λ) = 1/(50−40) = 0.1 s = 100 ms.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7537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9541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23" name="Shape 21"/>
          <p:cNvSpPr/>
          <p:nvPr/>
        </p:nvSpPr>
        <p:spPr>
          <a:xfrm>
            <a:off x="997953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7953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3257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L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3257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ρ/(1−ρ) = 0.8/0.2 = 4 requests in system on average.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Worked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80% utilization, the average response time is 100ms and there are, on average, 4 requests in the system at once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suppose arrival rate rises to 48 req/s (rho = 0.96): W = 1/(50-48) = 0.5 seconds — a 5x increase in response time for only a 20% increase in load!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dramatic, non-linear blow-up near saturation is exactly the phenomenon previewed qualitatively in Lecture 2, now derived with an exact formula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M/M/1 Response Time Curve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   W (relative to 1/mu)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   1.11x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  1.43x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  2.00x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  3.33x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   5.00x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   10.00x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   20.00x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   100.00x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rho -&gt; 1, W -&gt; infinity (the hallmark of queueing blow-up)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curve is nearly flat until about rho = 0.7, then rises sharply — this is why '70-80% utilization' is a common rule-of-thumb safety threshold in industry.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'70-80% Rule' Explained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engineering teams target no more than 70-80% average utilization for critical systems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an arbitrary superstition — it's a direct, quantifiable consequence of the M/M/1 response time curve you just saw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~70%, response time grows gently; above that point, the curve bends sharply upward, and small load increases produce disproportionately large delays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 of thumb will be formalized further with safety margins in the capacity planning lecture (Lecture 8)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M/M/1/K Queue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M/M/1 queue with a finite system capacity K (queue plus the one in service); arrivals that find the system already at capacity K are blocked (lost) rather than queued.”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real, finite resources: a bounded connection pool, a fixed-size buffer, or a limited number of waiting room seats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plain M/M/1, an M/M/1/K system is always stable, even if rho &gt;= 1, because excess arrivals are simply rejected rather than queueing forever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Probability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a finite-capacity queue, the probability that an arriving entity finds the system full and is rejected (blocked), denoted P_K, the steady-state probability of being in state K.”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P_K = ((1 - rho) × rho^K) / (1 - rho^(K+1)), for rho ≠ 1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critical metric for systems with hard capacity limits — e.g., what fraction of incoming API requests get an immediate 'server busy' rejection?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Blocking Probability for a Connection Pool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812859"/>
              </p:ext>
            </p:extLst>
          </p:nvPr>
        </p:nvGraphicFramePr>
        <p:xfrm>
          <a:off x="548640" y="1325880"/>
          <a:ext cx="11064240" cy="484632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rate (lambda)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req/s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rate (mu)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req/s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intensity (rho)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capacity (K)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connections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probability (P_K)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0.056 (5.6%)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Blocking Probability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5.6% of incoming requests will be rejected outright because the connection pool is full — even though the system is technically 'stable'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crucial insight M/M/1 (infinite capacity) cannot give you: finite systems fail differently — via rejection, not just delay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pool capacity K reduces blocking probability, but at the cost of potentially longer average wait times for requests that ARE admitted — a genuine engineering trade-off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M/M/c Queue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queueing model with c identical parallel servers, exponential arrivals at rate lambda, and exponential service times at rate mu per server, with a single shared queue feeding all servers.”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load-balanced server pools, multi-core CPUs, or any set of c interchangeable resources serving from one shared queue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 grows, this model becomes significantly more efficient than c independent M/M/1 queues — a key result we examine next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Shared Queues Beat Separate Queues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but important: c servers with ONE shared queue outperform c servers each with their OWN separate queue, at the same total load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separate queues, an entity might wait behind a slow request even while another server sits idle — 'unlucky queue' problem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shared queue, the next available server always takes the next waiting request — no wasted idle capacity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real load balancers and thread pools use shared work queues rather than statically assigning requests to fixed queues per worker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M/M/c Formulas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61085"/>
              </p:ext>
            </p:extLst>
          </p:nvPr>
        </p:nvGraphicFramePr>
        <p:xfrm>
          <a:off x="548640" y="1325880"/>
          <a:ext cx="11064240" cy="484632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intensity per server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 = lambda / (c × mu)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P(system empty), P0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sum formula (Erlang-C based)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P(an arrival must wait), C(c, rho)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Erlang-C formula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time in queue (Wq)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Wq = C(c, rho) / (c × mu - lambda)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time in system (W)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Wq + 1/mu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Erlang-C Formula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formula giving the probability that an arriving entity to an M/M/c queue must wait (finds all c servers busy), widely used in call center and server pool capacity planning.”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Agner Krarup Erlang, who developed it in 1917 for telephone exchange capacity planning — one of the earliest applications of queueing theory in history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Erlang-C tables and calculators are widely used in industry, since the formula itself is algebraically cumbersome to compute by hand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How Many Servers Do We Need?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receives 100 requests/second; each server can handle 30 requests/second (mu = 30)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 = 4 servers: rho = 100/(4×30) = 0.83 — high utilization, likely significant queueing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 = 5 servers: rho = 100/(5×30) = 0.67 — comfortably within the 70-80% safety zone from earlier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type of 'how many servers do I need' question that M/M/c formulas — and Lecture 8's capacity planning — are built to answer precisely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M/G/1 Queue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queueing model with a single server, Poisson (exponential) arrivals, but a General (arbitrary) service time distribution with known mean and variance — relaxing the memoryless assumption on service times.”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service times are NOT exponential — e.g., database queries often cluster tightly around a typical duration, which is far more predictable than exponential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M/G/1 lets us model this more realistic scenario, at the cost of needing more than just the mean service time as input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Pollaczek-Khinchine (P-K) Formula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an M/G/1 queue, the average wait time in queue is: Wq = (lambda × E[S^2]) / (2 × (1 - rho)), where E[S^2] is the second moment of the service time distribution.”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Equivalently expressed using the coefficient of variation (CV) from Lecture 3: Wq = rho × (1 + CV^2) / (2 × mu × (1 - rho))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CV = 1 (exponential service, i.e., M/M/1), this formula exactly reduces back to the M/M/1 Wq formula — a satisfying mathematical consistency check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the P-K Formula: Variability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P-K formula shows explicitly: wait time depends on service time VARIANCE, not just its mean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with identical average service time but different variance will have very different queueing delay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variance (CV &gt; 1, e.g., a mix of fast and very slow requests) causes significantly worse queueing than lower variance (CV &lt; 1, e.g., very consistent request durations), even at the same average load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validates the intuition built in Lecture 3 about why the coefficient of variation matters so much for queueing behavior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M/G/1 with High-Variance Service 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41665"/>
              </p:ext>
            </p:extLst>
          </p:nvPr>
        </p:nvGraphicFramePr>
        <p:xfrm>
          <a:off x="548640" y="1325880"/>
          <a:ext cx="11064240" cy="4846317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rate (lambda)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req/s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service time (1/mu)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of variation (CV)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(high variance)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intensity (rho)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Wq (M/G/1, via P-K formula)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400 ms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Wq if this were M/M/1 (CV = 1)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160 ms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Comparison: The Cost of Variability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exact same arrival rate and average service time, the high-variance system (CV = 2) has 2.5x the queueing delay of the equivalent M/M/1 system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critical, quantitative lesson: reducing variability in service time can improve performance just as much as reducing the average service time itself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this motivates techniques like request timeouts, separating 'fast paths' from 'slow paths', and caching — all of which reduce service time variance, not just the average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Single-Station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0A7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M/M/1 or M/M/c When...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M/G/1 or M/M/1/K When...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times are roughly exponential (CV ≈ 1)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quick, simple first estimate is needed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capacity is effectively unbounded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fast, closed-form sanity check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times are known to be highly variable or very regular (CV far from 1)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hard, finite capacity limit exists (M/M/1/K)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Blocking/rejection behavior matters, not just delay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modeling accuracy justifies the added complexity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Shared by All Single-Station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model ONE resource in isolation — real systems are networks of many resources (CPU, disk, network, database) working together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assume steady-state, stationary conditions — not sudden bursts or transient startup effects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generally assume FCFS discipline and no abandonment (recall the assumptions from Lecture 4)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extends this single-station toolkit to full networks of queues, connecting individual components into realistic, multi-tier system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Comparing Two Database Configurations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A: 1 large database instance (mu = 200 queries/s). Configuration B: 4 smaller instances (mu = 50 queries/s each), each with its own separate queue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lambda = 160 queries/s: Configuration A (M/M/1) gives rho = 0.8, and reasonably bounded delay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B, if load is NOT perfectly balanced across the 4 separate queues, can suffer much worse delay on the overloaded instance — even though total capacity is identical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reinforces the earlier lesson: shared-queue pooling (M/M/c) is generally preferable to statically partitioned, separate queues at equal total capacity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M/M/1 queue provides a complete, closed-form formula set derived directly from the birth-death process and Little's Law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grows non-linearly as utilization approaches 1 — the mathematical basis of the common '70-80% utilization' engineering rule of thumb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M/M/1/K models finite-capacity systems and introduces blocking probability — a different failure mode (rejection) than unbounded queueing delay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M/M/c models parallel servers with a shared queue, which statistically outperforms multiple separate queues at equal total capacity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Pollaczek-Khinchine formula for M/G/1 shows that service time variance — not just its mean — directly drives queueing delay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REVIEW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API endpoints have identical average service time (20ms) and identical arrival rate. Endpoint A has very consistent response times (CV = 0.3); Endpoint B has highly variable response times due to occasional expensive database joins (CV = 2.5). Using concepts from this lecture, explain which endpoint will show worse average queueing delay, and why, even though their average service time is the same.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150263"/>
            <a:ext cx="5486400" cy="33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561743"/>
            <a:ext cx="10058400" cy="183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which formula relates queueing delay to variance, not just the mean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what the Pollaczek-Khinchine formula tells us about the role of CV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engineering fix might reduce Endpoint B's variance specifically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Harchol-Balter, M. — Performance Modeling and Design of Computer Systems, Ch. 5-8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Kleinrock, L. — Queueing Systems, Volume 1: Theory, Ch. 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D. et al. — Fundamentals of Queueing Theory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Erlang, A.K. — Solution of Some Problems in the Theory of Probabilities (1917, original Erlang-C paper)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38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422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— Operational Analysis &amp; Networks of Queues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Single-Station Queueing Models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3142</Words>
  <Application>Microsoft Office PowerPoint</Application>
  <PresentationFormat>Widescreen</PresentationFormat>
  <Paragraphs>313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Abdolraheem Khader</cp:lastModifiedBy>
  <cp:revision>2</cp:revision>
  <dcterms:created xsi:type="dcterms:W3CDTF">2026-07-31T05:38:42Z</dcterms:created>
  <dcterms:modified xsi:type="dcterms:W3CDTF">2026-08-12T08:18:30Z</dcterms:modified>
</cp:coreProperties>
</file>