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heme/theme3.xml" ContentType="application/vnd.openxmlformats-officedocument.theme+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firstSlideNum="1" rtl="0" saveSubsetFonts="0" serverZoom="0" showSpecialPlsOnTitleSld="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type="screen4x3" cy="6858000" cx="9144000"/>
  <p:notesSz cx="6858000" cy="9144000"/>
  <p:defaultTex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1" snapVertSplitter="0" vertBarState="restored" horzBarState="maximized" preferSingleView="0">
    <p:restoredLeft sz="17323" autoAdjust="0"/>
    <p:restoredTop sz="94652" autoAdjust="0"/>
  </p:normalViewPr>
  <p:slideViewPr>
    <p:cSldViewPr showGuides="0" snapToGrid="1" snapToObjects="0">
      <p:cViewPr varScale="1">
        <p:scale>
          <a:sx n="86" d="100"/>
          <a:sy n="86" d="100"/>
        </p:scale>
        <p:origin x="-834" y="-78"/>
      </p:cViewPr>
      <p:guideLst>
        <p:guide orient="horz" pos="2160"/>
        <p:guide orient="vert" pos="2880"/>
      </p:guideLst>
    </p:cSldViewPr>
  </p:slideViewPr>
  <p:gridSpacing cx="0" cy="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tableStyles" Target="tableStyles.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62" name=""/>
        <p:cNvGrpSpPr/>
        <p:nvPr/>
      </p:nvGrpSpPr>
      <p:grpSpPr>
        <a:xfrm>
          <a:off x="0" y="0"/>
          <a:ext cx="0" cy="0"/>
          <a:chOff x="0" y="0"/>
          <a:chExt cx="0" cy="0"/>
        </a:xfrm>
      </p:grpSpPr>
      <p:sp>
        <p:nvSpPr>
          <p:cNvPr id="1048658"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59"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60"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61"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62"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63"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4" name=""/>
        <p:cNvGrpSpPr/>
        <p:nvPr/>
      </p:nvGrpSpPr>
      <p:grpSpPr>
        <a:xfrm>
          <a:off x="0" y="0"/>
          <a:ext cx="0" cy="0"/>
          <a:chOff x="0" y="0"/>
          <a:chExt cx="0" cy="0"/>
        </a:xfrm>
      </p:grpSpPr>
      <p:sp>
        <p:nvSpPr>
          <p:cNvPr id="1048583"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584" name="Subtitle 2"/>
          <p:cNvSpPr>
            <a:spLocks noGrp="1"/>
          </p:cNvSpPr>
          <p:nvPr>
            <p:ph type="subTitle" idx="1"/>
          </p:nvPr>
        </p:nvSpPr>
        <p:spPr>
          <a:xfrm>
            <a:off x="1371600" y="3886200"/>
            <a:ext cx="6400800" cy="1752600"/>
          </a:xfrm>
        </p:spPr>
        <p:txBody>
          <a:bodyPr/>
          <a:lstStyle>
            <a:lvl1pPr algn="ctr" indent="0" marL="0">
              <a:buNone/>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lang="en-US" smtClean="0"/>
              <a:t>Click to edit Master subtitle style</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sz="1400" lang="es-E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a:fld id="{566ABCEB-ACFC-4714-9973-3DA970169C29}" type="slidenum">
              <a:rPr altLang="en-US" sz="1400" lang="es-ES"/>
              <a:pPr algn="r" eaLnBrk="1" hangingPunct="1" lvl="0"/>
            </a:fld>
            <a:endParaRPr altLang="en-US" sz="1400" lang="es-E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sz="1400"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4" name=""/>
        <p:cNvGrpSpPr/>
        <p:nvPr/>
      </p:nvGrpSpPr>
      <p:grpSpPr>
        <a:xfrm>
          <a:off x="0" y="0"/>
          <a:ext cx="0" cy="0"/>
          <a:chOff x="0" y="0"/>
          <a:chExt cx="0" cy="0"/>
        </a:xfrm>
      </p:grpSpPr>
      <p:sp>
        <p:nvSpPr>
          <p:cNvPr id="1048587" name="Title 1"/>
          <p:cNvSpPr>
            <a:spLocks noGrp="1"/>
          </p:cNvSpPr>
          <p:nvPr>
            <p:ph type="title"/>
          </p:nvPr>
        </p:nvSpPr>
        <p:spPr/>
        <p:txBody>
          <a:bodyPr/>
          <a:p>
            <a:r>
              <a:rPr lang="en-US" smtClean="0"/>
              <a:t>Click to edit Master title style</a:t>
            </a:r>
            <a:endParaRPr lang="en-US"/>
          </a:p>
        </p:txBody>
      </p:sp>
      <p:sp>
        <p:nvSpPr>
          <p:cNvPr id="1048588"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sz="1400" lang="es-E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a:fld id="{566ABCEB-ACFC-4714-9973-3DA970169C29}" type="slidenum">
              <a:rPr altLang="en-US" sz="1400" lang="es-ES"/>
              <a:pPr algn="r" eaLnBrk="1" hangingPunct="1" lvl="0"/>
            </a:fld>
            <a:endParaRPr altLang="en-US" sz="1400" lang="es-E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sz="1400"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52" name=""/>
        <p:cNvGrpSpPr/>
        <p:nvPr/>
      </p:nvGrpSpPr>
      <p:grpSpPr>
        <a:xfrm>
          <a:off x="0" y="0"/>
          <a:ext cx="0" cy="0"/>
          <a:chOff x="0" y="0"/>
          <a:chExt cx="0" cy="0"/>
        </a:xfrm>
      </p:grpSpPr>
      <p:sp>
        <p:nvSpPr>
          <p:cNvPr id="1048637"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638" name="Text Placeholder 2"/>
          <p:cNvSpPr>
            <a:spLocks noGrp="1"/>
          </p:cNvSpPr>
          <p:nvPr>
            <p:ph type="body" idx="1"/>
          </p:nvPr>
        </p:nvSpPr>
        <p:spPr>
          <a:xfrm>
            <a:off x="722313" y="2906713"/>
            <a:ext cx="7772400" cy="1500187"/>
          </a:xfrm>
        </p:spPr>
        <p:txBody>
          <a:bodyPr anchor="b"/>
          <a:lstStyle>
            <a:lvl1pPr indent="0" marL="0">
              <a:buNone/>
              <a:defRPr sz="2000"/>
            </a:lvl1pPr>
            <a:lvl2pPr indent="0" marL="457200">
              <a:buNone/>
              <a:defRPr sz="1800"/>
            </a:lvl2pPr>
            <a:lvl3pPr indent="0" marL="914400">
              <a:buNone/>
              <a:defRPr sz="1600"/>
            </a:lvl3pPr>
            <a:lvl4pPr indent="0" marL="1371600">
              <a:buNone/>
              <a:defRPr sz="1400"/>
            </a:lvl4pPr>
            <a:lvl5pPr indent="0" marL="1828800">
              <a:buNone/>
              <a:defRPr sz="1400"/>
            </a:lvl5pPr>
            <a:lvl6pPr indent="0" marL="2286000">
              <a:buNone/>
              <a:defRPr sz="1400"/>
            </a:lvl6pPr>
            <a:lvl7pPr indent="0" marL="2743200">
              <a:buNone/>
              <a:defRPr sz="1400"/>
            </a:lvl7pPr>
            <a:lvl8pPr indent="0" marL="3200400">
              <a:buNone/>
              <a:defRPr sz="1400"/>
            </a:lvl8pPr>
            <a:lvl9pPr indent="0" marL="3657600">
              <a:buNone/>
              <a:defRPr sz="1400"/>
            </a:lvl9pPr>
          </a:lstStyle>
          <a:p>
            <a:pPr lvl="0"/>
            <a:r>
              <a:rPr lang="en-US" smtClean="0"/>
              <a:t>Click to edit Master text styles</a:t>
            </a:r>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sz="1400" lang="es-E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a:fld id="{566ABCEB-ACFC-4714-9973-3DA970169C29}" type="slidenum">
              <a:rPr altLang="en-US" sz="1400" lang="es-ES"/>
              <a:pPr algn="r" eaLnBrk="1" hangingPunct="1" lvl="0"/>
            </a:fld>
            <a:endParaRPr altLang="en-US" sz="1400" lang="es-E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sz="1400"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53" name=""/>
        <p:cNvGrpSpPr/>
        <p:nvPr/>
      </p:nvGrpSpPr>
      <p:grpSpPr>
        <a:xfrm>
          <a:off x="0" y="0"/>
          <a:ext cx="0" cy="0"/>
          <a:chOff x="0" y="0"/>
          <a:chExt cx="0" cy="0"/>
        </a:xfrm>
      </p:grpSpPr>
      <p:sp>
        <p:nvSpPr>
          <p:cNvPr id="1048639" name="Title 1"/>
          <p:cNvSpPr>
            <a:spLocks noGrp="1"/>
          </p:cNvSpPr>
          <p:nvPr>
            <p:ph type="title"/>
          </p:nvPr>
        </p:nvSpPr>
        <p:spPr/>
        <p:txBody>
          <a:bodyPr/>
          <a:p>
            <a:r>
              <a:rPr lang="en-US" smtClean="0"/>
              <a:t>Click to edit Master title style</a:t>
            </a:r>
            <a:endParaRPr lang="en-US"/>
          </a:p>
        </p:txBody>
      </p:sp>
      <p:sp>
        <p:nvSpPr>
          <p:cNvPr id="1048640"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1"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sz="1400" lang="es-E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a:fld id="{566ABCEB-ACFC-4714-9973-3DA970169C29}" type="slidenum">
              <a:rPr altLang="en-US" sz="1400" lang="es-ES"/>
              <a:pPr algn="r" eaLnBrk="1" hangingPunct="1" lvl="0"/>
            </a:fld>
            <a:endParaRPr altLang="en-US" sz="1400" lang="es-E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sz="1400"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54" name=""/>
        <p:cNvGrpSpPr/>
        <p:nvPr/>
      </p:nvGrpSpPr>
      <p:grpSpPr>
        <a:xfrm>
          <a:off x="0" y="0"/>
          <a:ext cx="0" cy="0"/>
          <a:chOff x="0" y="0"/>
          <a:chExt cx="0" cy="0"/>
        </a:xfrm>
      </p:grpSpPr>
      <p:sp>
        <p:nvSpPr>
          <p:cNvPr id="1048642" name="Title 1"/>
          <p:cNvSpPr>
            <a:spLocks noGrp="1"/>
          </p:cNvSpPr>
          <p:nvPr>
            <p:ph type="title"/>
          </p:nvPr>
        </p:nvSpPr>
        <p:spPr/>
        <p:txBody>
          <a:bodyPr/>
          <a:p>
            <a:r>
              <a:rPr lang="en-US" smtClean="0"/>
              <a:t>Click to edit Master title style</a:t>
            </a:r>
            <a:endParaRPr lang="en-US"/>
          </a:p>
        </p:txBody>
      </p:sp>
      <p:sp>
        <p:nvSpPr>
          <p:cNvPr id="1048643"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4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5"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4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sz="1400" lang="es-E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a:fld id="{566ABCEB-ACFC-4714-9973-3DA970169C29}" type="slidenum">
              <a:rPr altLang="en-US" sz="1400" lang="es-ES"/>
              <a:pPr algn="r" eaLnBrk="1" hangingPunct="1" lvl="0"/>
            </a:fld>
            <a:endParaRPr altLang="en-US" sz="1400" lang="es-E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sz="1400"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55" name=""/>
        <p:cNvGrpSpPr/>
        <p:nvPr/>
      </p:nvGrpSpPr>
      <p:grpSpPr>
        <a:xfrm>
          <a:off x="0" y="0"/>
          <a:ext cx="0" cy="0"/>
          <a:chOff x="0" y="0"/>
          <a:chExt cx="0" cy="0"/>
        </a:xfrm>
      </p:grpSpPr>
      <p:sp>
        <p:nvSpPr>
          <p:cNvPr id="1048647" name="Title 1"/>
          <p:cNvSpPr>
            <a:spLocks noGrp="1"/>
          </p:cNvSpPr>
          <p:nvPr>
            <p:ph type="title"/>
          </p:nvPr>
        </p:nvSpPr>
        <p:spPr/>
        <p:txBody>
          <a:bodyPr/>
          <a:p>
            <a:r>
              <a:rPr lang="en-US" smtClean="0"/>
              <a:t>Click to edit Master title style</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sz="1400" lang="es-E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a:fld id="{566ABCEB-ACFC-4714-9973-3DA970169C29}" type="slidenum">
              <a:rPr altLang="en-US" sz="1400" lang="es-ES"/>
              <a:pPr algn="r" eaLnBrk="1" hangingPunct="1" lvl="0"/>
            </a:fld>
            <a:endParaRPr altLang="en-US" sz="1400" lang="es-E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sz="1400"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6" name=""/>
        <p:cNvGrpSpPr/>
        <p:nvPr/>
      </p:nvGrpSpPr>
      <p:grpSpPr>
        <a:xfrm>
          <a:off x="0" y="0"/>
          <a:ext cx="0" cy="0"/>
          <a:chOff x="0" y="0"/>
          <a:chExt cx="0" cy="0"/>
        </a:xfrm>
      </p:grpSpPr>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sz="1400" lang="es-E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a:fld id="{566ABCEB-ACFC-4714-9973-3DA970169C29}" type="slidenum">
              <a:rPr altLang="en-US" sz="1400" lang="es-ES"/>
              <a:pPr algn="r" eaLnBrk="1" hangingPunct="1" lvl="0"/>
            </a:fld>
            <a:endParaRPr altLang="en-US" sz="1400" lang="es-E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sz="1400"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57" name=""/>
        <p:cNvGrpSpPr/>
        <p:nvPr/>
      </p:nvGrpSpPr>
      <p:grpSpPr>
        <a:xfrm>
          <a:off x="0" y="0"/>
          <a:ext cx="0" cy="0"/>
          <a:chOff x="0" y="0"/>
          <a:chExt cx="0" cy="0"/>
        </a:xfrm>
      </p:grpSpPr>
      <p:sp>
        <p:nvSpPr>
          <p:cNvPr id="1048648"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649"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50"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sz="1400" lang="es-E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a:fld id="{566ABCEB-ACFC-4714-9973-3DA970169C29}" type="slidenum">
              <a:rPr altLang="en-US" sz="1400" lang="es-ES"/>
              <a:pPr algn="r" eaLnBrk="1" hangingPunct="1" lvl="0"/>
            </a:fld>
            <a:endParaRPr altLang="en-US" sz="1400" lang="es-E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sz="1400"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58" name=""/>
        <p:cNvGrpSpPr/>
        <p:nvPr/>
      </p:nvGrpSpPr>
      <p:grpSpPr>
        <a:xfrm>
          <a:off x="0" y="0"/>
          <a:ext cx="0" cy="0"/>
          <a:chOff x="0" y="0"/>
          <a:chExt cx="0" cy="0"/>
        </a:xfrm>
      </p:grpSpPr>
      <p:sp>
        <p:nvSpPr>
          <p:cNvPr id="1048651"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652" name="Picture Placeholder 2"/>
          <p:cNvSpPr>
            <a:spLocks noGrp="1"/>
          </p:cNvSpPr>
          <p:nvPr>
            <p:ph type="pic" idx="1"/>
          </p:nvPr>
        </p:nvSpPr>
        <p:spPr>
          <a:xfrm>
            <a:off x="1792288" y="612775"/>
            <a:ext cx="5486400" cy="4114800"/>
          </a:xfrm>
        </p:spPr>
        <p:txBody>
          <a:bodyPr anchor="t" anchorCtr="0" bIns="45720" compatLnSpc="1" lIns="91440" numCol="1" rIns="91440" tIns="45720" vert="horz" wrap="square">
            <a:prstTxWarp prst="textNoShape"/>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algn="l" defTabSz="914400" eaLnBrk="0" fontAlgn="base" hangingPunct="0" indent="0" latinLnBrk="0" lvl="0" marL="0" marR="0" rtl="0">
              <a:lnSpc>
                <a:spcPct val="100000"/>
              </a:lnSpc>
              <a:spcBef>
                <a:spcPct val="20000"/>
              </a:spcBef>
              <a:spcAft>
                <a:spcPct val="0"/>
              </a:spcAft>
              <a:buClrTx/>
              <a:buSzTx/>
              <a:buFontTx/>
              <a:buNone/>
            </a:pPr>
            <a:endParaRPr baseline="0" b="0" cap="none" sz="3200" i="0" kern="0" kumimoji="0" lang="en-US" noProof="0" normalizeH="0" spc="0" strike="noStrike" u="none" smtClean="0">
              <a:ln>
                <a:noFill/>
              </a:ln>
              <a:solidFill>
                <a:schemeClr val="tx1"/>
              </a:solidFill>
              <a:effectLst/>
              <a:uLnTx/>
              <a:uFillTx/>
              <a:latin typeface="+mn-lt"/>
              <a:ea typeface="+mn-ea"/>
              <a:cs typeface="+mn-cs"/>
            </a:endParaRPr>
          </a:p>
        </p:txBody>
      </p:sp>
      <p:sp>
        <p:nvSpPr>
          <p:cNvPr id="1048653"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sz="1400" lang="es-E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a:fld id="{566ABCEB-ACFC-4714-9973-3DA970169C29}" type="slidenum">
              <a:rPr altLang="en-US" sz="1400" lang="es-ES"/>
              <a:pPr algn="r" eaLnBrk="1" hangingPunct="1" lvl="0"/>
            </a:fld>
            <a:endParaRPr altLang="en-US" sz="1400" lang="es-E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sz="1400"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59" name=""/>
        <p:cNvGrpSpPr/>
        <p:nvPr/>
      </p:nvGrpSpPr>
      <p:grpSpPr>
        <a:xfrm>
          <a:off x="0" y="0"/>
          <a:ext cx="0" cy="0"/>
          <a:chOff x="0" y="0"/>
          <a:chExt cx="0" cy="0"/>
        </a:xfrm>
      </p:grpSpPr>
      <p:sp>
        <p:nvSpPr>
          <p:cNvPr id="1048654" name="Title 1"/>
          <p:cNvSpPr>
            <a:spLocks noGrp="1"/>
          </p:cNvSpPr>
          <p:nvPr>
            <p:ph type="title"/>
          </p:nvPr>
        </p:nvSpPr>
        <p:spPr/>
        <p:txBody>
          <a:bodyPr/>
          <a:p>
            <a:r>
              <a:rPr lang="en-US" smtClean="0"/>
              <a:t>Click to edit Master title style</a:t>
            </a:r>
            <a:endParaRPr lang="en-US"/>
          </a:p>
        </p:txBody>
      </p:sp>
      <p:sp>
        <p:nvSpPr>
          <p:cNvPr id="1048655"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sz="1400" lang="es-E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a:fld id="{566ABCEB-ACFC-4714-9973-3DA970169C29}" type="slidenum">
              <a:rPr altLang="en-US" sz="1400" lang="es-ES"/>
              <a:pPr algn="r" eaLnBrk="1" hangingPunct="1" lvl="0"/>
            </a:fld>
            <a:endParaRPr altLang="en-US" sz="1400" lang="es-E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sz="1400"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60" name=""/>
        <p:cNvGrpSpPr/>
        <p:nvPr/>
      </p:nvGrpSpPr>
      <p:grpSpPr>
        <a:xfrm>
          <a:off x="0" y="0"/>
          <a:ext cx="0" cy="0"/>
          <a:chOff x="0" y="0"/>
          <a:chExt cx="0" cy="0"/>
        </a:xfrm>
      </p:grpSpPr>
      <p:sp>
        <p:nvSpPr>
          <p:cNvPr id="1048656"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657"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sz="1400" lang="es-E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a:fld id="{566ABCEB-ACFC-4714-9973-3DA970169C29}" type="slidenum">
              <a:rPr altLang="en-US" sz="1400" lang="es-ES"/>
              <a:pPr algn="r" eaLnBrk="1" hangingPunct="1" lvl="0"/>
            </a:fld>
            <a:endParaRPr altLang="en-US" sz="1400" lang="es-E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sz="1400" lang="es-E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jpe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Pr>
        <a:blipFill rotWithShape="0">
          <a:blip xmlns:r="http://schemas.openxmlformats.org/officeDocument/2006/relationships" r:embed="rId12">
            <a:alphaModFix amt="100000"/>
          </a:blip>
          <a:srcRect/>
          <a:stretch>
            <a:fillRect/>
          </a:stretch>
        </a:blipFill>
      </p:bgPr>
    </p:bg>
    <p:spTree>
      <p:nvGrpSpPr>
        <p:cNvPr id="22" name=""/>
        <p:cNvGrpSpPr/>
        <p:nvPr/>
      </p:nvGrpSpPr>
      <p:grpSpPr>
        <a:xfrm rot="0">
          <a:off x="0" y="0"/>
          <a:ext cx="0" cy="0"/>
          <a:chOff x="0" y="0"/>
          <a:chExt cx="0" cy="0"/>
        </a:xfrm>
      </p:grpSpPr>
      <p:sp>
        <p:nvSpPr>
          <p:cNvPr id="1048576" name="Rectangle 2"/>
          <p:cNvSpPr/>
          <p:nvPr>
            <p:ph type="title" sz="full" idx="0"/>
          </p:nvPr>
        </p:nvSpPr>
        <p:spPr>
          <a:xfrm rot="0">
            <a:off x="457200" y="274637"/>
            <a:ext cx="8229600" cy="1143000"/>
          </a:xfrm>
          <a:prstGeom prst="rect"/>
          <a:noFill/>
          <a:ln>
            <a:noFill/>
          </a:ln>
        </p:spPr>
        <p:txBody>
          <a:bodyPr anchor="ctr" bIns="45720" lIns="91440" rIns="91440" tIns="45720" vert="horz"/>
          <a:p>
            <a:pPr lvl="0"/>
            <a:r>
              <a:rPr altLang="en-US" lang="es-ES"/>
              <a:t>Haga clic para cambiar el estilo de título	</a:t>
            </a:r>
          </a:p>
        </p:txBody>
      </p:sp>
      <p:sp>
        <p:nvSpPr>
          <p:cNvPr id="1048577" name="Rectangle 3"/>
          <p:cNvSpPr/>
          <p:nvPr>
            <p:ph type="body" sz="full" idx="1"/>
          </p:nvPr>
        </p:nvSpPr>
        <p:spPr>
          <a:xfrm rot="0">
            <a:off x="457200" y="1600200"/>
            <a:ext cx="8229600" cy="4525962"/>
          </a:xfrm>
          <a:prstGeom prst="rect"/>
          <a:noFill/>
          <a:ln>
            <a:noFill/>
          </a:ln>
        </p:spPr>
        <p:txBody>
          <a:bodyPr anchor="t" bIns="45720" lIns="91440" rIns="91440" tIns="45720" vert="horz"/>
          <a:p>
            <a:pPr lvl="0"/>
            <a:r>
              <a:rPr altLang="en-US" lang="es-ES"/>
              <a:t>Haga clic para modificar el estilo de texto del patrón</a:t>
            </a:r>
          </a:p>
          <a:p>
            <a:pPr lvl="1"/>
            <a:r>
              <a:rPr altLang="en-US" lang="es-ES"/>
              <a:t>Segundo nivel</a:t>
            </a:r>
          </a:p>
          <a:p>
            <a:pPr lvl="2"/>
            <a:r>
              <a:rPr altLang="en-US" lang="es-ES"/>
              <a:t>Tercer nivel</a:t>
            </a:r>
          </a:p>
          <a:p>
            <a:pPr lvl="3"/>
            <a:r>
              <a:rPr altLang="en-US" lang="es-ES"/>
              <a:t>Cuarto nivel</a:t>
            </a:r>
          </a:p>
          <a:p>
            <a:pPr lvl="4"/>
            <a:r>
              <a:rPr altLang="en-US" lang="es-ES"/>
              <a:t>Quinto nivel</a:t>
            </a:r>
          </a:p>
        </p:txBody>
      </p:sp>
      <p:sp>
        <p:nvSpPr>
          <p:cNvPr id="1048578" name="Rectangle 4"/>
          <p:cNvSpPr/>
          <p:nvPr>
            <p:ph type="dt" sz="half" idx="2"/>
          </p:nvPr>
        </p:nvSpPr>
        <p:spPr>
          <a:xfrm rot="0">
            <a:off x="457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eaLnBrk="1" hangingPunct="1" lvl="0"/>
            <a:endParaRPr altLang="en-US" sz="1400" lang="es-ES"/>
          </a:p>
        </p:txBody>
      </p:sp>
      <p:sp>
        <p:nvSpPr>
          <p:cNvPr id="1048579" name="Rectangle 5"/>
          <p:cNvSpPr/>
          <p:nvPr>
            <p:ph type="ftr" sz="quarter" idx="3"/>
          </p:nvPr>
        </p:nvSpPr>
        <p:spPr>
          <a:xfrm rot="0">
            <a:off x="3124200" y="6245225"/>
            <a:ext cx="2895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a:endParaRPr altLang="en-US" sz="1400" lang="es-ES"/>
          </a:p>
        </p:txBody>
      </p:sp>
      <p:sp>
        <p:nvSpPr>
          <p:cNvPr id="1048580" name="Rectangle 6"/>
          <p:cNvSpPr/>
          <p:nvPr>
            <p:ph type="sldNum" sz="quarter" idx="4"/>
          </p:nvPr>
        </p:nvSpPr>
        <p:spPr>
          <a:xfrm rot="0">
            <a:off x="6553200" y="6245225"/>
            <a:ext cx="2133600" cy="476250"/>
          </a:xfrm>
          <a:prstGeom prst="rect"/>
          <a:noFill/>
          <a:ln>
            <a:noFill/>
          </a:ln>
        </p:spPr>
        <p:txBody>
          <a:bodyPr anchor="t" bIns="45720" lIns="91440" rIns="91440" tIns="45720" vert="horz"/>
          <a:lstStyle>
            <a:lvl1pPr algn="l" eaLnBrk="1" fontAlgn="base" hangingPunct="1"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1" fontAlgn="base" hangingPunct="1"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1" fontAlgn="base" hangingPunct="1"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1" fontAlgn="base" hangingPunct="1"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1" fontAlgn="base" hangingPunct="1"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a:fld id="{566ABCEB-ACFC-4714-9973-3DA970169C29}" type="slidenum">
              <a:rPr altLang="en-US" sz="1400" lang="es-ES"/>
              <a:pPr algn="r" eaLnBrk="1" hangingPunct="1" lvl="0"/>
            </a:fld>
            <a:endParaRPr altLang="en-US" sz="1400" lang="es-ES"/>
          </a:p>
        </p:txBody>
      </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sldNum="0"/>
  <p:txStyles>
    <p:titleStyle>
      <a:lvl1pPr algn="ctr" eaLnBrk="0" fontAlgn="base" hangingPunct="0" rtl="0">
        <a:spcBef>
          <a:spcPct val="0"/>
        </a:spcBef>
        <a:spcAft>
          <a:spcPct val="0"/>
        </a:spcAft>
        <a:defRPr sz="4400">
          <a:solidFill>
            <a:schemeClr val="tx2"/>
          </a:solidFill>
          <a:latin typeface="+mj-lt"/>
          <a:ea typeface="+mj-ea"/>
          <a:cs typeface="+mj-cs"/>
        </a:defRPr>
      </a:lvl1pPr>
      <a:lvl2pPr algn="ctr" eaLnBrk="0" fontAlgn="base" hangingPunct="0" rtl="0">
        <a:spcBef>
          <a:spcPct val="0"/>
        </a:spcBef>
        <a:spcAft>
          <a:spcPct val="0"/>
        </a:spcAft>
        <a:defRPr sz="4400">
          <a:solidFill>
            <a:schemeClr val="tx2"/>
          </a:solidFill>
          <a:latin typeface="Arial" charset="0"/>
          <a:cs typeface="Arial" charset="0"/>
        </a:defRPr>
      </a:lvl2pPr>
      <a:lvl3pPr algn="ctr" eaLnBrk="0" fontAlgn="base" hangingPunct="0" rtl="0">
        <a:spcBef>
          <a:spcPct val="0"/>
        </a:spcBef>
        <a:spcAft>
          <a:spcPct val="0"/>
        </a:spcAft>
        <a:defRPr sz="4400">
          <a:solidFill>
            <a:schemeClr val="tx2"/>
          </a:solidFill>
          <a:latin typeface="Arial" charset="0"/>
          <a:cs typeface="Arial" charset="0"/>
        </a:defRPr>
      </a:lvl3pPr>
      <a:lvl4pPr algn="ctr" eaLnBrk="0" fontAlgn="base" hangingPunct="0" rtl="0">
        <a:spcBef>
          <a:spcPct val="0"/>
        </a:spcBef>
        <a:spcAft>
          <a:spcPct val="0"/>
        </a:spcAft>
        <a:defRPr sz="4400">
          <a:solidFill>
            <a:schemeClr val="tx2"/>
          </a:solidFill>
          <a:latin typeface="Arial" charset="0"/>
          <a:cs typeface="Arial" charset="0"/>
        </a:defRPr>
      </a:lvl4pPr>
      <a:lvl5pPr algn="ctr" eaLnBrk="0" fontAlgn="base" hangingPunct="0" rtl="0">
        <a:spcBef>
          <a:spcPct val="0"/>
        </a:spcBef>
        <a:spcAft>
          <a:spcPct val="0"/>
        </a:spcAft>
        <a:defRPr sz="4400">
          <a:solidFill>
            <a:schemeClr val="tx2"/>
          </a:solidFill>
          <a:latin typeface="Arial" charset="0"/>
          <a:cs typeface="Arial" charset="0"/>
        </a:defRPr>
      </a:lvl5pPr>
      <a:lvl6pPr algn="ctr" fontAlgn="base" marL="457200" rtl="0">
        <a:spcBef>
          <a:spcPct val="0"/>
        </a:spcBef>
        <a:spcAft>
          <a:spcPct val="0"/>
        </a:spcAft>
        <a:defRPr sz="4400">
          <a:solidFill>
            <a:schemeClr val="tx2"/>
          </a:solidFill>
          <a:latin typeface="Arial" charset="0"/>
          <a:cs typeface="Arial" charset="0"/>
        </a:defRPr>
      </a:lvl6pPr>
      <a:lvl7pPr algn="ctr" fontAlgn="base" marL="914400" rtl="0">
        <a:spcBef>
          <a:spcPct val="0"/>
        </a:spcBef>
        <a:spcAft>
          <a:spcPct val="0"/>
        </a:spcAft>
        <a:defRPr sz="4400">
          <a:solidFill>
            <a:schemeClr val="tx2"/>
          </a:solidFill>
          <a:latin typeface="Arial" charset="0"/>
          <a:cs typeface="Arial" charset="0"/>
        </a:defRPr>
      </a:lvl7pPr>
      <a:lvl8pPr algn="ctr" fontAlgn="base" marL="1371600" rtl="0">
        <a:spcBef>
          <a:spcPct val="0"/>
        </a:spcBef>
        <a:spcAft>
          <a:spcPct val="0"/>
        </a:spcAft>
        <a:defRPr sz="4400">
          <a:solidFill>
            <a:schemeClr val="tx2"/>
          </a:solidFill>
          <a:latin typeface="Arial" charset="0"/>
          <a:cs typeface="Arial" charset="0"/>
        </a:defRPr>
      </a:lvl8pPr>
      <a:lvl9pPr algn="ctr" fontAlgn="base" marL="1828800" rtl="0">
        <a:spcBef>
          <a:spcPct val="0"/>
        </a:spcBef>
        <a:spcAft>
          <a:spcPct val="0"/>
        </a:spcAft>
        <a:defRPr sz="4400">
          <a:solidFill>
            <a:schemeClr val="tx2"/>
          </a:solidFill>
          <a:latin typeface="Arial" charset="0"/>
          <a:cs typeface="Arial" charset="0"/>
        </a:defRPr>
      </a:lvl9pPr>
    </p:titleStyle>
    <p:bodyStyle>
      <a:lvl1pPr algn="l" eaLnBrk="0" fontAlgn="base" hangingPunct="0" indent="-342900" marL="342900" rtl="0">
        <a:spcBef>
          <a:spcPct val="20000"/>
        </a:spcBef>
        <a:spcAft>
          <a:spcPct val="0"/>
        </a:spcAft>
        <a:buChar char="•"/>
        <a:defRPr sz="3200">
          <a:solidFill>
            <a:schemeClr val="tx1"/>
          </a:solidFill>
          <a:latin typeface="+mn-lt"/>
          <a:ea typeface="+mn-ea"/>
          <a:cs typeface="+mn-cs"/>
        </a:defRPr>
      </a:lvl1pPr>
      <a:lvl2pPr algn="l" eaLnBrk="0" fontAlgn="base" hangingPunct="0" indent="-285750" marL="742950" rtl="0">
        <a:spcBef>
          <a:spcPct val="20000"/>
        </a:spcBef>
        <a:spcAft>
          <a:spcPct val="0"/>
        </a:spcAft>
        <a:buChar char="–"/>
        <a:defRPr sz="2800">
          <a:solidFill>
            <a:schemeClr val="tx1"/>
          </a:solidFill>
          <a:latin typeface="+mn-lt"/>
          <a:cs typeface="+mn-cs"/>
        </a:defRPr>
      </a:lvl2pPr>
      <a:lvl3pPr algn="l" eaLnBrk="0" fontAlgn="base" hangingPunct="0" indent="-228600" marL="1143000" rtl="0">
        <a:spcBef>
          <a:spcPct val="20000"/>
        </a:spcBef>
        <a:spcAft>
          <a:spcPct val="0"/>
        </a:spcAft>
        <a:buChar char="•"/>
        <a:defRPr sz="2400">
          <a:solidFill>
            <a:schemeClr val="tx1"/>
          </a:solidFill>
          <a:latin typeface="+mn-lt"/>
          <a:cs typeface="+mn-cs"/>
        </a:defRPr>
      </a:lvl3pPr>
      <a:lvl4pPr algn="l" eaLnBrk="0" fontAlgn="base" hangingPunct="0" indent="-228600" marL="1600200" rtl="0">
        <a:spcBef>
          <a:spcPct val="20000"/>
        </a:spcBef>
        <a:spcAft>
          <a:spcPct val="0"/>
        </a:spcAft>
        <a:buChar char="–"/>
        <a:defRPr sz="2000">
          <a:solidFill>
            <a:schemeClr val="tx1"/>
          </a:solidFill>
          <a:latin typeface="+mn-lt"/>
          <a:cs typeface="+mn-cs"/>
        </a:defRPr>
      </a:lvl4pPr>
      <a:lvl5pPr algn="l" eaLnBrk="0" fontAlgn="base" hangingPunct="0" indent="-228600" marL="2057400" rtl="0">
        <a:spcBef>
          <a:spcPct val="20000"/>
        </a:spcBef>
        <a:spcAft>
          <a:spcPct val="0"/>
        </a:spcAft>
        <a:buChar char="»"/>
        <a:defRPr sz="2000">
          <a:solidFill>
            <a:schemeClr val="tx1"/>
          </a:solidFill>
          <a:latin typeface="+mn-lt"/>
          <a:cs typeface="+mn-cs"/>
        </a:defRPr>
      </a:lvl5pPr>
      <a:lvl6pPr algn="l" fontAlgn="base" indent="-228600" marL="2514600" rtl="0">
        <a:spcBef>
          <a:spcPct val="20000"/>
        </a:spcBef>
        <a:spcAft>
          <a:spcPct val="0"/>
        </a:spcAft>
        <a:buChar char="»"/>
        <a:defRPr sz="2000">
          <a:solidFill>
            <a:schemeClr val="tx1"/>
          </a:solidFill>
          <a:latin typeface="+mn-lt"/>
          <a:cs typeface="+mn-cs"/>
        </a:defRPr>
      </a:lvl6pPr>
      <a:lvl7pPr algn="l" fontAlgn="base" indent="-228600" marL="2971800" rtl="0">
        <a:spcBef>
          <a:spcPct val="20000"/>
        </a:spcBef>
        <a:spcAft>
          <a:spcPct val="0"/>
        </a:spcAft>
        <a:buChar char="»"/>
        <a:defRPr sz="2000">
          <a:solidFill>
            <a:schemeClr val="tx1"/>
          </a:solidFill>
          <a:latin typeface="+mn-lt"/>
          <a:cs typeface="+mn-cs"/>
        </a:defRPr>
      </a:lvl7pPr>
      <a:lvl8pPr algn="l" fontAlgn="base" indent="-228600" marL="3429000" rtl="0">
        <a:spcBef>
          <a:spcPct val="20000"/>
        </a:spcBef>
        <a:spcAft>
          <a:spcPct val="0"/>
        </a:spcAft>
        <a:buChar char="»"/>
        <a:defRPr sz="2000">
          <a:solidFill>
            <a:schemeClr val="tx1"/>
          </a:solidFill>
          <a:latin typeface="+mn-lt"/>
          <a:cs typeface="+mn-cs"/>
        </a:defRPr>
      </a:lvl8pPr>
      <a:lvl9pPr algn="l" fontAlgn="base" indent="-228600" marL="3886200" rtl="0">
        <a:spcBef>
          <a:spcPct val="20000"/>
        </a:spcBef>
        <a:spcAft>
          <a:spcPct val="0"/>
        </a:spcAft>
        <a:buChar char="»"/>
        <a:defRPr sz="2000">
          <a:solidFill>
            <a:schemeClr val="tx1"/>
          </a:solidFill>
          <a:latin typeface="+mn-lt"/>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1">
  <p:cSld>
    <p:spTree>
      <p:nvGrpSpPr>
        <p:cNvPr id="23" name=""/>
        <p:cNvGrpSpPr/>
        <p:nvPr/>
      </p:nvGrpSpPr>
      <p:grpSpPr>
        <a:xfrm rot="0">
          <a:off x="0" y="0"/>
          <a:ext cx="0" cy="0"/>
          <a:chOff x="0" y="0"/>
          <a:chExt cx="0" cy="0"/>
        </a:xfrm>
      </p:grpSpPr>
      <p:sp>
        <p:nvSpPr>
          <p:cNvPr id="1048581" name="Rectangle 173"/>
          <p:cNvSpPr/>
          <p:nvPr/>
        </p:nvSpPr>
        <p:spPr>
          <a:xfrm rot="0">
            <a:off x="1357312" y="2357437"/>
            <a:ext cx="6408737" cy="1576387"/>
          </a:xfrm>
          <a:prstGeom prst="rect"/>
          <a:noFill/>
          <a:ln>
            <a:noFill/>
          </a:ln>
        </p:spPr>
        <p:txBody>
          <a:bodyPr anchor="t" bIns="45720" lIns="91440" rIns="91440" tIns="45720" vert="horz"/>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ctr" eaLnBrk="1" hangingPunct="1" lvl="0" rtl="1">
              <a:lnSpc>
                <a:spcPct val="90000"/>
              </a:lnSpc>
              <a:spcBef>
                <a:spcPct val="20000"/>
              </a:spcBef>
            </a:pPr>
            <a:r>
              <a:rPr altLang="en-US" b="1" sz="4400" lang="en-US"/>
              <a:t> </a:t>
            </a:r>
            <a:r>
              <a:rPr altLang="en-US" b="1" sz="4400" lang="ar-SA" u="sng"/>
              <a:t>إنتاج الوسائط المتعددة </a:t>
            </a:r>
            <a:r>
              <a:rPr altLang="en-US" b="1" sz="4400" lang="en-US" u="sng"/>
              <a:t>Multimedia Production</a:t>
            </a:r>
          </a:p>
        </p:txBody>
      </p:sp>
      <p:sp>
        <p:nvSpPr>
          <p:cNvPr id="1048582" name="Rectangle 177"/>
          <p:cNvSpPr/>
          <p:nvPr/>
        </p:nvSpPr>
        <p:spPr>
          <a:xfrm rot="0">
            <a:off x="1116012" y="4714875"/>
            <a:ext cx="7678737" cy="576262"/>
          </a:xfrm>
          <a:prstGeom prst="rect"/>
          <a:noFill/>
          <a:ln>
            <a:noFill/>
          </a:ln>
        </p:spPr>
        <p:txBody>
          <a:bodyPr anchor="t" bIns="45720" lIns="91440" rIns="91440" tIns="45720" vert="horz"/>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r" eaLnBrk="1" hangingPunct="1" lvl="0" rtl="1">
              <a:lnSpc>
                <a:spcPct val="90000"/>
              </a:lnSpc>
              <a:spcBef>
                <a:spcPct val="20000"/>
              </a:spcBef>
            </a:pPr>
            <a:r>
              <a:rPr altLang="en-US" b="1" sz="4000" lang="ar-SA">
                <a:solidFill>
                  <a:srgbClr val="333333"/>
                </a:solidFill>
                <a:latin typeface="Arabic Typesetting" pitchFamily="66" charset="-78"/>
                <a:ea typeface="Arabic Typesetting" pitchFamily="66" charset="-78"/>
              </a:rPr>
              <a:t>رائد مهندس/أبوبكر عبد الرحيم الجاك</a:t>
            </a:r>
          </a:p>
        </p:txBody>
      </p:sp>
    </p:spTree>
  </p:cSld>
  <p:clrMapOvr>
    <a:masterClrMapping/>
  </p:clrMapOvr>
  <p:timing/>
</p:sld>
</file>

<file path=ppt/slides/slide2.xml><?xml version="1.0" encoding="utf-8"?>
<p:sld xmlns:a="http://schemas.openxmlformats.org/drawingml/2006/main" xmlns:r="http://schemas.openxmlformats.org/officeDocument/2006/relationships" xmlns:p="http://schemas.openxmlformats.org/presentationml/2006/main" showMasterSp="1">
  <p:cSld>
    <p:spTree>
      <p:nvGrpSpPr>
        <p:cNvPr id="33" name=""/>
        <p:cNvGrpSpPr/>
        <p:nvPr/>
      </p:nvGrpSpPr>
      <p:grpSpPr>
        <a:xfrm rot="0">
          <a:off x="0" y="0"/>
          <a:ext cx="0" cy="0"/>
          <a:chOff x="0" y="0"/>
          <a:chExt cx="0" cy="0"/>
        </a:xfrm>
      </p:grpSpPr>
      <p:sp>
        <p:nvSpPr>
          <p:cNvPr id="1048585" name="Rectangle 2"/>
          <p:cNvSpPr/>
          <p:nvPr>
            <p:ph type="title" sz="full" idx="0"/>
          </p:nvPr>
        </p:nvSpPr>
        <p:spPr>
          <a:xfrm rot="0">
            <a:off x="539750" y="142875"/>
            <a:ext cx="8229600" cy="1125537"/>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a:r>
              <a:rPr altLang="en-US" b="1" lang="en-US"/>
              <a:t> </a:t>
            </a:r>
            <a:r>
              <a:rPr altLang="en-US" b="1" lang="ar-SA" u="sng"/>
              <a:t>إنتاج الوسائط المتعددة </a:t>
            </a:r>
            <a:br>
              <a:rPr altLang="en-US" b="1" lang="ar-SA" u="sng"/>
            </a:br>
            <a:r>
              <a:rPr altLang="en-US" b="1" lang="en-US" u="sng"/>
              <a:t>Multimedia Production</a:t>
            </a:r>
          </a:p>
        </p:txBody>
      </p:sp>
      <p:sp>
        <p:nvSpPr>
          <p:cNvPr id="1048586" name="Rectangle 3"/>
          <p:cNvSpPr/>
          <p:nvPr>
            <p:ph type="body" sz="full" idx="1"/>
          </p:nvPr>
        </p:nvSpPr>
        <p:spPr>
          <a:xfrm rot="0">
            <a:off x="457200" y="1460500"/>
            <a:ext cx="8229600" cy="4968875"/>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just" eaLnBrk="1" hangingPunct="1" lvl="0" rtl="1"/>
            <a:r>
              <a:rPr altLang="en-US" lang="ar-SA"/>
              <a:t>في البداية تحدثنا عن تعريف الوسائط المتعددة </a:t>
            </a:r>
            <a:r>
              <a:rPr altLang="en-US" lang="en-US"/>
              <a:t>Multimedia </a:t>
            </a:r>
            <a:r>
              <a:rPr altLang="en-US" lang="ar-SA"/>
              <a:t> . حيث كان يطلق اسم الوسائط المتعددة على أي استخدامات للوسائط المختلفة مثل الكاسيت و الفيديو و كنا نسمع عن تعليم اللغة الإنجليزية باستخدام أشرطة الكاسيت، والفيديو و الكتب وكان كل وسيط يعمل منفصلا عن الآخر. </a:t>
            </a:r>
          </a:p>
          <a:p>
            <a:pPr algn="r" eaLnBrk="1" hangingPunct="1" lvl="0" rtl="1"/>
            <a:r>
              <a:rPr altLang="en-US" lang="ar-SA"/>
              <a:t>أما حديثاً فإن نظام الوسائط المتعددة يقصد به إنتاج برنامج متفاعل (</a:t>
            </a:r>
            <a:r>
              <a:rPr altLang="en-US" lang="en-US"/>
              <a:t>Interactive</a:t>
            </a:r>
            <a:r>
              <a:rPr altLang="en-US" lang="ar-SA"/>
              <a:t>) ويحتوى على كل من الصوت أو الرسوم المتحركة أو الفيديو. </a:t>
            </a:r>
          </a:p>
          <a:p>
            <a:pPr algn="r" eaLnBrk="1" hangingPunct="1" lvl="0" rtl="1"/>
            <a:endParaRPr altLang="en-US" lang="en-US">
              <a:solidFill>
                <a:srgbClr val="1C1C1C"/>
              </a:solidFill>
            </a:endParaRPr>
          </a:p>
        </p:txBody>
      </p:sp>
    </p:spTree>
  </p:cSld>
  <p:clrMapOvr>
    <a:masterClrMapping/>
  </p:clrMapOvr>
  <p:timing/>
</p:sld>
</file>

<file path=ppt/slides/slide3.xml><?xml version="1.0" encoding="utf-8"?>
<p:sld xmlns:a="http://schemas.openxmlformats.org/drawingml/2006/main" xmlns:r="http://schemas.openxmlformats.org/officeDocument/2006/relationships" xmlns:p="http://schemas.openxmlformats.org/presentationml/2006/main" showMasterSp="1">
  <p:cSld>
    <p:spTree>
      <p:nvGrpSpPr>
        <p:cNvPr id="35" name=""/>
        <p:cNvGrpSpPr/>
        <p:nvPr/>
      </p:nvGrpSpPr>
      <p:grpSpPr>
        <a:xfrm rot="0">
          <a:off x="0" y="0"/>
          <a:ext cx="0" cy="0"/>
          <a:chOff x="0" y="0"/>
          <a:chExt cx="0" cy="0"/>
        </a:xfrm>
      </p:grpSpPr>
      <p:sp>
        <p:nvSpPr>
          <p:cNvPr id="1048589"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rtl="1"/>
            <a:r>
              <a:rPr altLang="en-US" b="1" lang="ar-SA" u="sng"/>
              <a:t>إنتاج الوسائط المتعددة</a:t>
            </a:r>
          </a:p>
        </p:txBody>
      </p:sp>
      <p:sp>
        <p:nvSpPr>
          <p:cNvPr id="1048590" name="Content Placeholder 2"/>
          <p:cNvSpPr/>
          <p:nvPr>
            <p:ph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r" eaLnBrk="1" hangingPunct="1" lvl="0" rtl="1"/>
            <a:r>
              <a:rPr altLang="en-US" lang="ar-SA"/>
              <a:t>وهذا يعنى استخدام:</a:t>
            </a:r>
          </a:p>
          <a:p>
            <a:pPr algn="r" eaLnBrk="1" hangingPunct="1" lvl="0" rtl="1"/>
            <a:r>
              <a:rPr altLang="en-US" lang="ar-SA"/>
              <a:t>الصوت </a:t>
            </a:r>
            <a:r>
              <a:rPr altLang="en-US" lang="en-US"/>
              <a:t>Sound</a:t>
            </a:r>
          </a:p>
          <a:p>
            <a:pPr algn="r" eaLnBrk="1" hangingPunct="1" lvl="0" rtl="1"/>
            <a:r>
              <a:rPr altLang="en-US" lang="ar-SA"/>
              <a:t>الصورة (الرسوم أو الكلمات)</a:t>
            </a:r>
            <a:r>
              <a:rPr altLang="en-US" lang="en-US"/>
              <a:t> Graphics</a:t>
            </a:r>
          </a:p>
          <a:p>
            <a:pPr algn="r" eaLnBrk="1" hangingPunct="1" lvl="0" rtl="1"/>
            <a:r>
              <a:rPr altLang="en-US" lang="ar-SA"/>
              <a:t>الحركة</a:t>
            </a:r>
            <a:r>
              <a:rPr altLang="en-US" lang="en-US"/>
              <a:t>       Animation</a:t>
            </a:r>
          </a:p>
          <a:p>
            <a:pPr algn="r" eaLnBrk="1" hangingPunct="1" lvl="0" rtl="1"/>
            <a:r>
              <a:rPr altLang="en-US" lang="ar-SA"/>
              <a:t>الصوت و الكلمات  </a:t>
            </a:r>
            <a:r>
              <a:rPr altLang="en-US" lang="en-US"/>
              <a:t>  Audio </a:t>
            </a:r>
            <a:r>
              <a:rPr altLang="en-US" lang="ar-SA"/>
              <a:t>&amp; </a:t>
            </a:r>
            <a:r>
              <a:rPr altLang="en-US" lang="en-US"/>
              <a:t> Text   </a:t>
            </a:r>
            <a:r>
              <a:rPr altLang="en-US" lang="ar-SA"/>
              <a:t>  </a:t>
            </a:r>
          </a:p>
          <a:p>
            <a:pPr algn="r" eaLnBrk="1" hangingPunct="1" lvl="0" rtl="1"/>
            <a:r>
              <a:rPr altLang="en-US" lang="ar-SA"/>
              <a:t>الصورة و الصوت  </a:t>
            </a:r>
            <a:r>
              <a:rPr altLang="en-US" lang="en-US"/>
              <a:t>Image &amp; Audio  </a:t>
            </a:r>
          </a:p>
          <a:p>
            <a:pPr algn="r" eaLnBrk="1" hangingPunct="1" lvl="0" rtl="1"/>
            <a:r>
              <a:rPr altLang="en-US" lang="ar-SA"/>
              <a:t>الحركة و الصوت و الكلمة  (الفيديو) </a:t>
            </a:r>
            <a:r>
              <a:rPr altLang="en-US" lang="en-US"/>
              <a:t>  Video </a:t>
            </a:r>
          </a:p>
        </p:txBody>
      </p:sp>
    </p:spTree>
  </p:cSld>
  <p:clrMapOvr>
    <a:masterClrMapping/>
  </p:clrMapOvr>
  <p:timing/>
</p:sld>
</file>

<file path=ppt/slides/slide4.xml><?xml version="1.0" encoding="utf-8"?>
<p:sld xmlns:a="http://schemas.openxmlformats.org/drawingml/2006/main" xmlns:r="http://schemas.openxmlformats.org/officeDocument/2006/relationships" xmlns:p="http://schemas.openxmlformats.org/presentationml/2006/main" showMasterSp="1">
  <p:cSld>
    <p:spTree>
      <p:nvGrpSpPr>
        <p:cNvPr id="36" name=""/>
        <p:cNvGrpSpPr/>
        <p:nvPr/>
      </p:nvGrpSpPr>
      <p:grpSpPr>
        <a:xfrm rot="0">
          <a:off x="0" y="0"/>
          <a:ext cx="0" cy="0"/>
          <a:chOff x="0" y="0"/>
          <a:chExt cx="0" cy="0"/>
        </a:xfrm>
      </p:grpSpPr>
      <p:sp>
        <p:nvSpPr>
          <p:cNvPr id="1048591"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a:r>
              <a:rPr altLang="en-US" b="1" lang="ar-SA" u="sng"/>
              <a:t>إنتاج الوسائط المتعددة</a:t>
            </a:r>
          </a:p>
        </p:txBody>
      </p:sp>
      <p:sp>
        <p:nvSpPr>
          <p:cNvPr id="1048592" name="Content Placeholder 2"/>
          <p:cNvSpPr/>
          <p:nvPr>
            <p:ph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just" eaLnBrk="1" hangingPunct="1" lvl="0" rtl="1"/>
            <a:r>
              <a:rPr altLang="en-US" lang="ar-SA"/>
              <a:t>وفي تصميم الـ</a:t>
            </a:r>
            <a:r>
              <a:rPr altLang="en-US" lang="en-US"/>
              <a:t>Multimedia</a:t>
            </a:r>
            <a:r>
              <a:rPr altLang="en-US" lang="ar-SA"/>
              <a:t> يراعي البساطة و الإبداع حتى  لا ينصرف انتباه المشاهد. ويمكن استخدام الوسائط المتعددة في التعليم و التدريب و الترفيه (ألعاب الحاسوب، و الدعاية و الإعلام على التلفزيون) مثال قناة الجزيرة.</a:t>
            </a:r>
          </a:p>
        </p:txBody>
      </p:sp>
      <p:pic>
        <p:nvPicPr>
          <p:cNvPr id="2097152" name="Picture 2" descr="logo-area"/>
          <p:cNvPicPr>
            <a:picLocks/>
          </p:cNvPicPr>
          <p:nvPr/>
        </p:nvPicPr>
        <p:blipFill>
          <a:blip xmlns:r="http://schemas.openxmlformats.org/officeDocument/2006/relationships" r:embed="rId1">
            <a:lum contrast="18000"/>
          </a:blip>
          <a:srcRect l="0" t="0" r="0" b="0"/>
          <a:stretch>
            <a:fillRect/>
          </a:stretch>
        </p:blipFill>
        <p:spPr>
          <a:xfrm rot="0">
            <a:off x="3500437" y="4000500"/>
            <a:ext cx="2562225" cy="2233612"/>
          </a:xfrm>
          <a:prstGeom prst="rect"/>
          <a:noFill/>
          <a:ln>
            <a:noFill/>
          </a:ln>
        </p:spPr>
      </p:pic>
    </p:spTree>
  </p:cSld>
  <p:clrMapOvr>
    <a:masterClrMapping/>
  </p:clrMapOvr>
  <p:timing/>
</p:sld>
</file>

<file path=ppt/slides/slide5.xml><?xml version="1.0" encoding="utf-8"?>
<p:sld xmlns:a="http://schemas.openxmlformats.org/drawingml/2006/main" xmlns:r="http://schemas.openxmlformats.org/officeDocument/2006/relationships" xmlns:p="http://schemas.openxmlformats.org/presentationml/2006/main" showMasterSp="1">
  <p:cSld>
    <p:spTree>
      <p:nvGrpSpPr>
        <p:cNvPr id="37" name=""/>
        <p:cNvGrpSpPr/>
        <p:nvPr/>
      </p:nvGrpSpPr>
      <p:grpSpPr>
        <a:xfrm rot="0">
          <a:off x="0" y="0"/>
          <a:ext cx="0" cy="0"/>
          <a:chOff x="0" y="0"/>
          <a:chExt cx="0" cy="0"/>
        </a:xfrm>
      </p:grpSpPr>
      <p:sp>
        <p:nvSpPr>
          <p:cNvPr id="1048593" name="Title 1"/>
          <p:cNvSpPr/>
          <p:nvPr>
            <p:ph type="title" sz="full" idx="0"/>
          </p:nvPr>
        </p:nvSpPr>
        <p:spPr>
          <a:xfrm rot="0">
            <a:off x="1143000" y="785812"/>
            <a:ext cx="7543800" cy="1000125"/>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rtl="1"/>
            <a:r>
              <a:rPr altLang="en-US" b="1" lang="ar-SA" u="sng"/>
              <a:t>مراحل إنتاج الوسائط المتعددة </a:t>
            </a:r>
            <a:r>
              <a:rPr altLang="en-US" b="1" lang="en-US" u="sng"/>
              <a:t>Production lifecycle</a:t>
            </a:r>
            <a:br>
              <a:rPr altLang="en-US" sz="5400" lang="en-US"/>
            </a:br>
            <a:endParaRPr altLang="en-US" sz="5400" lang="en-US"/>
          </a:p>
        </p:txBody>
      </p:sp>
      <p:sp>
        <p:nvSpPr>
          <p:cNvPr id="1048594" name="Content Placeholder 2"/>
          <p:cNvSpPr/>
          <p:nvPr>
            <p:ph sz="full" idx="1"/>
          </p:nvPr>
        </p:nvSpPr>
        <p:spPr>
          <a:xfrm rot="0">
            <a:off x="457200" y="197485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r" eaLnBrk="1" hangingPunct="1" lvl="0" rtl="1"/>
            <a:r>
              <a:rPr altLang="en-US" lang="ar-SA"/>
              <a:t>مرحلة التحليل </a:t>
            </a:r>
            <a:r>
              <a:rPr altLang="en-US" lang="en-US"/>
              <a:t>Analysis phase </a:t>
            </a:r>
          </a:p>
          <a:p>
            <a:pPr algn="r" eaLnBrk="1" hangingPunct="1" lvl="0" rtl="1"/>
            <a:r>
              <a:rPr altLang="en-US" lang="ar-SA"/>
              <a:t>مرحلة التصميم </a:t>
            </a:r>
            <a:r>
              <a:rPr altLang="en-US" lang="en-US"/>
              <a:t>Design Phase</a:t>
            </a:r>
            <a:r>
              <a:rPr altLang="en-US" lang="ar-SA"/>
              <a:t> </a:t>
            </a:r>
          </a:p>
          <a:p>
            <a:pPr algn="r" eaLnBrk="1" hangingPunct="1" lvl="0" rtl="1"/>
            <a:r>
              <a:rPr altLang="en-US" lang="ar-SA"/>
              <a:t>مرحلة الإنتاج </a:t>
            </a:r>
            <a:r>
              <a:rPr altLang="en-US" lang="en-US"/>
              <a:t>Production phase </a:t>
            </a:r>
          </a:p>
          <a:p>
            <a:pPr algn="r" eaLnBrk="1" hangingPunct="1" lvl="0" rtl="1"/>
            <a:r>
              <a:rPr altLang="en-US" lang="ar-SA"/>
              <a:t>مرحلة التقويم النهائي </a:t>
            </a:r>
            <a:r>
              <a:rPr altLang="en-US" lang="en-US"/>
              <a:t>Evaluation phase</a:t>
            </a:r>
          </a:p>
        </p:txBody>
      </p:sp>
    </p:spTree>
  </p:cSld>
  <p:clrMapOvr>
    <a:masterClrMapping/>
  </p:clrMapOvr>
  <p:timing/>
</p:sld>
</file>

<file path=ppt/slides/slide6.xml><?xml version="1.0" encoding="utf-8"?>
<p:sld xmlns:a="http://schemas.openxmlformats.org/drawingml/2006/main" xmlns:r="http://schemas.openxmlformats.org/officeDocument/2006/relationships" xmlns:p="http://schemas.openxmlformats.org/presentationml/2006/main" showMasterSp="1">
  <p:cSld>
    <p:spTree>
      <p:nvGrpSpPr>
        <p:cNvPr id="38" name=""/>
        <p:cNvGrpSpPr/>
        <p:nvPr/>
      </p:nvGrpSpPr>
      <p:grpSpPr>
        <a:xfrm rot="0">
          <a:off x="0" y="0"/>
          <a:ext cx="0" cy="0"/>
          <a:chOff x="0" y="0"/>
          <a:chExt cx="0" cy="0"/>
        </a:xfrm>
      </p:grpSpPr>
      <p:sp>
        <p:nvSpPr>
          <p:cNvPr id="1048595" name="Title 1"/>
          <p:cNvSpPr/>
          <p:nvPr>
            <p:ph type="title" sz="full" idx="0"/>
          </p:nvPr>
        </p:nvSpPr>
        <p:spPr>
          <a:xfrm rot="0">
            <a:off x="428625" y="0"/>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rtl="1"/>
            <a:r>
              <a:rPr altLang="en-US" b="1" lang="ar-SA" u="sng"/>
              <a:t>مرحلة التحليل </a:t>
            </a:r>
            <a:r>
              <a:rPr altLang="en-US" b="1" lang="en-US" u="sng"/>
              <a:t>Analysis phase </a:t>
            </a:r>
            <a:r>
              <a:rPr altLang="en-US" b="1" lang="ar-SA"/>
              <a:t>‏‏‏</a:t>
            </a:r>
          </a:p>
        </p:txBody>
      </p:sp>
      <p:sp>
        <p:nvSpPr>
          <p:cNvPr id="1048596" name="Content Placeholder 2"/>
          <p:cNvSpPr/>
          <p:nvPr>
            <p:ph sz="full" idx="1"/>
          </p:nvPr>
        </p:nvSpPr>
        <p:spPr>
          <a:xfrm rot="0">
            <a:off x="214312" y="1000125"/>
            <a:ext cx="8472488" cy="5715000"/>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r" eaLnBrk="1" hangingPunct="1" lvl="0" rtl="1">
              <a:buFont typeface="Wingdings" pitchFamily="2" charset="2"/>
              <a:buChar char="q"/>
            </a:pPr>
            <a:r>
              <a:rPr altLang="en-US" b="1" lang="ar-SA"/>
              <a:t>احتياجات التحليل </a:t>
            </a:r>
            <a:r>
              <a:rPr altLang="en-US" b="1" lang="en-US"/>
              <a:t>  Analysis Need</a:t>
            </a:r>
          </a:p>
          <a:p>
            <a:pPr algn="r" eaLnBrk="1" hangingPunct="1" lvl="0" rtl="1"/>
            <a:r>
              <a:rPr altLang="en-US" b="1" sz="2200" lang="ar-SA"/>
              <a:t>المشاهدين المستهدفين </a:t>
            </a:r>
            <a:r>
              <a:rPr altLang="en-US" b="1" sz="2200" lang="en-US"/>
              <a:t>Target audience    </a:t>
            </a:r>
            <a:r>
              <a:rPr altLang="en-US" b="1" sz="2200" lang="ar-SA"/>
              <a:t>: </a:t>
            </a:r>
            <a:r>
              <a:rPr altLang="en-US" sz="2200" lang="ar-SA"/>
              <a:t>أي ما هي: الفئة المستهدفة لهذا النظام؟ </a:t>
            </a:r>
          </a:p>
          <a:p>
            <a:pPr algn="r" eaLnBrk="1" hangingPunct="1" lvl="0" rtl="1"/>
            <a:r>
              <a:rPr altLang="en-US" b="1" sz="2200" lang="ar-SA"/>
              <a:t>التدريب و التعليم </a:t>
            </a:r>
            <a:r>
              <a:rPr altLang="en-US" b="1" sz="2200" lang="en-US"/>
              <a:t>Training needs, education (Target users)</a:t>
            </a:r>
            <a:r>
              <a:rPr altLang="en-US" sz="2200" lang="ar-SA"/>
              <a:t>: ماذا نريد، أن ندرب المستخدم أو ماذا نريد ان نعلمه؟ </a:t>
            </a:r>
          </a:p>
          <a:p>
            <a:pPr algn="r" eaLnBrk="1" hangingPunct="1" lvl="0" rtl="1"/>
            <a:r>
              <a:rPr altLang="en-US" b="1" sz="2200" lang="ar-SA"/>
              <a:t>المؤهلات</a:t>
            </a:r>
            <a:r>
              <a:rPr altLang="en-US" sz="2200" lang="ar-SA"/>
              <a:t>  </a:t>
            </a:r>
            <a:r>
              <a:rPr altLang="en-US" b="1" sz="2200" lang="en-US"/>
              <a:t>Qualifications</a:t>
            </a:r>
            <a:r>
              <a:rPr altLang="en-US" b="1" sz="2200" lang="ar-SA"/>
              <a:t>: </a:t>
            </a:r>
            <a:r>
              <a:rPr altLang="en-US" sz="2200" lang="ar-SA"/>
              <a:t>أى ماهي مؤهلات المستخدم؟ </a:t>
            </a:r>
          </a:p>
          <a:p>
            <a:pPr algn="r" eaLnBrk="1" hangingPunct="1" lvl="0" rtl="1"/>
            <a:r>
              <a:rPr altLang="en-US" b="1" sz="2200" lang="ar-SA"/>
              <a:t>الواجبات </a:t>
            </a:r>
            <a:r>
              <a:rPr altLang="en-US" b="1" sz="2200" lang="en-US"/>
              <a:t>Duties</a:t>
            </a:r>
            <a:r>
              <a:rPr altLang="en-US" sz="2200" lang="ar-SA"/>
              <a:t>: أي ماهي الاشياء التى نريده أن ينفذها من خلال البرنامج؟ </a:t>
            </a:r>
          </a:p>
          <a:p>
            <a:pPr algn="r" eaLnBrk="1" hangingPunct="1" lvl="0" rtl="1"/>
            <a:r>
              <a:rPr altLang="en-US" b="1" sz="2200" lang="ar-SA"/>
              <a:t>التعليم المكتسب </a:t>
            </a:r>
            <a:r>
              <a:rPr altLang="en-US" b="1" sz="2200" lang="en-US"/>
              <a:t>Learning pre-requesties</a:t>
            </a:r>
            <a:r>
              <a:rPr altLang="en-US" sz="2200" lang="ar-SA"/>
              <a:t>: ماهي المعلومات التى يجب أن يحصل عليها من النظام؟ </a:t>
            </a:r>
          </a:p>
          <a:p>
            <a:pPr algn="r" eaLnBrk="1" hangingPunct="1" lvl="0" rtl="1"/>
            <a:r>
              <a:rPr altLang="en-US" b="1" sz="2200" lang="ar-SA"/>
              <a:t>الجنس </a:t>
            </a:r>
            <a:r>
              <a:rPr altLang="en-US" b="1" sz="2200" lang="en-US"/>
              <a:t>gender</a:t>
            </a:r>
            <a:r>
              <a:rPr altLang="en-US" b="1" sz="2200" lang="ar-SA"/>
              <a:t>: </a:t>
            </a:r>
            <a:r>
              <a:rPr altLang="en-US" sz="2200" lang="ar-SA"/>
              <a:t>أي ما هو جنس المستخدم، هل هو ذكر أم انثى؟ أم هل نريد النظام للذكر والانثى معا؟ </a:t>
            </a:r>
          </a:p>
          <a:p>
            <a:pPr algn="r" eaLnBrk="1" hangingPunct="1" lvl="0" rtl="1"/>
            <a:r>
              <a:rPr altLang="en-US" b="1" sz="2200" lang="ar-SA"/>
              <a:t>الثقافة </a:t>
            </a:r>
            <a:r>
              <a:rPr altLang="en-US" b="1" sz="2200" lang="en-US"/>
              <a:t>Culture </a:t>
            </a:r>
            <a:r>
              <a:rPr altLang="en-US" b="1" sz="2200" lang="ar-SA"/>
              <a:t>: </a:t>
            </a:r>
            <a:r>
              <a:rPr altLang="en-US" sz="2200" lang="ar-SA"/>
              <a:t>ماهى ثقافة المستخدمين هل هي عربية أم اوربية أم أفريقية أم ماذا؟ </a:t>
            </a:r>
          </a:p>
          <a:p>
            <a:pPr algn="r" eaLnBrk="1" hangingPunct="1" lvl="0" rtl="1"/>
            <a:r>
              <a:rPr altLang="en-US" b="1" sz="2200" lang="ar-SA"/>
              <a:t>الخلفية الاجتماعية </a:t>
            </a:r>
            <a:r>
              <a:rPr altLang="en-US" b="1" sz="2200" lang="en-US"/>
              <a:t>Social background</a:t>
            </a:r>
            <a:r>
              <a:rPr altLang="en-US" b="1" sz="2200" lang="ar-SA"/>
              <a:t>: </a:t>
            </a:r>
            <a:r>
              <a:rPr altLang="en-US" sz="2200" lang="ar-SA"/>
              <a:t>أي هل يستهدف النظام شباب عازب؟ أم متزوجين؟ </a:t>
            </a:r>
          </a:p>
          <a:p>
            <a:pPr algn="r" eaLnBrk="1" hangingPunct="1" lvl="0" rtl="1">
              <a:buFont typeface="Wingdings" pitchFamily="2" charset="2"/>
              <a:buChar char="q"/>
            </a:pPr>
            <a:endParaRPr altLang="en-US" sz="2000" lang="en-US"/>
          </a:p>
        </p:txBody>
      </p:sp>
    </p:spTree>
  </p:cSld>
  <p:clrMapOvr>
    <a:masterClrMapping/>
  </p:clrMapOvr>
  <p:timing/>
</p:sld>
</file>

<file path=ppt/slides/slide7.xml><?xml version="1.0" encoding="utf-8"?>
<p:sld xmlns:a="http://schemas.openxmlformats.org/drawingml/2006/main" xmlns:r="http://schemas.openxmlformats.org/officeDocument/2006/relationships" xmlns:p="http://schemas.openxmlformats.org/presentationml/2006/main" showMasterSp="1">
  <p:cSld>
    <p:spTree>
      <p:nvGrpSpPr>
        <p:cNvPr id="39" name=""/>
        <p:cNvGrpSpPr/>
        <p:nvPr/>
      </p:nvGrpSpPr>
      <p:grpSpPr>
        <a:xfrm rot="0">
          <a:off x="0" y="0"/>
          <a:ext cx="0" cy="0"/>
          <a:chOff x="0" y="0"/>
          <a:chExt cx="0" cy="0"/>
        </a:xfrm>
      </p:grpSpPr>
      <p:sp>
        <p:nvSpPr>
          <p:cNvPr id="1048597"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rtl="1"/>
            <a:r>
              <a:rPr altLang="en-US" b="1" lang="en-US"/>
              <a:t>conts</a:t>
            </a:r>
            <a:r>
              <a:rPr altLang="en-US" b="1" lang="en-US" u="sng"/>
              <a:t>.</a:t>
            </a:r>
          </a:p>
        </p:txBody>
      </p:sp>
      <p:sp>
        <p:nvSpPr>
          <p:cNvPr id="1048598" name="Content Placeholder 2"/>
          <p:cNvSpPr/>
          <p:nvPr>
            <p:ph sz="full" idx="1"/>
          </p:nvPr>
        </p:nvSpPr>
        <p:spPr>
          <a:xfrm rot="0">
            <a:off x="457200" y="1600200"/>
            <a:ext cx="8229600" cy="5043487"/>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r" eaLnBrk="1" hangingPunct="1" lvl="0" rtl="1">
              <a:buFont typeface="Wingdings" pitchFamily="2" charset="2"/>
              <a:buChar char="q"/>
            </a:pPr>
            <a:r>
              <a:rPr altLang="en-US" b="1" lang="ar-SA"/>
              <a:t>الهدف من البرنامج </a:t>
            </a:r>
            <a:r>
              <a:rPr altLang="en-US" b="1" lang="en-US"/>
              <a:t>Objective</a:t>
            </a:r>
            <a:r>
              <a:rPr altLang="en-US" b="1" lang="ar-SA"/>
              <a:t> </a:t>
            </a:r>
          </a:p>
          <a:p>
            <a:pPr algn="just" eaLnBrk="1" hangingPunct="1" lvl="1" rtl="1">
              <a:buFont typeface="Wingdings" pitchFamily="2" charset="2"/>
              <a:buChar char="Ø"/>
            </a:pPr>
            <a:r>
              <a:rPr altLang="en-US" b="1" sz="2400" lang="ar-SA"/>
              <a:t>يجب على محللى النظم معرفة الهدف من البرنامج فإذا كان تعليمياً يجب تحديد الآتي: طرق التقويم  </a:t>
            </a:r>
            <a:r>
              <a:rPr altLang="en-US" b="1" sz="2400" lang="en-US"/>
              <a:t> Performance </a:t>
            </a:r>
            <a:r>
              <a:rPr altLang="en-US" b="1" sz="2400" lang="ar-SA"/>
              <a:t>ولهذا يجب تحديد الآتي: </a:t>
            </a:r>
          </a:p>
          <a:p>
            <a:pPr algn="r" eaLnBrk="1" hangingPunct="1" lvl="1" rtl="1">
              <a:buFont typeface="Wingdings" pitchFamily="2" charset="2"/>
              <a:buChar char="Ø"/>
            </a:pPr>
            <a:r>
              <a:rPr altLang="en-US" sz="2400" lang="ar-SA"/>
              <a:t>الخطوط العريضة للتصميم </a:t>
            </a:r>
            <a:r>
              <a:rPr altLang="en-US" sz="2400" lang="en-US"/>
              <a:t>Outlines design</a:t>
            </a:r>
            <a:r>
              <a:rPr altLang="en-US" sz="2400" lang="ar-SA"/>
              <a:t>.</a:t>
            </a:r>
          </a:p>
          <a:p>
            <a:pPr algn="r" eaLnBrk="1" hangingPunct="1" lvl="1" rtl="1">
              <a:buFont typeface="Wingdings" pitchFamily="2" charset="2"/>
              <a:buChar char="Ø"/>
            </a:pPr>
            <a:r>
              <a:rPr altLang="en-US" sz="2400" lang="ar-SA"/>
              <a:t>العناوين </a:t>
            </a:r>
            <a:r>
              <a:rPr altLang="en-US" sz="2400" lang="en-US"/>
              <a:t>Topics</a:t>
            </a:r>
            <a:r>
              <a:rPr altLang="en-US" sz="2400" lang="ar-SA"/>
              <a:t>. </a:t>
            </a:r>
          </a:p>
          <a:p>
            <a:pPr algn="r" eaLnBrk="1" hangingPunct="1" lvl="1" rtl="1">
              <a:buFont typeface="Wingdings" pitchFamily="2" charset="2"/>
              <a:buChar char="Ø"/>
            </a:pPr>
            <a:r>
              <a:rPr altLang="en-US" sz="2400" lang="ar-SA"/>
              <a:t>هيكل المحتوى </a:t>
            </a:r>
            <a:r>
              <a:rPr altLang="en-US" sz="2400" lang="en-US"/>
              <a:t>Content Structure</a:t>
            </a:r>
            <a:r>
              <a:rPr altLang="en-US" sz="2400" lang="ar-SA"/>
              <a:t>.</a:t>
            </a:r>
          </a:p>
          <a:p>
            <a:pPr algn="r" eaLnBrk="1" hangingPunct="1" lvl="1" rtl="1">
              <a:buFont typeface="Wingdings" pitchFamily="2" charset="2"/>
              <a:buChar char="Ø"/>
            </a:pPr>
            <a:r>
              <a:rPr altLang="en-US" sz="2400" lang="ar-SA"/>
              <a:t>طرق الكورس</a:t>
            </a:r>
            <a:r>
              <a:rPr altLang="en-US" sz="2400" lang="en-US"/>
              <a:t>  </a:t>
            </a:r>
            <a:r>
              <a:rPr altLang="en-US" sz="2400" lang="ar-SA"/>
              <a:t>  </a:t>
            </a:r>
            <a:r>
              <a:rPr altLang="en-US" sz="2400" lang="en-US"/>
              <a:t>Course map</a:t>
            </a:r>
            <a:r>
              <a:rPr altLang="en-US" sz="2400" lang="ar-SA"/>
              <a:t>.</a:t>
            </a:r>
          </a:p>
          <a:p>
            <a:pPr algn="r" eaLnBrk="1" hangingPunct="1" lvl="1" rtl="1">
              <a:buFont typeface="Wingdings" pitchFamily="2" charset="2"/>
              <a:buChar char="Ø"/>
            </a:pPr>
            <a:r>
              <a:rPr altLang="en-US" sz="2400" lang="ar-SA"/>
              <a:t>مواصفات تقويم المتعلم</a:t>
            </a:r>
            <a:r>
              <a:rPr altLang="en-US" sz="2400" lang="en-US"/>
              <a:t>Learner performance criteria </a:t>
            </a:r>
            <a:r>
              <a:rPr altLang="en-US" sz="2400" lang="ar-SA"/>
              <a:t>.</a:t>
            </a:r>
          </a:p>
          <a:p>
            <a:pPr algn="r" eaLnBrk="1" hangingPunct="1" lvl="1" rtl="1">
              <a:buFont typeface="Wingdings" pitchFamily="2" charset="2"/>
              <a:buChar char="Ø"/>
            </a:pPr>
            <a:r>
              <a:rPr altLang="en-US" sz="2400" lang="ar-SA"/>
              <a:t>متطلبات المواصفات </a:t>
            </a:r>
            <a:r>
              <a:rPr altLang="en-US" sz="2400" lang="en-US"/>
              <a:t>Requirements Specification</a:t>
            </a:r>
            <a:r>
              <a:rPr altLang="en-US" sz="2400" lang="ar-SA"/>
              <a:t>.</a:t>
            </a:r>
          </a:p>
          <a:p>
            <a:pPr algn="r" eaLnBrk="1" hangingPunct="1" lvl="1" rtl="1">
              <a:buFont typeface="Wingdings" pitchFamily="2" charset="2"/>
              <a:buChar char="Ø"/>
            </a:pPr>
            <a:r>
              <a:rPr altLang="en-US" sz="2400" lang="ar-SA"/>
              <a:t>المحتوى </a:t>
            </a:r>
            <a:r>
              <a:rPr altLang="en-US" sz="2400" lang="en-US"/>
              <a:t>Content </a:t>
            </a:r>
            <a:r>
              <a:rPr altLang="en-US" sz="2400" lang="ar-SA"/>
              <a:t>.</a:t>
            </a:r>
          </a:p>
          <a:p>
            <a:pPr algn="r" eaLnBrk="1" hangingPunct="1" lvl="0" rtl="1">
              <a:buFont typeface="Wingdings" pitchFamily="2" charset="2"/>
              <a:buChar char="q"/>
            </a:pPr>
            <a:endParaRPr altLang="en-US" lang="en-US"/>
          </a:p>
        </p:txBody>
      </p:sp>
    </p:spTree>
  </p:cSld>
  <p:clrMapOvr>
    <a:masterClrMapping/>
  </p:clrMapOvr>
  <p:timing/>
</p:sld>
</file>

<file path=ppt/slides/slide8.xml><?xml version="1.0" encoding="utf-8"?>
<p:sld xmlns:a="http://schemas.openxmlformats.org/drawingml/2006/main" xmlns:r="http://schemas.openxmlformats.org/officeDocument/2006/relationships" xmlns:p="http://schemas.openxmlformats.org/presentationml/2006/main" showMasterSp="1">
  <p:cSld>
    <p:spTree>
      <p:nvGrpSpPr>
        <p:cNvPr id="40" name=""/>
        <p:cNvGrpSpPr/>
        <p:nvPr/>
      </p:nvGrpSpPr>
      <p:grpSpPr>
        <a:xfrm rot="0">
          <a:off x="0" y="0"/>
          <a:ext cx="0" cy="0"/>
          <a:chOff x="0" y="0"/>
          <a:chExt cx="0" cy="0"/>
        </a:xfrm>
      </p:grpSpPr>
      <p:sp>
        <p:nvSpPr>
          <p:cNvPr id="1048599" name="Title 1"/>
          <p:cNvSpPr/>
          <p:nvPr>
            <p:ph type="title" sz="full" idx="0"/>
          </p:nvPr>
        </p:nvSpPr>
        <p:spPr>
          <a:xfrm rot="0">
            <a:off x="428625" y="-214312"/>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rtl="1"/>
            <a:r>
              <a:rPr altLang="en-US" b="1" lang="ar-SA" u="sng"/>
              <a:t>مرحلة التحليل </a:t>
            </a:r>
            <a:r>
              <a:rPr altLang="en-US" b="1" lang="en-US" u="sng"/>
              <a:t>Analysis phase</a:t>
            </a:r>
          </a:p>
        </p:txBody>
      </p:sp>
      <p:sp>
        <p:nvSpPr>
          <p:cNvPr id="1048600" name="Content Placeholder 2"/>
          <p:cNvSpPr/>
          <p:nvPr>
            <p:ph sz="full" idx="1"/>
          </p:nvPr>
        </p:nvSpPr>
        <p:spPr>
          <a:xfrm rot="0">
            <a:off x="142875" y="714375"/>
            <a:ext cx="8786812" cy="6143625"/>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r" eaLnBrk="1" hangingPunct="1" lvl="0" rtl="1">
              <a:buFont typeface="Wingdings" pitchFamily="2" charset="2"/>
              <a:buChar char="q"/>
            </a:pPr>
            <a:r>
              <a:rPr altLang="en-US" b="1" lang="ar-SA"/>
              <a:t>احتياجات هذا النظام التقنية </a:t>
            </a:r>
            <a:r>
              <a:rPr altLang="en-US" b="1" lang="en-US"/>
              <a:t>Technical Issues</a:t>
            </a:r>
            <a:r>
              <a:rPr altLang="en-US" b="1" lang="ar-SA"/>
              <a:t>: </a:t>
            </a:r>
          </a:p>
          <a:p>
            <a:pPr algn="r" eaLnBrk="1" hangingPunct="1" lvl="1" rtl="1">
              <a:buFontTx/>
              <a:buNone/>
            </a:pPr>
            <a:r>
              <a:rPr altLang="en-US" b="1" sz="2400" lang="ar-SA"/>
              <a:t>من الناحية التقنية يجب تحديد الآتي:</a:t>
            </a:r>
          </a:p>
          <a:p>
            <a:pPr algn="r" eaLnBrk="1" hangingPunct="1" lvl="0" rtl="1"/>
            <a:r>
              <a:rPr altLang="en-US" b="1" sz="2400" lang="ar-SA"/>
              <a:t>نوع الجهاز </a:t>
            </a:r>
          </a:p>
          <a:p>
            <a:pPr algn="r" eaLnBrk="1" hangingPunct="1" lvl="0" rtl="1">
              <a:buFontTx/>
              <a:buNone/>
            </a:pPr>
            <a:r>
              <a:rPr altLang="en-US" sz="2000" lang="ar-SA"/>
              <a:t>       ماهو نوع العرض؟ </a:t>
            </a:r>
            <a:r>
              <a:rPr altLang="en-US" sz="2000" lang="en-US"/>
              <a:t>TV, CD, Web</a:t>
            </a:r>
          </a:p>
          <a:p>
            <a:pPr algn="r" eaLnBrk="1" hangingPunct="1" lvl="0" rtl="1"/>
            <a:r>
              <a:rPr altLang="en-US" b="1" sz="2400" lang="ar-SA"/>
              <a:t>نوع العرض:  </a:t>
            </a:r>
          </a:p>
          <a:p>
            <a:pPr algn="r" eaLnBrk="1" hangingPunct="1" lvl="0" rtl="1">
              <a:buFontTx/>
              <a:buNone/>
            </a:pPr>
            <a:r>
              <a:rPr altLang="en-US" b="1" sz="1400" lang="ar-SA"/>
              <a:t>  </a:t>
            </a:r>
            <a:r>
              <a:rPr altLang="en-US" b="1" sz="1800" lang="ar-SA"/>
              <a:t>   </a:t>
            </a:r>
            <a:r>
              <a:rPr altLang="en-US" b="1" sz="2000" lang="ar-SA"/>
              <a:t>( ماهي مواصفات الجهاز و البرمجيات) </a:t>
            </a:r>
            <a:r>
              <a:rPr altLang="en-US" sz="2000" lang="en-US"/>
              <a:t>Hardware / software constrains</a:t>
            </a:r>
            <a:r>
              <a:rPr altLang="en-US" sz="2000" lang="ar-SA"/>
              <a:t>:</a:t>
            </a:r>
          </a:p>
          <a:p>
            <a:pPr algn="just" eaLnBrk="1" hangingPunct="1" lvl="1" rtl="1">
              <a:buFont typeface="Wingdings" pitchFamily="2" charset="2"/>
              <a:buChar char="ü"/>
            </a:pPr>
            <a:r>
              <a:rPr altLang="en-US" sz="2400" lang="ar-SA"/>
              <a:t>      إن المقصود بذلك هو مواصفات الجهاز المحتاجة للعمل بها وهنا  لابد أن نتطرق للبرامج التى نحتاجها لتصميم وتقديم هذا النوع من البرنامج حيث إننا نحتاج لنوعيين من الـ</a:t>
            </a:r>
            <a:r>
              <a:rPr altLang="en-US" sz="2400" lang="en-US"/>
              <a:t>Software</a:t>
            </a:r>
            <a:r>
              <a:rPr altLang="en-US" sz="2400" lang="ar-SA"/>
              <a:t>  الاول لتصميم الصفحات(</a:t>
            </a:r>
            <a:r>
              <a:rPr altLang="en-US" sz="2400" lang="en-US"/>
              <a:t>Screen design</a:t>
            </a:r>
            <a:r>
              <a:rPr altLang="en-US" sz="2400" lang="ar-SA"/>
              <a:t>) مثل الـ(</a:t>
            </a:r>
            <a:r>
              <a:rPr altLang="en-US" sz="2400" lang="en-US"/>
              <a:t>Adobe Photoshop</a:t>
            </a:r>
            <a:r>
              <a:rPr altLang="en-US" sz="2400" lang="ar-SA"/>
              <a:t>) والثاني  للتصفح أو التنقل من صفحة للاخرى مثال </a:t>
            </a:r>
            <a:r>
              <a:rPr altLang="en-US" sz="2400" lang="en-US"/>
              <a:t>Macromedia ,Director , Visual basic Macromedia Flash</a:t>
            </a:r>
            <a:r>
              <a:rPr altLang="en-US" sz="2400" lang="ar-SA"/>
              <a:t> - </a:t>
            </a:r>
            <a:r>
              <a:rPr altLang="en-US" sz="2400" lang="en-US"/>
              <a:t>Front page</a:t>
            </a:r>
            <a:r>
              <a:rPr altLang="en-US" sz="2400" lang="ar-SA"/>
              <a:t>  - </a:t>
            </a:r>
            <a:r>
              <a:rPr altLang="en-US" sz="2400" lang="en-US"/>
              <a:t>Microsoft image composer </a:t>
            </a:r>
            <a:r>
              <a:rPr altLang="en-US" sz="2400" lang="ar-SA"/>
              <a:t> .</a:t>
            </a:r>
          </a:p>
          <a:p>
            <a:pPr algn="r" eaLnBrk="1" hangingPunct="1" lvl="1" rtl="1">
              <a:buFont typeface="Wingdings" pitchFamily="2" charset="2"/>
              <a:buChar char="ü"/>
            </a:pPr>
            <a:r>
              <a:rPr altLang="en-US" sz="2400" lang="ar-SA"/>
              <a:t>     و لعمل الارتباطات النصية </a:t>
            </a:r>
            <a:r>
              <a:rPr altLang="en-US" sz="2400" lang="en-US"/>
              <a:t>Text Links</a:t>
            </a:r>
          </a:p>
          <a:p>
            <a:pPr algn="r" eaLnBrk="1" hangingPunct="1" lvl="0" rtl="1">
              <a:buFontTx/>
              <a:buNone/>
            </a:pPr>
            <a:endParaRPr altLang="en-US" lang="en-US"/>
          </a:p>
        </p:txBody>
      </p:sp>
    </p:spTree>
  </p:cSld>
  <p:clrMapOvr>
    <a:masterClrMapping/>
  </p:clrMapOvr>
  <p:timing/>
</p:sld>
</file>

<file path=ppt/slides/slide9.xml><?xml version="1.0" encoding="utf-8"?>
<p:sld xmlns:a="http://schemas.openxmlformats.org/drawingml/2006/main" xmlns:r="http://schemas.openxmlformats.org/officeDocument/2006/relationships" xmlns:p="http://schemas.openxmlformats.org/presentationml/2006/main" showMasterSp="1">
  <p:cSld>
    <p:spTree>
      <p:nvGrpSpPr>
        <p:cNvPr id="41" name=""/>
        <p:cNvGrpSpPr/>
        <p:nvPr/>
      </p:nvGrpSpPr>
      <p:grpSpPr>
        <a:xfrm rot="0">
          <a:off x="0" y="0"/>
          <a:ext cx="0" cy="0"/>
          <a:chOff x="0" y="0"/>
          <a:chExt cx="0" cy="0"/>
        </a:xfrm>
      </p:grpSpPr>
      <p:sp>
        <p:nvSpPr>
          <p:cNvPr id="1048601"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rtl="1"/>
            <a:r>
              <a:rPr altLang="en-US" b="1" lang="ar-SA" u="sng"/>
              <a:t>مرحلة التحليل </a:t>
            </a:r>
            <a:r>
              <a:rPr altLang="en-US" b="1" lang="en-US" u="sng"/>
              <a:t>Analysis phase</a:t>
            </a:r>
          </a:p>
        </p:txBody>
      </p:sp>
      <p:sp>
        <p:nvSpPr>
          <p:cNvPr id="1048602" name="Content Placeholder 2"/>
          <p:cNvSpPr/>
          <p:nvPr>
            <p:ph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r" eaLnBrk="1" hangingPunct="1" indent="-514350" lvl="0" marL="514350" rtl="1">
              <a:buFont typeface="Wingdings" pitchFamily="2" charset="2"/>
              <a:buChar char="q"/>
            </a:pPr>
            <a:r>
              <a:rPr altLang="en-US" b="1" lang="ar-SA">
                <a:solidFill>
                  <a:schemeClr val="lt2"/>
                </a:solidFill>
              </a:rPr>
              <a:t>نهاية مرحلة التحليل </a:t>
            </a:r>
            <a:r>
              <a:rPr altLang="en-US" b="1" lang="en-US">
                <a:solidFill>
                  <a:schemeClr val="lt2"/>
                </a:solidFill>
              </a:rPr>
              <a:t>End of analysis phase</a:t>
            </a:r>
          </a:p>
          <a:p>
            <a:pPr algn="r" eaLnBrk="1" hangingPunct="1" indent="-514350" lvl="0" marL="514350" rtl="1"/>
            <a:r>
              <a:rPr altLang="en-US" b="1" sz="2400" lang="ar-SA"/>
              <a:t>في نهاية مرحلة التحليل يجب عمل الآتي:</a:t>
            </a:r>
          </a:p>
          <a:p>
            <a:pPr algn="r" eaLnBrk="1" hangingPunct="1" indent="-514350" lvl="1" marL="914400" rtl="1">
              <a:buFontTx/>
              <a:buAutoNum type="arabicPeriod" startAt="1"/>
            </a:pPr>
            <a:r>
              <a:rPr altLang="en-US" b="1" lang="ar-SA"/>
              <a:t>قصة متحركة(قصاصه) فيها تصميم الشاشات التى يحتويها النظام وكل شاشة تحوى المعلومات الآتية: </a:t>
            </a:r>
          </a:p>
          <a:p>
            <a:pPr algn="r" eaLnBrk="1" hangingPunct="1" indent="-514350" lvl="2" marL="1314450" rtl="1">
              <a:buFont typeface="Wingdings" pitchFamily="2" charset="2"/>
              <a:buChar char="v"/>
            </a:pPr>
            <a:r>
              <a:rPr altLang="en-US" sz="2800" lang="ar-SA"/>
              <a:t>اسم الشاشة. </a:t>
            </a:r>
          </a:p>
          <a:p>
            <a:pPr algn="r" eaLnBrk="1" hangingPunct="1" indent="-514350" lvl="2" marL="1314450" rtl="1">
              <a:buFont typeface="Wingdings" pitchFamily="2" charset="2"/>
              <a:buChar char="v"/>
            </a:pPr>
            <a:r>
              <a:rPr altLang="en-US" sz="2800" lang="ar-SA"/>
              <a:t>الهدف منها. </a:t>
            </a:r>
          </a:p>
          <a:p>
            <a:pPr algn="r" eaLnBrk="1" hangingPunct="1" indent="-514350" lvl="2" marL="1314450" rtl="1">
              <a:buFont typeface="Wingdings" pitchFamily="2" charset="2"/>
              <a:buChar char="v"/>
            </a:pPr>
            <a:r>
              <a:rPr altLang="en-US" sz="2800" lang="ar-SA"/>
              <a:t>المعلومات التى تحتويها.</a:t>
            </a:r>
          </a:p>
          <a:p>
            <a:pPr algn="r" eaLnBrk="1" hangingPunct="1" indent="-514350" lvl="2" marL="1314450" rtl="1">
              <a:buFont typeface="Wingdings" pitchFamily="2" charset="2"/>
              <a:buChar char="v"/>
            </a:pPr>
            <a:r>
              <a:rPr altLang="en-US" sz="2800" lang="ar-SA"/>
              <a:t>الوسائط المتعددة التى تحتويها الشاشة وفي ماذا تستخدم.</a:t>
            </a:r>
          </a:p>
          <a:p>
            <a:pPr algn="r" eaLnBrk="1" hangingPunct="1" indent="-514350" lvl="2" marL="1314450" rtl="1">
              <a:buFont typeface="Wingdings" pitchFamily="2" charset="2"/>
              <a:buChar char="v"/>
            </a:pPr>
            <a:r>
              <a:rPr altLang="en-US" sz="2800" lang="ar-SA"/>
              <a:t>البرامج المستخدمة في التصميم.</a:t>
            </a:r>
          </a:p>
          <a:p>
            <a:pPr algn="r" eaLnBrk="1" hangingPunct="1" indent="-514350" lvl="0" marL="514350" rtl="1">
              <a:buFontTx/>
              <a:buAutoNum type="arabicPeriod" startAt="1"/>
            </a:pPr>
            <a:endParaRPr altLang="en-US" lang="en-US"/>
          </a:p>
        </p:txBody>
      </p:sp>
    </p:spTree>
  </p:cSld>
  <p:clrMapOvr>
    <a:masterClrMapping/>
  </p:clrMapOvr>
  <p:timing/>
</p:sld>
</file>

<file path=ppt/slides/slide10.xml><?xml version="1.0" encoding="utf-8"?>
<p:sld xmlns:a="http://schemas.openxmlformats.org/drawingml/2006/main" xmlns:r="http://schemas.openxmlformats.org/officeDocument/2006/relationships" xmlns:p="http://schemas.openxmlformats.org/presentationml/2006/main" showMasterSp="1">
  <p:cSld>
    <p:spTree>
      <p:nvGrpSpPr>
        <p:cNvPr id="42" name=""/>
        <p:cNvGrpSpPr/>
        <p:nvPr/>
      </p:nvGrpSpPr>
      <p:grpSpPr>
        <a:xfrm rot="0">
          <a:off x="0" y="0"/>
          <a:ext cx="0" cy="0"/>
          <a:chOff x="0" y="0"/>
          <a:chExt cx="0" cy="0"/>
        </a:xfrm>
      </p:grpSpPr>
      <p:sp>
        <p:nvSpPr>
          <p:cNvPr id="1048603"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rtl="1"/>
            <a:r>
              <a:rPr altLang="en-US" b="1" lang="ar-SA" u="sng"/>
              <a:t>مرحلة التحليل </a:t>
            </a:r>
            <a:r>
              <a:rPr altLang="en-US" b="1" lang="en-US" u="sng"/>
              <a:t>Analysis phase</a:t>
            </a:r>
          </a:p>
        </p:txBody>
      </p:sp>
      <p:sp>
        <p:nvSpPr>
          <p:cNvPr id="1048604" name="Content Placeholder 2"/>
          <p:cNvSpPr/>
          <p:nvPr>
            <p:ph sz="full" idx="1"/>
          </p:nvPr>
        </p:nvSpPr>
        <p:spPr>
          <a:xfrm rot="0">
            <a:off x="242887" y="1600200"/>
            <a:ext cx="86868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r" eaLnBrk="1" hangingPunct="1" indent="-514350" lvl="0" marL="514350" rtl="1">
              <a:buFontTx/>
              <a:buAutoNum type="arabicPeriod" startAt="2"/>
            </a:pPr>
            <a:r>
              <a:rPr altLang="en-US" lang="ar-SA"/>
              <a:t> </a:t>
            </a:r>
            <a:r>
              <a:rPr altLang="en-US" b="1" sz="2800" lang="ar-SA"/>
              <a:t>كتابة خوارزميات لعمل الشاشات وانشاء وحفظ ملفات قواعد البيانات. وفي نهاية الـ</a:t>
            </a:r>
            <a:r>
              <a:rPr altLang="en-US" b="1" sz="2800" lang="en-US"/>
              <a:t>Analysis</a:t>
            </a:r>
            <a:r>
              <a:rPr altLang="en-US" b="1" sz="2800" lang="ar-SA"/>
              <a:t>  يجب أن نحصل على الآتي:</a:t>
            </a:r>
          </a:p>
          <a:p>
            <a:pPr algn="r" eaLnBrk="1" hangingPunct="1" lvl="2" rtl="1">
              <a:buFont typeface="Wingdings" pitchFamily="2" charset="2"/>
              <a:buChar char="v"/>
            </a:pPr>
            <a:r>
              <a:rPr altLang="en-US" sz="2800" lang="ar-SA"/>
              <a:t>أهداف النظام </a:t>
            </a:r>
            <a:r>
              <a:rPr altLang="en-US" sz="2800" lang="en-US"/>
              <a:t>Objectives</a:t>
            </a:r>
          </a:p>
          <a:p>
            <a:pPr algn="r" eaLnBrk="1" hangingPunct="1" lvl="2" rtl="1">
              <a:buFont typeface="Wingdings" pitchFamily="2" charset="2"/>
              <a:buChar char="v"/>
            </a:pPr>
            <a:r>
              <a:rPr altLang="en-US" sz="2800" lang="ar-SA"/>
              <a:t>محتويات النظام </a:t>
            </a:r>
            <a:r>
              <a:rPr altLang="en-US" sz="2800" lang="en-US"/>
              <a:t>Contents</a:t>
            </a:r>
          </a:p>
          <a:p>
            <a:pPr algn="r" eaLnBrk="1" hangingPunct="1" lvl="2" rtl="1">
              <a:buFont typeface="Wingdings" pitchFamily="2" charset="2"/>
              <a:buChar char="v"/>
            </a:pPr>
            <a:r>
              <a:rPr altLang="en-US" sz="2800" lang="ar-SA"/>
              <a:t>احتياجات المستخدم </a:t>
            </a:r>
            <a:r>
              <a:rPr altLang="en-US" sz="2800" lang="en-US"/>
              <a:t>Audience need </a:t>
            </a:r>
            <a:r>
              <a:rPr altLang="en-US" sz="2800" lang="ar-SA"/>
              <a:t> </a:t>
            </a:r>
          </a:p>
          <a:p>
            <a:pPr algn="r" eaLnBrk="1" hangingPunct="1" lvl="2" rtl="1">
              <a:buFont typeface="Wingdings" pitchFamily="2" charset="2"/>
              <a:buChar char="v"/>
            </a:pPr>
            <a:r>
              <a:rPr altLang="en-US" sz="2800" lang="ar-SA"/>
              <a:t>الاحتياجات التقنية </a:t>
            </a:r>
            <a:r>
              <a:rPr altLang="en-US" sz="2800" lang="en-US"/>
              <a:t>Technical factor </a:t>
            </a:r>
            <a:r>
              <a:rPr altLang="en-US" sz="2800" lang="ar-SA"/>
              <a:t> </a:t>
            </a:r>
          </a:p>
          <a:p>
            <a:pPr algn="r" eaLnBrk="1" hangingPunct="1" lvl="2" rtl="1">
              <a:buFont typeface="Wingdings" pitchFamily="2" charset="2"/>
              <a:buChar char="v"/>
            </a:pPr>
            <a:r>
              <a:rPr altLang="en-US" sz="2800" lang="ar-SA"/>
              <a:t>القصة المتحركة  </a:t>
            </a:r>
            <a:r>
              <a:rPr altLang="en-US" sz="2800" lang="en-US"/>
              <a:t>Storyboard</a:t>
            </a:r>
          </a:p>
          <a:p>
            <a:pPr algn="r" eaLnBrk="1" hangingPunct="1" lvl="2" rtl="1">
              <a:buFont typeface="Wingdings" pitchFamily="2" charset="2"/>
              <a:buChar char="v"/>
            </a:pPr>
            <a:r>
              <a:rPr altLang="en-US" sz="2800" lang="ar-SA"/>
              <a:t> خوارزميات </a:t>
            </a:r>
            <a:r>
              <a:rPr altLang="en-US" sz="2800" lang="en-US"/>
              <a:t>Should have these building blocks</a:t>
            </a:r>
          </a:p>
          <a:p>
            <a:pPr algn="r" eaLnBrk="1" hangingPunct="1" indent="-514350" lvl="0" marL="514350" rtl="1"/>
            <a:endParaRPr altLang="en-US" lang="en-US"/>
          </a:p>
        </p:txBody>
      </p:sp>
    </p:spTree>
  </p:cSld>
  <p:clrMapOvr>
    <a:masterClrMapping/>
  </p:clrMapOvr>
  <p:timing/>
</p:sld>
</file>

<file path=ppt/slides/slide11.xml><?xml version="1.0" encoding="utf-8"?>
<p:sld xmlns:a="http://schemas.openxmlformats.org/drawingml/2006/main" xmlns:r="http://schemas.openxmlformats.org/officeDocument/2006/relationships" xmlns:p="http://schemas.openxmlformats.org/presentationml/2006/main" showMasterSp="1">
  <p:cSld>
    <p:spTree>
      <p:nvGrpSpPr>
        <p:cNvPr id="43" name=""/>
        <p:cNvGrpSpPr/>
        <p:nvPr/>
      </p:nvGrpSpPr>
      <p:grpSpPr>
        <a:xfrm rot="0">
          <a:off x="0" y="0"/>
          <a:ext cx="0" cy="0"/>
          <a:chOff x="0" y="0"/>
          <a:chExt cx="0" cy="0"/>
        </a:xfrm>
      </p:grpSpPr>
      <p:sp>
        <p:nvSpPr>
          <p:cNvPr id="1048605" name="Title 1"/>
          <p:cNvSpPr/>
          <p:nvPr>
            <p:ph type="title" sz="full" idx="0"/>
          </p:nvPr>
        </p:nvSpPr>
        <p:spPr>
          <a:xfrm rot="0">
            <a:off x="457200" y="285750"/>
            <a:ext cx="8229600" cy="1571625"/>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rtl="1"/>
            <a:r>
              <a:rPr altLang="en-US" b="1" lang="ar-SA" u="sng">
                <a:solidFill>
                  <a:schemeClr val="dk1"/>
                </a:solidFill>
              </a:rPr>
              <a:t>مرحلة التصميم </a:t>
            </a:r>
            <a:br>
              <a:rPr altLang="en-US" b="1" lang="ar-SA" u="sng">
                <a:solidFill>
                  <a:schemeClr val="dk1"/>
                </a:solidFill>
              </a:rPr>
            </a:br>
            <a:r>
              <a:rPr altLang="en-US" b="1" lang="en-US" u="sng">
                <a:solidFill>
                  <a:schemeClr val="dk1"/>
                </a:solidFill>
              </a:rPr>
              <a:t>Design phase </a:t>
            </a:r>
            <a:r>
              <a:rPr altLang="en-US" b="1" lang="ar-SA" u="sng">
                <a:solidFill>
                  <a:schemeClr val="dk1"/>
                </a:solidFill>
              </a:rPr>
              <a:t>  </a:t>
            </a:r>
            <a:br>
              <a:rPr altLang="en-US" sz="6000" lang="en-US">
                <a:solidFill>
                  <a:schemeClr val="dk1"/>
                </a:solidFill>
              </a:rPr>
            </a:br>
            <a:endParaRPr altLang="en-US" lang="en-US"/>
          </a:p>
        </p:txBody>
      </p:sp>
      <p:sp>
        <p:nvSpPr>
          <p:cNvPr id="1048606" name="Content Placeholder 2"/>
          <p:cNvSpPr/>
          <p:nvPr>
            <p:ph sz="full" idx="1"/>
          </p:nvPr>
        </p:nvSpPr>
        <p:spPr>
          <a:xfrm rot="0">
            <a:off x="428625" y="1785937"/>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just" eaLnBrk="1" hangingPunct="1" lvl="0" rtl="1"/>
            <a:r>
              <a:rPr altLang="en-US" lang="ar-SA"/>
              <a:t>في هذه المرحلة تتم عملية تصميم الشاشات وإدخال البيانات. </a:t>
            </a:r>
            <a:r>
              <a:rPr altLang="en-US" lang="en-US"/>
              <a:t>Outline or high-level design</a:t>
            </a:r>
            <a:r>
              <a:rPr altLang="en-US" lang="ar-SA"/>
              <a:t>. </a:t>
            </a:r>
          </a:p>
          <a:p>
            <a:pPr algn="just" eaLnBrk="1" hangingPunct="1" lvl="0" rtl="1"/>
            <a:r>
              <a:rPr altLang="en-US" lang="ar-SA"/>
              <a:t>يعنى استخدام البرنامج في تصميم الصفحات وعمل الاشياء الدقيقة المفصلة </a:t>
            </a:r>
            <a:r>
              <a:rPr altLang="en-US" lang="en-US"/>
              <a:t>Detailed design Specification </a:t>
            </a:r>
          </a:p>
          <a:p>
            <a:pPr algn="just" eaLnBrk="1" hangingPunct="1" lvl="0" rtl="1"/>
            <a:r>
              <a:rPr altLang="en-US" lang="en-US"/>
              <a:t> </a:t>
            </a:r>
            <a:r>
              <a:rPr altLang="en-US" lang="ar-SA"/>
              <a:t>  وبرمجة الوصلات </a:t>
            </a:r>
            <a:r>
              <a:rPr altLang="en-US" lang="en-US"/>
              <a:t>Script</a:t>
            </a:r>
            <a:r>
              <a:rPr altLang="en-US" lang="ar-SA"/>
              <a:t> وتجهيز مبدئي للنظام، وهذا عبارة عن النص التفصيلي المكتوب للبرنامج </a:t>
            </a:r>
            <a:r>
              <a:rPr altLang="en-US" lang="en-US"/>
              <a:t>Prototype</a:t>
            </a:r>
            <a:r>
              <a:rPr altLang="en-US" lang="ar-SA"/>
              <a:t>.</a:t>
            </a:r>
          </a:p>
          <a:p>
            <a:pPr algn="r" eaLnBrk="1" hangingPunct="1" lvl="0" rtl="1"/>
            <a:endParaRPr altLang="en-US" lang="en-US"/>
          </a:p>
        </p:txBody>
      </p:sp>
    </p:spTree>
  </p:cSld>
  <p:clrMapOvr>
    <a:masterClrMapping/>
  </p:clrMapOvr>
  <p:timing/>
</p:sld>
</file>

<file path=ppt/slides/slide12.xml><?xml version="1.0" encoding="utf-8"?>
<p:sld xmlns:a="http://schemas.openxmlformats.org/drawingml/2006/main" xmlns:r="http://schemas.openxmlformats.org/officeDocument/2006/relationships" xmlns:p="http://schemas.openxmlformats.org/presentationml/2006/main" showMasterSp="1">
  <p:cSld>
    <p:spTree>
      <p:nvGrpSpPr>
        <p:cNvPr id="44" name=""/>
        <p:cNvGrpSpPr/>
        <p:nvPr/>
      </p:nvGrpSpPr>
      <p:grpSpPr>
        <a:xfrm rot="0">
          <a:off x="0" y="0"/>
          <a:ext cx="0" cy="0"/>
          <a:chOff x="0" y="0"/>
          <a:chExt cx="0" cy="0"/>
        </a:xfrm>
      </p:grpSpPr>
      <p:sp>
        <p:nvSpPr>
          <p:cNvPr id="1048607" name="Title 1"/>
          <p:cNvSpPr/>
          <p:nvPr>
            <p:ph type="title" sz="full" idx="0"/>
          </p:nvPr>
        </p:nvSpPr>
        <p:spPr>
          <a:xfrm rot="0">
            <a:off x="500062" y="500062"/>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rtl="1"/>
            <a:r>
              <a:rPr altLang="en-US" b="1" lang="ar-SA" u="sng"/>
              <a:t>مرحلة الإنتاج </a:t>
            </a:r>
            <a:br>
              <a:rPr altLang="en-US" b="1" lang="ar-SA" u="sng"/>
            </a:br>
            <a:r>
              <a:rPr altLang="en-US" b="1" lang="en-US" u="sng"/>
              <a:t>Production phase </a:t>
            </a:r>
            <a:r>
              <a:rPr altLang="en-US" b="1" lang="ar-SA" u="sng"/>
              <a:t> </a:t>
            </a:r>
            <a:br>
              <a:rPr altLang="en-US" lang="en-US"/>
            </a:br>
            <a:endParaRPr altLang="en-US" lang="en-US"/>
          </a:p>
        </p:txBody>
      </p:sp>
      <p:sp>
        <p:nvSpPr>
          <p:cNvPr id="1048608" name="Content Placeholder 2"/>
          <p:cNvSpPr/>
          <p:nvPr>
            <p:ph sz="full" idx="1"/>
          </p:nvPr>
        </p:nvSpPr>
        <p:spPr>
          <a:xfrm rot="0">
            <a:off x="428625" y="2143125"/>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r" eaLnBrk="1" hangingPunct="1" lvl="0" rtl="1"/>
            <a:r>
              <a:rPr altLang="en-US" lang="ar-SA"/>
              <a:t>في هذه المرحلة يتم ربط الشاشات وتفعيل الصوت و الفيديو إن وجد استعداد لمرحلة التقييم. </a:t>
            </a:r>
          </a:p>
          <a:p>
            <a:pPr algn="r" eaLnBrk="1" hangingPunct="1" lvl="0" rtl="1"/>
            <a:endParaRPr altLang="en-US" lang="en-US"/>
          </a:p>
          <a:p>
            <a:pPr eaLnBrk="1" hangingPunct="1" lvl="0"/>
            <a:r>
              <a:rPr altLang="en-US" lang="en-US"/>
              <a:t>To complete the system and print out the result. </a:t>
            </a:r>
          </a:p>
          <a:p>
            <a:pPr algn="r" eaLnBrk="1" hangingPunct="1" lvl="0" rtl="1"/>
            <a:endParaRPr altLang="en-US" lang="en-US"/>
          </a:p>
        </p:txBody>
      </p:sp>
    </p:spTree>
  </p:cSld>
  <p:clrMapOvr>
    <a:masterClrMapping/>
  </p:clrMapOvr>
  <p:timing/>
</p:sld>
</file>

<file path=ppt/slides/slide13.xml><?xml version="1.0" encoding="utf-8"?>
<p:sld xmlns:a="http://schemas.openxmlformats.org/drawingml/2006/main" xmlns:r="http://schemas.openxmlformats.org/officeDocument/2006/relationships" xmlns:p="http://schemas.openxmlformats.org/presentationml/2006/main" showMasterSp="1">
  <p:cSld>
    <p:spTree>
      <p:nvGrpSpPr>
        <p:cNvPr id="45" name=""/>
        <p:cNvGrpSpPr/>
        <p:nvPr/>
      </p:nvGrpSpPr>
      <p:grpSpPr>
        <a:xfrm rot="0">
          <a:off x="0" y="0"/>
          <a:ext cx="0" cy="0"/>
          <a:chOff x="0" y="0"/>
          <a:chExt cx="0" cy="0"/>
        </a:xfrm>
      </p:grpSpPr>
      <p:sp>
        <p:nvSpPr>
          <p:cNvPr id="1048609"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a:r>
              <a:rPr altLang="en-US" b="1" lang="ar-SA" u="sng"/>
              <a:t>مرحلة التقويم </a:t>
            </a:r>
            <a:br>
              <a:rPr altLang="en-US" b="1" lang="ar-SA" u="sng"/>
            </a:br>
            <a:r>
              <a:rPr altLang="en-US" b="1" lang="en-US" u="sng"/>
              <a:t>Evaluation Phase</a:t>
            </a:r>
          </a:p>
        </p:txBody>
      </p:sp>
      <p:sp>
        <p:nvSpPr>
          <p:cNvPr id="1048610" name="Content Placeholder 2"/>
          <p:cNvSpPr/>
          <p:nvPr>
            <p:ph sz="full" idx="1"/>
          </p:nvPr>
        </p:nvSpPr>
        <p:spPr>
          <a:xfrm rot="0">
            <a:off x="214312" y="1928812"/>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just" eaLnBrk="1" hangingPunct="1" lvl="0" rtl="1"/>
            <a:r>
              <a:rPr altLang="en-US" lang="ar-SA"/>
              <a:t>للحصول على تقويم سليم لنظام الوسائط المتعددة يجب عرض النظام على مجموعة من الحكام (الزبون- مدرسي المادة – بعض الطلاب) وتحديد ما إذا كان النظام يحتاج لتدريب المستخدمين.</a:t>
            </a:r>
          </a:p>
          <a:p>
            <a:pPr algn="r" eaLnBrk="1" hangingPunct="1" lvl="0" rtl="1"/>
            <a:r>
              <a:rPr altLang="en-US" lang="ar-SA"/>
              <a:t> كيف يتم عرض نظام الوسائط المتعددة؟</a:t>
            </a:r>
          </a:p>
          <a:p>
            <a:pPr algn="r" eaLnBrk="1" hangingPunct="1" indent="-582930" lvl="1" marL="971550" rtl="1">
              <a:buFontTx/>
              <a:buAutoNum type="arabicPeriod" startAt="1"/>
            </a:pPr>
            <a:r>
              <a:rPr altLang="en-US" lang="ar-SA"/>
              <a:t>تبدأ بتعريف فريق الإنتاج ومؤهلاتهم وكم تكلف الساعة عندهم.</a:t>
            </a:r>
          </a:p>
          <a:p>
            <a:pPr algn="r" eaLnBrk="1" hangingPunct="1" indent="-582930" lvl="1" marL="971550" rtl="1">
              <a:buFontTx/>
              <a:buAutoNum type="arabicPeriod" startAt="1"/>
            </a:pPr>
            <a:r>
              <a:rPr altLang="en-US" lang="ar-SA"/>
              <a:t>يعرض الجزء الرئيسي </a:t>
            </a:r>
            <a:r>
              <a:rPr altLang="en-US" lang="en-US"/>
              <a:t>Demo</a:t>
            </a:r>
            <a:r>
              <a:rPr altLang="en-US" lang="ar-SA"/>
              <a:t> من النظام.</a:t>
            </a:r>
          </a:p>
          <a:p>
            <a:pPr algn="r" eaLnBrk="1" hangingPunct="1" indent="-582930" lvl="1" marL="971550" rtl="1">
              <a:buFontTx/>
              <a:buAutoNum type="arabicPeriod" startAt="1"/>
            </a:pPr>
            <a:r>
              <a:rPr altLang="en-US" lang="ar-SA"/>
              <a:t>تعرض الاحتياجات التقنية وتكلفتها.</a:t>
            </a:r>
          </a:p>
          <a:p>
            <a:pPr algn="r" eaLnBrk="1" hangingPunct="1" lvl="0" rtl="1"/>
            <a:endParaRPr altLang="en-US" lang="en-US"/>
          </a:p>
        </p:txBody>
      </p:sp>
    </p:spTree>
  </p:cSld>
  <p:clrMapOvr>
    <a:masterClrMapping/>
  </p:clrMapOvr>
  <p:timing/>
</p:sld>
</file>

<file path=ppt/slides/slide14.xml><?xml version="1.0" encoding="utf-8"?>
<p:sld xmlns:a="http://schemas.openxmlformats.org/drawingml/2006/main" xmlns:r="http://schemas.openxmlformats.org/officeDocument/2006/relationships" xmlns:p="http://schemas.openxmlformats.org/presentationml/2006/main" showMasterSp="1">
  <p:cSld>
    <p:spTree>
      <p:nvGrpSpPr>
        <p:cNvPr id="46" name=""/>
        <p:cNvGrpSpPr/>
        <p:nvPr/>
      </p:nvGrpSpPr>
      <p:grpSpPr>
        <a:xfrm rot="0">
          <a:off x="0" y="0"/>
          <a:ext cx="0" cy="0"/>
          <a:chOff x="0" y="0"/>
          <a:chExt cx="0" cy="0"/>
        </a:xfrm>
      </p:grpSpPr>
      <p:sp>
        <p:nvSpPr>
          <p:cNvPr id="1048611"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a:r>
              <a:rPr altLang="en-US" b="1" lang="ar-SA" u="sng"/>
              <a:t>مرحلة التقويم </a:t>
            </a:r>
            <a:br>
              <a:rPr altLang="en-US" b="1" lang="ar-SA" u="sng"/>
            </a:br>
            <a:r>
              <a:rPr altLang="en-US" b="1" lang="en-US" u="sng"/>
              <a:t>Evaluation Phase</a:t>
            </a:r>
          </a:p>
        </p:txBody>
      </p:sp>
      <p:graphicFrame>
        <p:nvGraphicFramePr>
          <p:cNvPr id="4194304" name=""/>
          <p:cNvGraphicFramePr>
            <a:graphicFrameLocks/>
          </p:cNvGraphicFramePr>
          <p:nvPr/>
        </p:nvGraphicFramePr>
        <p:xfrm rot="0">
          <a:off x="2714625" y="1714500"/>
          <a:ext cx="4071937" cy="2000250"/>
        </p:xfrm>
        <a:graphic>
          <a:graphicData uri="http://schemas.openxmlformats.org/drawingml/2006/table">
            <a:tbl>
              <a:tblPr/>
              <a:tblGrid>
                <a:gridCol w="2036762"/>
                <a:gridCol w="2035174"/>
              </a:tblGrid>
              <a:tr h="500062">
                <a:tc>
                  <a:txBody>
                    <a:bodyPr/>
                    <a:p>
                      <a:pPr algn="just" eaLnBrk="1" hangingPunct="1" lvl="0" rtl="1"/>
                      <a:r>
                        <a:rPr altLang="en-US" b="1" sz="1400" lang="ar-SA">
                          <a:solidFill>
                            <a:srgbClr val="FFFFFF"/>
                          </a:solidFill>
                          <a:latin typeface="Times New Roman" pitchFamily="18" charset="0"/>
                          <a:ea typeface="Simplified Arabic" pitchFamily="18" charset="-78"/>
                        </a:rPr>
                        <a:t>البرمجيات </a:t>
                      </a:r>
                    </a:p>
                  </a:txBody>
                  <a:tcPr marL="68580" marR="68580" marT="0" marB="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c>
                  <a:txBody>
                    <a:bodyPr/>
                    <a:p>
                      <a:pPr algn="just" eaLnBrk="1" hangingPunct="1" lvl="0" rtl="1"/>
                      <a:r>
                        <a:rPr altLang="en-US" b="1" sz="1400" lang="en-US">
                          <a:solidFill>
                            <a:srgbClr val="FFFFFF"/>
                          </a:solidFill>
                          <a:latin typeface="Times New Roman" pitchFamily="18" charset="0"/>
                          <a:ea typeface="Simplified Arabic" pitchFamily="18" charset="-78"/>
                        </a:rPr>
                        <a:t>Software </a:t>
                      </a:r>
                    </a:p>
                  </a:txBody>
                  <a:tcPr marL="68580" marR="68580" marT="0" marB="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38100" cap="flat" cmpd="sng">
                      <a:solidFill>
                        <a:schemeClr val="lt1">
                          <a:alpha val="100000"/>
                        </a:schemeClr>
                      </a:solidFill>
                      <a:prstDash val="solid"/>
                      <a:round/>
                    </a:lnB>
                    <a:solidFill>
                      <a:schemeClr val="accent1"/>
                    </a:solidFill>
                  </a:tcPr>
                </a:tc>
              </a:tr>
              <a:tr h="500062">
                <a:tc>
                  <a:txBody>
                    <a:bodyPr/>
                    <a:p>
                      <a:pPr algn="just" eaLnBrk="1" hangingPunct="1" lvl="0" rtl="1"/>
                      <a:r>
                        <a:rPr altLang="en-US" b="0" sz="1400" lang="ar-SA">
                          <a:solidFill>
                            <a:srgbClr val="000000"/>
                          </a:solidFill>
                          <a:latin typeface="Times New Roman" pitchFamily="18" charset="0"/>
                          <a:ea typeface="Simplified Arabic" pitchFamily="18" charset="-78"/>
                        </a:rPr>
                        <a:t>أنواع الحاسوب </a:t>
                      </a:r>
                    </a:p>
                  </a:txBody>
                  <a:tcPr marL="68580" marR="68580" marT="0" marB="0"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c>
                  <a:txBody>
                    <a:bodyPr/>
                    <a:p>
                      <a:pPr algn="just" eaLnBrk="1" hangingPunct="1" lvl="0" rtl="1"/>
                      <a:r>
                        <a:rPr altLang="en-US" b="0" sz="1400" lang="en-US">
                          <a:solidFill>
                            <a:srgbClr val="000000"/>
                          </a:solidFill>
                          <a:latin typeface="Times New Roman" pitchFamily="18" charset="0"/>
                          <a:ea typeface="Simplified Arabic" pitchFamily="18" charset="-78"/>
                        </a:rPr>
                        <a:t>Computer </a:t>
                      </a:r>
                    </a:p>
                  </a:txBody>
                  <a:tcPr marL="68580" marR="68580" marT="0" marB="0" anchor="t" vert="horz">
                    <a:lnL w="12700" cap="flat" cmpd="sng">
                      <a:solidFill>
                        <a:schemeClr val="lt1">
                          <a:alpha val="100000"/>
                        </a:schemeClr>
                      </a:solidFill>
                      <a:prstDash val="solid"/>
                      <a:round/>
                    </a:lnL>
                    <a:lnR w="12700" cap="flat" cmpd="sng">
                      <a:solidFill>
                        <a:schemeClr val="lt1">
                          <a:alpha val="100000"/>
                        </a:schemeClr>
                      </a:solidFill>
                      <a:prstDash val="solid"/>
                      <a:round/>
                    </a:lnR>
                    <a:lnT w="381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r>
              <a:tr h="500062">
                <a:tc>
                  <a:txBody>
                    <a:bodyPr/>
                    <a:p>
                      <a:pPr algn="just" eaLnBrk="1" hangingPunct="1" lvl="0" rtl="1"/>
                      <a:r>
                        <a:rPr altLang="en-US" b="0" sz="1400" lang="ar-SA">
                          <a:solidFill>
                            <a:srgbClr val="000000"/>
                          </a:solidFill>
                          <a:latin typeface="Times New Roman" pitchFamily="18" charset="0"/>
                          <a:ea typeface="Simplified Arabic" pitchFamily="18" charset="-78"/>
                        </a:rPr>
                        <a:t>طابعات </a:t>
                      </a:r>
                    </a:p>
                  </a:txBody>
                  <a:tcPr marL="68580" marR="68580" marT="0" marB="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F3F9FA"/>
                    </a:solidFill>
                  </a:tcPr>
                </a:tc>
                <a:tc>
                  <a:txBody>
                    <a:bodyPr/>
                    <a:p>
                      <a:pPr algn="just" eaLnBrk="1" hangingPunct="1" lvl="0" rtl="1"/>
                      <a:r>
                        <a:rPr altLang="en-US" b="0" sz="1400" lang="en-US">
                          <a:solidFill>
                            <a:srgbClr val="000000"/>
                          </a:solidFill>
                          <a:latin typeface="Times New Roman" pitchFamily="18" charset="0"/>
                          <a:ea typeface="Simplified Arabic" pitchFamily="18" charset="-78"/>
                        </a:rPr>
                        <a:t>Printer </a:t>
                      </a:r>
                    </a:p>
                  </a:txBody>
                  <a:tcPr marL="68580" marR="68580" marT="0" marB="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F3F9FA"/>
                    </a:solidFill>
                  </a:tcPr>
                </a:tc>
              </a:tr>
              <a:tr h="500062">
                <a:tc>
                  <a:txBody>
                    <a:bodyPr/>
                    <a:p>
                      <a:pPr algn="just" eaLnBrk="1" hangingPunct="1" lvl="0" rtl="1"/>
                      <a:r>
                        <a:rPr altLang="en-US" b="0" sz="1400" lang="ar-SA">
                          <a:solidFill>
                            <a:srgbClr val="000000"/>
                          </a:solidFill>
                          <a:latin typeface="Times New Roman" pitchFamily="18" charset="0"/>
                          <a:ea typeface="Simplified Arabic" pitchFamily="18" charset="-78"/>
                        </a:rPr>
                        <a:t>كاميرات </a:t>
                      </a:r>
                    </a:p>
                  </a:txBody>
                  <a:tcPr marL="68580" marR="68580" marT="0" marB="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c>
                  <a:txBody>
                    <a:bodyPr/>
                    <a:p>
                      <a:pPr algn="just" eaLnBrk="1" hangingPunct="1" lvl="0" rtl="1"/>
                      <a:r>
                        <a:rPr altLang="en-US" b="0" sz="1400" lang="en-US">
                          <a:solidFill>
                            <a:srgbClr val="000000"/>
                          </a:solidFill>
                          <a:latin typeface="Times New Roman" pitchFamily="18" charset="0"/>
                          <a:ea typeface="Simplified Arabic" pitchFamily="18" charset="-78"/>
                        </a:rPr>
                        <a:t>Camera </a:t>
                      </a:r>
                    </a:p>
                  </a:txBody>
                  <a:tcPr marL="68580" marR="68580" marT="0" marB="0" anchor="t" vert="horz">
                    <a:lnL w="12700" cap="flat" cmpd="sng">
                      <a:solidFill>
                        <a:schemeClr val="lt1">
                          <a:alpha val="100000"/>
                        </a:schemeClr>
                      </a:solidFill>
                      <a:prstDash val="solid"/>
                      <a:round/>
                    </a:lnL>
                    <a:lnR w="12700" cap="flat" cmpd="sng">
                      <a:solidFill>
                        <a:schemeClr val="lt1">
                          <a:alpha val="100000"/>
                        </a:schemeClr>
                      </a:solidFill>
                      <a:prstDash val="solid"/>
                      <a:round/>
                    </a:lnR>
                    <a:lnT w="12700" cap="flat" cmpd="sng">
                      <a:solidFill>
                        <a:schemeClr val="lt1">
                          <a:alpha val="100000"/>
                        </a:schemeClr>
                      </a:solidFill>
                      <a:prstDash val="solid"/>
                      <a:round/>
                    </a:lnT>
                    <a:lnB w="12700" cap="flat" cmpd="sng">
                      <a:solidFill>
                        <a:schemeClr val="lt1">
                          <a:alpha val="100000"/>
                        </a:schemeClr>
                      </a:solidFill>
                      <a:prstDash val="solid"/>
                      <a:round/>
                    </a:lnB>
                    <a:solidFill>
                      <a:srgbClr val="E7F3F4"/>
                    </a:solidFill>
                  </a:tcPr>
                </a:tc>
              </a:tr>
            </a:tbl>
          </a:graphicData>
        </a:graphic>
      </p:graphicFrame>
      <p:sp>
        <p:nvSpPr>
          <p:cNvPr id="1048628" name="Rectangle 1"/>
          <p:cNvSpPr/>
          <p:nvPr/>
        </p:nvSpPr>
        <p:spPr>
          <a:xfrm rot="0">
            <a:off x="0" y="3575367"/>
            <a:ext cx="8929688" cy="2821940"/>
          </a:xfrm>
          <a:prstGeom prst="rect"/>
          <a:noFill/>
          <a:ln>
            <a:noFill/>
          </a:ln>
        </p:spPr>
        <p:txBody>
          <a:bodyPr anchor="ctr" bIns="45720" lIns="91440" rIns="91440" tIns="45720" vert="horz">
            <a:spAutoFit/>
          </a:bodyPr>
          <a:lstStyle>
            <a:lvl1pPr algn="l" eaLnBrk="0" fontAlgn="base" hangingPunct="0" indent="0" latinLnBrk="0" marL="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1pPr>
            <a:lvl2pPr algn="l" eaLnBrk="0" fontAlgn="base" hangingPunct="0" indent="0" latinLnBrk="0" marL="4572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2pPr>
            <a:lvl3pPr algn="l" eaLnBrk="0" fontAlgn="base" hangingPunct="0" indent="0" latinLnBrk="0" marL="9144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3pPr>
            <a:lvl4pPr algn="l" eaLnBrk="0" fontAlgn="base" hangingPunct="0" indent="0" latinLnBrk="0" marL="13716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4pPr>
            <a:lvl5pPr algn="l" eaLnBrk="0" fontAlgn="base" hangingPunct="0" indent="0" latinLnBrk="0" marL="1828800" rtl="0">
              <a:lnSpc>
                <a:spcPct val="100000"/>
              </a:lnSpc>
              <a:spcBef>
                <a:spcPct val="0"/>
              </a:spcBef>
              <a:spcAft>
                <a:spcPct val="0"/>
              </a:spcAft>
              <a:buFontTx/>
              <a:buNone/>
              <a:defRPr baseline="0" b="0" sz="1800" i="0" u="none">
                <a:solidFill>
                  <a:schemeClr val="dk1"/>
                </a:solidFill>
                <a:latin typeface="Arial" pitchFamily="34" charset="0"/>
                <a:ea typeface="Arial" pitchFamily="34" charset="0"/>
                <a:sym typeface="Arial" pitchFamily="34" charset="0"/>
              </a:defRPr>
            </a:lvl5pPr>
          </a:lstStyle>
          <a:p>
            <a:pPr algn="justLow" eaLnBrk="1" hangingPunct="1" lvl="0" rtl="1"/>
            <a:r>
              <a:rPr altLang="en-US" b="1" sz="3200" lang="ar-SA">
                <a:latin typeface="Simplified Arabic" pitchFamily="18" charset="-78"/>
                <a:ea typeface="Times New Roman" pitchFamily="18" charset="0"/>
              </a:rPr>
              <a:t>ويعرض التصميم الذي حصل عليه بعد الاختبارات على النظام.</a:t>
            </a:r>
          </a:p>
          <a:p>
            <a:pPr algn="justLow" lvl="0" rtl="1"/>
            <a:r>
              <a:rPr altLang="en-US" b="1" sz="3200" lang="ar-SA">
                <a:latin typeface="Simplified Arabic" pitchFamily="18" charset="-78"/>
                <a:ea typeface="Times New Roman" pitchFamily="18" charset="0"/>
              </a:rPr>
              <a:t> وهناك نوعان من التقويم</a:t>
            </a:r>
          </a:p>
          <a:p>
            <a:pPr algn="justLow" lvl="0" rtl="1"/>
            <a:endParaRPr altLang="en-US" b="1" sz="1600" lang="en-US"/>
          </a:p>
          <a:p>
            <a:pPr algn="justLow" lvl="2" rtl="1"/>
            <a:r>
              <a:rPr altLang="en-US" sz="2800" lang="ar-SA">
                <a:latin typeface="Simplified Arabic" pitchFamily="18" charset="-78"/>
                <a:ea typeface="Times New Roman" pitchFamily="18" charset="0"/>
              </a:rPr>
              <a:t>1</a:t>
            </a:r>
            <a:r>
              <a:rPr altLang="en-US" sz="2800" lang="en-US">
                <a:ea typeface="Times New Roman" pitchFamily="18" charset="0"/>
              </a:rPr>
              <a:t>-</a:t>
            </a:r>
            <a:r>
              <a:rPr altLang="en-US" sz="2800" lang="ar-SA">
                <a:latin typeface="Simplified Arabic" pitchFamily="18" charset="-78"/>
                <a:ea typeface="Times New Roman" pitchFamily="18" charset="0"/>
              </a:rPr>
              <a:t>التقويم المستمر </a:t>
            </a:r>
            <a:r>
              <a:rPr altLang="en-US" sz="2800" lang="en-US">
                <a:ea typeface="Times New Roman" pitchFamily="18" charset="0"/>
              </a:rPr>
              <a:t>Formative Evaluation  </a:t>
            </a:r>
          </a:p>
          <a:p>
            <a:pPr algn="justLow" lvl="2" rtl="1"/>
            <a:endParaRPr altLang="en-US" sz="1400" lang="en-US"/>
          </a:p>
          <a:p>
            <a:pPr algn="justLow" lvl="2" rtl="1"/>
            <a:r>
              <a:rPr altLang="en-US" sz="2800" lang="ar-SA">
                <a:latin typeface="Simplified Arabic" pitchFamily="18" charset="-78"/>
                <a:ea typeface="Times New Roman" pitchFamily="18" charset="0"/>
              </a:rPr>
              <a:t>2</a:t>
            </a:r>
            <a:r>
              <a:rPr altLang="en-US" sz="2800" lang="en-US">
                <a:ea typeface="Times New Roman" pitchFamily="18" charset="0"/>
              </a:rPr>
              <a:t>-</a:t>
            </a:r>
            <a:r>
              <a:rPr altLang="en-US" sz="2800" lang="ar-SA">
                <a:latin typeface="Simplified Arabic" pitchFamily="18" charset="-78"/>
                <a:ea typeface="Times New Roman" pitchFamily="18" charset="0"/>
              </a:rPr>
              <a:t>التقويم النهائي </a:t>
            </a:r>
            <a:r>
              <a:rPr altLang="en-US" sz="2800" lang="en-US">
                <a:ea typeface="Times New Roman" pitchFamily="18" charset="0"/>
              </a:rPr>
              <a:t>Summative Evaluation </a:t>
            </a:r>
          </a:p>
        </p:txBody>
      </p:sp>
    </p:spTree>
  </p:cSld>
  <p:clrMapOvr>
    <a:masterClrMapping/>
  </p:clrMapOvr>
  <p:timing/>
</p:sld>
</file>

<file path=ppt/slides/slide15.xml><?xml version="1.0" encoding="utf-8"?>
<p:sld xmlns:a="http://schemas.openxmlformats.org/drawingml/2006/main" xmlns:r="http://schemas.openxmlformats.org/officeDocument/2006/relationships" xmlns:p="http://schemas.openxmlformats.org/presentationml/2006/main" showMasterSp="1">
  <p:cSld>
    <p:spTree>
      <p:nvGrpSpPr>
        <p:cNvPr id="48" name=""/>
        <p:cNvGrpSpPr/>
        <p:nvPr/>
      </p:nvGrpSpPr>
      <p:grpSpPr>
        <a:xfrm rot="0">
          <a:off x="0" y="0"/>
          <a:ext cx="0" cy="0"/>
          <a:chOff x="0" y="0"/>
          <a:chExt cx="0" cy="0"/>
        </a:xfrm>
      </p:grpSpPr>
      <p:sp>
        <p:nvSpPr>
          <p:cNvPr id="1048629" name="Title 1"/>
          <p:cNvSpPr/>
          <p:nvPr>
            <p:ph type="title" sz="full" idx="0"/>
          </p:nvPr>
        </p:nvSpPr>
        <p:spPr>
          <a:xfrm rot="0">
            <a:off x="-214312" y="214312"/>
            <a:ext cx="9501188"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a:r>
              <a:rPr altLang="en-US" b="1" lang="en-US">
                <a:latin typeface="Simplified Arabic" pitchFamily="18" charset="-78"/>
                <a:ea typeface="Times New Roman" pitchFamily="18" charset="0"/>
              </a:rPr>
              <a:t>(</a:t>
            </a:r>
            <a:r>
              <a:rPr altLang="en-US" b="1" lang="en-US">
                <a:ea typeface="Times New Roman" pitchFamily="18" charset="0"/>
              </a:rPr>
              <a:t>Formative Evaluation</a:t>
            </a:r>
            <a:r>
              <a:rPr altLang="en-US" b="1" lang="en-US">
                <a:latin typeface="Simplified Arabic" pitchFamily="18" charset="-78"/>
                <a:ea typeface="Times New Roman" pitchFamily="18" charset="0"/>
              </a:rPr>
              <a:t>)</a:t>
            </a:r>
            <a:r>
              <a:rPr altLang="en-US" b="1" lang="ar-SA">
                <a:latin typeface="Simplified Arabic" pitchFamily="18" charset="-78"/>
                <a:ea typeface="Times New Roman" pitchFamily="18" charset="0"/>
              </a:rPr>
              <a:t>التقويم المستمر</a:t>
            </a:r>
          </a:p>
        </p:txBody>
      </p:sp>
      <p:sp>
        <p:nvSpPr>
          <p:cNvPr id="1048630" name="Content Placeholder 2"/>
          <p:cNvSpPr/>
          <p:nvPr>
            <p:ph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just" eaLnBrk="1" hangingPunct="1" lvl="0" rtl="1"/>
            <a:r>
              <a:rPr altLang="en-US" lang="ar-SA"/>
              <a:t>تتم عملية التقويم أثناء إنتاج النظام التعليمي لإتخاذ القرارات الضرورية لمراجعة المادة التعليمية، وذلك يعنى أنك تجمع البراهين لإنتاج المادة التعليمية وتختبر مدى فاعلية الأمثلة في تقريب المادة للطالب، وتوصل له المعلومة ولذلك فإن هذا النوع من التقويم يسبق عملية الإنتاج و التوزيع (تستخدم هذه الطريقة اذا كانت المادة لها نسق واحد وليس لها افرع متعددة للتعلم و التدريب).</a:t>
            </a:r>
          </a:p>
          <a:p>
            <a:pPr algn="r" eaLnBrk="1" hangingPunct="1" lvl="0" rtl="1"/>
            <a:endParaRPr altLang="en-US" lang="en-US"/>
          </a:p>
        </p:txBody>
      </p:sp>
    </p:spTree>
  </p:cSld>
  <p:clrMapOvr>
    <a:masterClrMapping/>
  </p:clrMapOvr>
  <p:timing/>
</p:sld>
</file>

<file path=ppt/slides/slide16.xml><?xml version="1.0" encoding="utf-8"?>
<p:sld xmlns:a="http://schemas.openxmlformats.org/drawingml/2006/main" xmlns:r="http://schemas.openxmlformats.org/officeDocument/2006/relationships" xmlns:p="http://schemas.openxmlformats.org/presentationml/2006/main" showMasterSp="1">
  <p:cSld>
    <p:spTree>
      <p:nvGrpSpPr>
        <p:cNvPr id="49" name=""/>
        <p:cNvGrpSpPr/>
        <p:nvPr/>
      </p:nvGrpSpPr>
      <p:grpSpPr>
        <a:xfrm rot="0">
          <a:off x="0" y="0"/>
          <a:ext cx="0" cy="0"/>
          <a:chOff x="0" y="0"/>
          <a:chExt cx="0" cy="0"/>
        </a:xfrm>
      </p:grpSpPr>
      <p:sp>
        <p:nvSpPr>
          <p:cNvPr id="1048631"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eaLnBrk="1" hangingPunct="1" lvl="0"/>
            <a:r>
              <a:rPr altLang="en-US" b="1" lang="en-US"/>
              <a:t> (Summative)</a:t>
            </a:r>
            <a:r>
              <a:rPr altLang="en-US" b="1" lang="ar-SA"/>
              <a:t>التقويم النهائي</a:t>
            </a:r>
          </a:p>
        </p:txBody>
      </p:sp>
      <p:sp>
        <p:nvSpPr>
          <p:cNvPr id="1048632" name="Content Placeholder 2"/>
          <p:cNvSpPr/>
          <p:nvPr>
            <p:ph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just" lvl="0" rtl="1"/>
            <a:r>
              <a:rPr altLang="en-US" lang="ar-SA"/>
              <a:t>تجرى هذه العملية عندما يتم إنتاج النظام لقياس مدى فاعليته في العملية التعليمية إذا كان النظام نظام تعليمي لمرحلة الأساس.</a:t>
            </a:r>
          </a:p>
          <a:p>
            <a:pPr algn="just" lvl="0" rtl="1"/>
            <a:r>
              <a:rPr altLang="en-US" lang="ar-SA"/>
              <a:t>وهو عبارة عن جمع المؤثرات لكل النظام بعد استخدامه من قبل المجموعة المستهدفة في البيئة المعنية. مثال: نظام تعليمي.</a:t>
            </a:r>
          </a:p>
          <a:p>
            <a:pPr algn="r" eaLnBrk="1" hangingPunct="1" lvl="0" rtl="1"/>
            <a:r>
              <a:rPr altLang="en-US" lang="ar-SA"/>
              <a:t>تعلم اللغة الانجليزية – وهذا النظام يحوى مجموع مهارات حسب عناصر تعليم اللغة من قواعد </a:t>
            </a:r>
            <a:r>
              <a:rPr altLang="en-US" lang="en-US"/>
              <a:t>Grammar</a:t>
            </a:r>
            <a:r>
              <a:rPr altLang="en-US" lang="ar-SA"/>
              <a:t> وإملاء </a:t>
            </a:r>
            <a:r>
              <a:rPr altLang="en-US" lang="en-US"/>
              <a:t>Spelling</a:t>
            </a:r>
            <a:r>
              <a:rPr altLang="en-US" lang="ar-SA"/>
              <a:t> ، وقراءة </a:t>
            </a:r>
            <a:r>
              <a:rPr altLang="en-US" lang="en-US"/>
              <a:t>Reading</a:t>
            </a:r>
          </a:p>
        </p:txBody>
      </p:sp>
    </p:spTree>
  </p:cSld>
  <p:clrMapOvr>
    <a:masterClrMapping/>
  </p:clrMapOvr>
  <p:timing/>
</p:sld>
</file>

<file path=ppt/slides/slide17.xml><?xml version="1.0" encoding="utf-8"?>
<p:sld xmlns:a="http://schemas.openxmlformats.org/drawingml/2006/main" xmlns:r="http://schemas.openxmlformats.org/officeDocument/2006/relationships" xmlns:p="http://schemas.openxmlformats.org/presentationml/2006/main" showMasterSp="1">
  <p:cSld>
    <p:spTree>
      <p:nvGrpSpPr>
        <p:cNvPr id="50" name=""/>
        <p:cNvGrpSpPr/>
        <p:nvPr/>
      </p:nvGrpSpPr>
      <p:grpSpPr>
        <a:xfrm rot="0">
          <a:off x="0" y="0"/>
          <a:ext cx="0" cy="0"/>
          <a:chOff x="0" y="0"/>
          <a:chExt cx="0" cy="0"/>
        </a:xfrm>
      </p:grpSpPr>
      <p:sp>
        <p:nvSpPr>
          <p:cNvPr id="1048633"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pPr lvl="0"/>
            <a:r>
              <a:rPr altLang="en-US" b="1" lang="en-US"/>
              <a:t>Cont..</a:t>
            </a:r>
          </a:p>
        </p:txBody>
      </p:sp>
      <p:sp>
        <p:nvSpPr>
          <p:cNvPr id="1048634" name="Content Placeholder 2"/>
          <p:cNvSpPr/>
          <p:nvPr>
            <p:ph sz="full" idx="1"/>
          </p:nvPr>
        </p:nvSpPr>
        <p:spPr>
          <a:xfrm rot="0">
            <a:off x="357187" y="1600200"/>
            <a:ext cx="8329612"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r" lvl="0" rtl="1"/>
            <a:r>
              <a:rPr altLang="en-US" lang="ar-SA"/>
              <a:t>تتم عملية التقويم بواسطة المصممين وفريق الإنتاج.</a:t>
            </a:r>
          </a:p>
          <a:p>
            <a:pPr algn="r" lvl="0" rtl="1"/>
            <a:r>
              <a:rPr altLang="en-US" lang="ar-SA"/>
              <a:t>يراعى في عملية التطبيق نواحي الجودة في النوعية و التكلفة.</a:t>
            </a:r>
          </a:p>
          <a:p>
            <a:pPr algn="r" lvl="0" rtl="1"/>
            <a:r>
              <a:rPr altLang="en-US" lang="ar-SA"/>
              <a:t>عملية التقويم هذه مهمة وذات قيمة للزبون الذي من أجله صمم النظام لأنه يستطيع من تقويم هذا النظام ومقارنته بالمقترحات الأخرى.</a:t>
            </a:r>
          </a:p>
          <a:p>
            <a:pPr algn="r" lvl="0" rtl="1"/>
            <a:endParaRPr altLang="en-US" lang="en-US"/>
          </a:p>
        </p:txBody>
      </p:sp>
    </p:spTree>
  </p:cSld>
  <p:clrMapOvr>
    <a:masterClrMapping/>
  </p:clrMapOvr>
  <p:timing/>
</p:sld>
</file>

<file path=ppt/slides/slide18.xml><?xml version="1.0" encoding="utf-8"?>
<p:sld xmlns:a="http://schemas.openxmlformats.org/drawingml/2006/main" xmlns:r="http://schemas.openxmlformats.org/officeDocument/2006/relationships" xmlns:p="http://schemas.openxmlformats.org/presentationml/2006/main" showMasterSp="1">
  <p:cSld>
    <p:spTree>
      <p:nvGrpSpPr>
        <p:cNvPr id="51" name=""/>
        <p:cNvGrpSpPr/>
        <p:nvPr/>
      </p:nvGrpSpPr>
      <p:grpSpPr>
        <a:xfrm rot="0">
          <a:off x="0" y="0"/>
          <a:ext cx="0" cy="0"/>
          <a:chOff x="0" y="0"/>
          <a:chExt cx="0" cy="0"/>
        </a:xfrm>
      </p:grpSpPr>
      <p:sp>
        <p:nvSpPr>
          <p:cNvPr id="1048635" name="Title 1"/>
          <p:cNvSpPr/>
          <p:nvPr>
            <p:ph type="title" sz="full" idx="0"/>
          </p:nvPr>
        </p:nvSpPr>
        <p:spPr>
          <a:xfrm rot="0">
            <a:off x="457200" y="274637"/>
            <a:ext cx="8229600" cy="1143000"/>
          </a:xfrm>
          <a:prstGeom prst="rect"/>
          <a:noFill/>
          <a:ln>
            <a:noFill/>
          </a:ln>
        </p:spPr>
        <p:txBody>
          <a:bodyPr anchor="ctr" bIns="45720" lIns="91440" rIns="91440" tIns="45720" vert="horz"/>
          <a:lstStyle>
            <a:lvl1pPr algn="ctr" eaLnBrk="0" fontAlgn="base" hangingPunct="0" indent="0" latinLnBrk="0" marL="0" rtl="0">
              <a:lnSpc>
                <a:spcPct val="100000"/>
              </a:lnSpc>
              <a:spcBef>
                <a:spcPct val="0"/>
              </a:spcBef>
              <a:spcAft>
                <a:spcPct val="0"/>
              </a:spcAft>
              <a:buFontTx/>
              <a:buNone/>
              <a:defRPr baseline="0" b="0" sz="4400" i="0" u="none">
                <a:solidFill>
                  <a:schemeClr val="lt2"/>
                </a:solidFill>
                <a:latin typeface="Arial" pitchFamily="34" charset="0"/>
                <a:ea typeface="Arial" pitchFamily="34" charset="0"/>
                <a:sym typeface="Arial" pitchFamily="34" charset="0"/>
              </a:defRPr>
            </a:lvl1pPr>
          </a:lstStyle>
          <a:p>
            <a:endParaRPr altLang="en-US" lang="en-US"/>
          </a:p>
        </p:txBody>
      </p:sp>
      <p:sp>
        <p:nvSpPr>
          <p:cNvPr id="1048636" name="Content Placeholder 2"/>
          <p:cNvSpPr/>
          <p:nvPr>
            <p:ph sz="full" idx="1"/>
          </p:nvPr>
        </p:nvSpPr>
        <p:spPr>
          <a:xfrm rot="0">
            <a:off x="457200" y="1600200"/>
            <a:ext cx="8229600" cy="4525962"/>
          </a:xfrm>
          <a:prstGeom prst="rect"/>
          <a:noFill/>
          <a:ln>
            <a:noFill/>
          </a:ln>
        </p:spPr>
        <p:txBody>
          <a:bodyPr anchor="t" bIns="45720" lIns="91440" rIns="91440" tIns="45720" vert="horz"/>
          <a:lstStyle>
            <a:lvl1pPr algn="l" eaLnBrk="0" fontAlgn="base" hangingPunct="0" indent="-342900" latinLnBrk="0" marL="342900" rtl="0">
              <a:lnSpc>
                <a:spcPct val="100000"/>
              </a:lnSpc>
              <a:spcBef>
                <a:spcPct val="20000"/>
              </a:spcBef>
              <a:spcAft>
                <a:spcPct val="0"/>
              </a:spcAft>
              <a:buSzPct val="100000"/>
              <a:buFontTx/>
              <a:buChar char="•"/>
              <a:defRPr baseline="0" b="0" sz="3200" i="0" u="none">
                <a:solidFill>
                  <a:schemeClr val="dk1"/>
                </a:solidFill>
                <a:latin typeface="Arial" pitchFamily="34" charset="0"/>
                <a:ea typeface="Arial" pitchFamily="34" charset="0"/>
                <a:sym typeface="Arial" pitchFamily="34" charset="0"/>
              </a:defRPr>
            </a:lvl1pPr>
            <a:lvl2pPr algn="l" eaLnBrk="0" fontAlgn="base" hangingPunct="0" indent="-285750" latinLnBrk="0" marL="742950" rtl="0">
              <a:lnSpc>
                <a:spcPct val="100000"/>
              </a:lnSpc>
              <a:spcBef>
                <a:spcPct val="20000"/>
              </a:spcBef>
              <a:spcAft>
                <a:spcPct val="0"/>
              </a:spcAft>
              <a:buSzPct val="100000"/>
              <a:buFontTx/>
              <a:buChar char="–"/>
              <a:defRPr baseline="0" b="0" sz="2800" i="0" u="none">
                <a:solidFill>
                  <a:schemeClr val="dk1"/>
                </a:solidFill>
                <a:latin typeface="Arial" pitchFamily="34" charset="0"/>
                <a:ea typeface="Arial" pitchFamily="34" charset="0"/>
                <a:sym typeface="Arial" pitchFamily="34" charset="0"/>
              </a:defRPr>
            </a:lvl2pPr>
            <a:lvl3pPr algn="l" eaLnBrk="0" fontAlgn="base" hangingPunct="0" indent="-228600" latinLnBrk="0" marL="1143000" rtl="0">
              <a:lnSpc>
                <a:spcPct val="100000"/>
              </a:lnSpc>
              <a:spcBef>
                <a:spcPct val="20000"/>
              </a:spcBef>
              <a:spcAft>
                <a:spcPct val="0"/>
              </a:spcAft>
              <a:buSzPct val="100000"/>
              <a:buFontTx/>
              <a:buChar char="•"/>
              <a:defRPr baseline="0" b="0" sz="2400" i="0" u="none">
                <a:solidFill>
                  <a:schemeClr val="dk1"/>
                </a:solidFill>
                <a:latin typeface="Arial" pitchFamily="34" charset="0"/>
                <a:ea typeface="Arial" pitchFamily="34" charset="0"/>
                <a:sym typeface="Arial" pitchFamily="34" charset="0"/>
              </a:defRPr>
            </a:lvl3pPr>
            <a:lvl4pPr algn="l" eaLnBrk="0" fontAlgn="base" hangingPunct="0" indent="-228600" latinLnBrk="0" marL="16002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4pPr>
            <a:lvl5pPr algn="l" eaLnBrk="0" fontAlgn="base" hangingPunct="0" indent="-228600" latinLnBrk="0" marL="2057400" rtl="0">
              <a:lnSpc>
                <a:spcPct val="100000"/>
              </a:lnSpc>
              <a:spcBef>
                <a:spcPct val="20000"/>
              </a:spcBef>
              <a:spcAft>
                <a:spcPct val="0"/>
              </a:spcAft>
              <a:buSzPct val="100000"/>
              <a:buFontTx/>
              <a:buChar char="»"/>
              <a:defRPr baseline="0" b="0" sz="2000" i="0" u="none">
                <a:solidFill>
                  <a:schemeClr val="dk1"/>
                </a:solidFill>
                <a:latin typeface="Arial" pitchFamily="34" charset="0"/>
                <a:ea typeface="Arial" pitchFamily="34" charset="0"/>
                <a:sym typeface="Arial" pitchFamily="34" charset="0"/>
              </a:defRPr>
            </a:lvl5pPr>
          </a:lstStyle>
          <a:p>
            <a:pPr algn="ctr" lvl="0">
              <a:buFontTx/>
              <a:buNone/>
            </a:pPr>
            <a:endParaRPr altLang="en-US" b="1" lang="en-US"/>
          </a:p>
          <a:p>
            <a:pPr algn="ctr" lvl="0"/>
            <a:endParaRPr altLang="en-US" b="1" lang="en-US"/>
          </a:p>
          <a:p>
            <a:pPr algn="ctr" lvl="0">
              <a:buFontTx/>
              <a:buNone/>
            </a:pPr>
            <a:r>
              <a:rPr altLang="en-US" b="1" sz="7200" lang="en-US"/>
              <a:t>Question?</a:t>
            </a:r>
          </a:p>
        </p:txBody>
      </p:sp>
    </p:spTree>
  </p:cSld>
  <p:clrMapOvr>
    <a:masterClrMapping/>
  </p:clrMapOvr>
  <p:timing/>
</p:sld>
</file>

<file path=ppt/theme/theme1.xml><?xml version="1.0" encoding="utf-8"?>
<a:theme xmlns:a="http://schemas.openxmlformats.org/drawingml/2006/main" name="Office 主题">
  <a:themeElements>
    <a:clrScheme name="Default Color Scheme">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Default Color Scheme 1">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extraClrScheme>
    <a:extraClrScheme>
      <a:clrScheme name="Default Color Scheme 2">
        <a:dk1>
          <a:srgbClr val="000000"/>
        </a:dk1>
        <a:lt1>
          <a:srgbClr val="FFFFFF"/>
        </a:lt1>
        <a:dk2>
          <a:srgbClr val="969696"/>
        </a:dk2>
        <a:lt2>
          <a:srgbClr val="000000"/>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extraClrScheme>
    <a:extraClrScheme>
      <a:clrScheme name="Default Color Scheme 3">
        <a:dk1>
          <a:srgbClr val="000000"/>
        </a:dk1>
        <a:lt1>
          <a:srgbClr val="FFFFFF"/>
        </a:lt1>
        <a:dk2>
          <a:srgbClr val="808080"/>
        </a:dk2>
        <a:lt2>
          <a:srgbClr val="00000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extraClrScheme>
    <a:extraClrScheme>
      <a:clrScheme name="Default Color Scheme 4">
        <a:dk1>
          <a:srgbClr val="000000"/>
        </a:dk1>
        <a:lt1>
          <a:srgbClr val="DEF6F1"/>
        </a:lt1>
        <a:dk2>
          <a:srgbClr val="969696"/>
        </a:dk2>
        <a:lt2>
          <a:srgbClr val="000000"/>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extraClrScheme>
    <a:extraClrScheme>
      <a:clrScheme name="Default Color Scheme 5">
        <a:dk1>
          <a:srgbClr val="000000"/>
        </a:dk1>
        <a:lt1>
          <a:srgbClr val="FFFFD9"/>
        </a:lt1>
        <a:dk2>
          <a:srgbClr val="777777"/>
        </a:dk2>
        <a:lt2>
          <a:srgbClr val="000000"/>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extraClrScheme>
    <a:extraClrScheme>
      <a:clrScheme name="Default Color Scheme 6">
        <a:dk1>
          <a:srgbClr val="FFFFFF"/>
        </a:dk1>
        <a:lt1>
          <a:srgbClr val="008080"/>
        </a:lt1>
        <a:dk2>
          <a:srgbClr val="005A58"/>
        </a:dk2>
        <a:lt2>
          <a:srgbClr val="FFFF99"/>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extraClrScheme>
    <a:extraClrScheme>
      <a:clrScheme name="Default Color Scheme 7">
        <a:dk1>
          <a:srgbClr val="FFFFFF"/>
        </a:dk1>
        <a:lt1>
          <a:srgbClr val="800000"/>
        </a:lt1>
        <a:dk2>
          <a:srgbClr val="5C1F00"/>
        </a:dk2>
        <a:lt2>
          <a:srgbClr val="DFD293"/>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extraClrScheme>
    <a:extraClrScheme>
      <a:clrScheme name="Default Color Scheme 8">
        <a:dk1>
          <a:srgbClr val="FFFFFF"/>
        </a:dk1>
        <a:lt1>
          <a:srgbClr val="000099"/>
        </a:lt1>
        <a:dk2>
          <a:srgbClr val="003366"/>
        </a:dk2>
        <a:lt2>
          <a:srgbClr val="CCFFFF"/>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extraClrScheme>
    <a:extraClrScheme>
      <a:clrScheme name="Default Color Scheme 9">
        <a:dk1>
          <a:srgbClr val="FFFFFF"/>
        </a:dk1>
        <a:lt1>
          <a:srgbClr val="000000"/>
        </a:lt1>
        <a:dk2>
          <a:srgbClr val="336699"/>
        </a:dk2>
        <a:lt2>
          <a:srgbClr val="E3EBF1"/>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extraClrScheme>
    <a:extraClrScheme>
      <a:clrScheme name="Default Color Scheme 10">
        <a:dk1>
          <a:srgbClr val="FFFFFF"/>
        </a:dk1>
        <a:lt1>
          <a:srgbClr val="686B5D"/>
        </a:lt1>
        <a:dk2>
          <a:srgbClr val="777777"/>
        </a:dk2>
        <a:lt2>
          <a:srgbClr val="D1D1CB"/>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extraClrScheme>
    <a:extraClrScheme>
      <a:clrScheme name="Default Color Scheme 11">
        <a:dk1>
          <a:srgbClr val="FFFFFF"/>
        </a:dk1>
        <a:lt1>
          <a:srgbClr val="666699"/>
        </a:lt1>
        <a:dk2>
          <a:srgbClr val="3E3E5C"/>
        </a:dk2>
        <a:lt2>
          <a:srgbClr val="FFFFFF"/>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extraClrScheme>
    <a:extraClrScheme>
      <a:clrScheme name="Default Color Scheme 12">
        <a:dk1>
          <a:srgbClr val="FFFFFF"/>
        </a:dk1>
        <a:lt1>
          <a:srgbClr val="523E26"/>
        </a:lt1>
        <a:dk2>
          <a:srgbClr val="2D2015"/>
        </a:dk2>
        <a:lt2>
          <a:srgbClr val="DFC08D"/>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extraClrScheme>
  </a:extraClrSchemeLst>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title>Diapositiva 1</dc:title>
  <dc:creator>Mariajose</dc:creator>
  <cp:lastModifiedBy>Helwa</cp:lastModifiedBy>
  <dcterms:created xsi:type="dcterms:W3CDTF">2010-05-23T11:28:12Z</dcterms:created>
  <dcterms:modified xsi:type="dcterms:W3CDTF">2026-09-24T04:14:57Z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6e4cbf49e32d4d4cb45d9ac9de894b07_23</vt:lpwstr>
  </property>
</Properties>
</file>